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Lst>
  <p:notesMasterIdLst>
    <p:notesMasterId r:id="rId28"/>
  </p:notesMasterIdLst>
  <p:sldIdLst>
    <p:sldId id="256" r:id="rId2"/>
    <p:sldId id="258" r:id="rId3"/>
    <p:sldId id="283" r:id="rId4"/>
    <p:sldId id="279" r:id="rId5"/>
    <p:sldId id="284" r:id="rId6"/>
    <p:sldId id="257"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8" r:id="rId26"/>
    <p:sldId id="282" r:id="rId27"/>
  </p:sldIdLst>
  <p:sldSz cx="9144000" cy="5143500" type="screen16x9"/>
  <p:notesSz cx="6858000" cy="9144000"/>
  <p:embeddedFontLst>
    <p:embeddedFont>
      <p:font typeface="Montserrat Medium" panose="020B0604020202020204" charset="0"/>
      <p:regular r:id="rId29"/>
      <p:bold r:id="rId30"/>
      <p:italic r:id="rId31"/>
      <p:boldItalic r:id="rId32"/>
    </p:embeddedFont>
    <p:embeddedFont>
      <p:font typeface="Archivo Black" panose="020B0604020202020204" charset="0"/>
      <p:regular r:id="rId33"/>
    </p:embeddedFont>
    <p:embeddedFont>
      <p:font typeface="Montserrat" panose="020B0604020202020204" charset="0"/>
      <p:regular r:id="rId34"/>
      <p:bold r:id="rId35"/>
      <p:italic r:id="rId36"/>
      <p:boldItalic r:id="rId37"/>
    </p:embeddedFont>
    <p:embeddedFont>
      <p:font typeface="Montserrat Black" panose="020B0604020202020204" charset="0"/>
      <p:bold r:id="rId38"/>
      <p:boldItalic r:id="rId39"/>
    </p:embeddedFont>
    <p:embeddedFont>
      <p:font typeface="Bebas Neue" panose="020B0604020202020204" charset="0"/>
      <p:regular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07A7369-85E4-47C4-8D66-556326131C27}">
  <a:tblStyle styleId="{E07A7369-85E4-47C4-8D66-556326131C2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30"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1578fe0731a_1_22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1578fe0731a_1_2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7"/>
        <p:cNvGrpSpPr/>
        <p:nvPr/>
      </p:nvGrpSpPr>
      <p:grpSpPr>
        <a:xfrm>
          <a:off x="0" y="0"/>
          <a:ext cx="0" cy="0"/>
          <a:chOff x="0" y="0"/>
          <a:chExt cx="0" cy="0"/>
        </a:xfrm>
      </p:grpSpPr>
      <p:sp>
        <p:nvSpPr>
          <p:cNvPr id="1948" name="Google Shape;1948;g1578fe0731a_1_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9" name="Google Shape;1949;g1578fe0731a_1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9"/>
        <p:cNvGrpSpPr/>
        <p:nvPr/>
      </p:nvGrpSpPr>
      <p:grpSpPr>
        <a:xfrm>
          <a:off x="0" y="0"/>
          <a:ext cx="0" cy="0"/>
          <a:chOff x="0" y="0"/>
          <a:chExt cx="0" cy="0"/>
        </a:xfrm>
      </p:grpSpPr>
      <p:sp>
        <p:nvSpPr>
          <p:cNvPr id="1610" name="Google Shape;1610;g1578fe0731a_1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1" name="Google Shape;1611;g1578fe0731a_1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9"/>
        <p:cNvGrpSpPr/>
        <p:nvPr/>
      </p:nvGrpSpPr>
      <p:grpSpPr>
        <a:xfrm>
          <a:off x="0" y="0"/>
          <a:ext cx="0" cy="0"/>
          <a:chOff x="0" y="0"/>
          <a:chExt cx="0" cy="0"/>
        </a:xfrm>
      </p:grpSpPr>
      <p:sp>
        <p:nvSpPr>
          <p:cNvPr id="1610" name="Google Shape;1610;g1578fe0731a_1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1" name="Google Shape;1611;g1578fe0731a_1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2211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1578fe0731a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1578fe0731a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139ad6f44bb_0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139ad6f44bb_0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1578fe0731a_1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1578fe0731a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1578fe0731a_1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2" name="Google Shape;512;g1578fe0731a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1578fe0731a_1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1578fe0731a_1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g1578fe0731a_1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3" name="Google Shape;633;g1578fe0731a_1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e4639e6eab_0_3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9" name="Google Shape;639;ge4639e6eab_0_3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1578fe0731a_1_2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5" name="Google Shape;695;g1578fe0731a_1_2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118ee7e5f66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0" name="Google Shape;750;g118ee7e5f66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gff065f5d78_0_9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9" name="Google Shape;849;gff065f5d78_0_9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e4957916e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e4957916e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1578fe0731a_1_8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3" name="Google Shape;1013;g1578fe0731a_1_8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1578fe0731a_1_3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8" name="Google Shape;1058;g1578fe0731a_1_3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g1578fe0731a_1_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5" name="Google Shape;1065;g1578fe0731a_1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g1578fe0731a_1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1" name="Google Shape;1121;g1578fe0731a_1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8"/>
        <p:cNvGrpSpPr/>
        <p:nvPr/>
      </p:nvGrpSpPr>
      <p:grpSpPr>
        <a:xfrm>
          <a:off x="0" y="0"/>
          <a:ext cx="0" cy="0"/>
          <a:chOff x="0" y="0"/>
          <a:chExt cx="0" cy="0"/>
        </a:xfrm>
      </p:grpSpPr>
      <p:sp>
        <p:nvSpPr>
          <p:cNvPr id="1189" name="Google Shape;1189;g1578fe0731a_1_15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0" name="Google Shape;1190;g1578fe0731a_1_15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578fe0731a_1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578fe0731a_1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0"/>
        <p:cNvGrpSpPr/>
        <p:nvPr/>
      </p:nvGrpSpPr>
      <p:grpSpPr>
        <a:xfrm>
          <a:off x="0" y="0"/>
          <a:ext cx="0" cy="0"/>
          <a:chOff x="0" y="0"/>
          <a:chExt cx="0" cy="0"/>
        </a:xfrm>
      </p:grpSpPr>
      <p:sp>
        <p:nvSpPr>
          <p:cNvPr id="1311" name="Google Shape;1311;g1578fe0731a_1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2" name="Google Shape;1312;g1578fe0731a_1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2"/>
        <p:cNvGrpSpPr/>
        <p:nvPr/>
      </p:nvGrpSpPr>
      <p:grpSpPr>
        <a:xfrm>
          <a:off x="0" y="0"/>
          <a:ext cx="0" cy="0"/>
          <a:chOff x="0" y="0"/>
          <a:chExt cx="0" cy="0"/>
        </a:xfrm>
      </p:grpSpPr>
      <p:sp>
        <p:nvSpPr>
          <p:cNvPr id="1393" name="Google Shape;1393;g1578fe0731a_1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4" name="Google Shape;1394;g1578fe0731a_1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6"/>
        <p:cNvGrpSpPr/>
        <p:nvPr/>
      </p:nvGrpSpPr>
      <p:grpSpPr>
        <a:xfrm>
          <a:off x="0" y="0"/>
          <a:ext cx="0" cy="0"/>
          <a:chOff x="0" y="0"/>
          <a:chExt cx="0" cy="0"/>
        </a:xfrm>
      </p:grpSpPr>
      <p:sp>
        <p:nvSpPr>
          <p:cNvPr id="1557" name="Google Shape;1557;g1578fe0731a_1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8" name="Google Shape;1558;g1578fe0731a_1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8"/>
        <p:cNvGrpSpPr/>
        <p:nvPr/>
      </p:nvGrpSpPr>
      <p:grpSpPr>
        <a:xfrm>
          <a:off x="0" y="0"/>
          <a:ext cx="0" cy="0"/>
          <a:chOff x="0" y="0"/>
          <a:chExt cx="0" cy="0"/>
        </a:xfrm>
      </p:grpSpPr>
      <p:sp>
        <p:nvSpPr>
          <p:cNvPr id="1809" name="Google Shape;1809;g1578fe0731a_1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0" name="Google Shape;1810;g1578fe0731a_1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rot="10800000">
            <a:off x="4736150" y="4101575"/>
            <a:ext cx="4407850" cy="1041925"/>
          </a:xfrm>
          <a:custGeom>
            <a:avLst/>
            <a:gdLst/>
            <a:ahLst/>
            <a:cxnLst/>
            <a:rect l="l" t="t" r="r" b="b"/>
            <a:pathLst>
              <a:path w="176314" h="41677" extrusionOk="0">
                <a:moveTo>
                  <a:pt x="1" y="0"/>
                </a:moveTo>
                <a:lnTo>
                  <a:pt x="1" y="26973"/>
                </a:lnTo>
                <a:cubicBezTo>
                  <a:pt x="1" y="26973"/>
                  <a:pt x="7504" y="41676"/>
                  <a:pt x="29031" y="41676"/>
                </a:cubicBezTo>
                <a:cubicBezTo>
                  <a:pt x="34143" y="41676"/>
                  <a:pt x="40047" y="40847"/>
                  <a:pt x="46829" y="38794"/>
                </a:cubicBezTo>
                <a:cubicBezTo>
                  <a:pt x="77849" y="29407"/>
                  <a:pt x="87280" y="14815"/>
                  <a:pt x="111927" y="14815"/>
                </a:cubicBezTo>
                <a:cubicBezTo>
                  <a:pt x="115359" y="14815"/>
                  <a:pt x="119085" y="15098"/>
                  <a:pt x="123205" y="15717"/>
                </a:cubicBezTo>
                <a:cubicBezTo>
                  <a:pt x="126869" y="16267"/>
                  <a:pt x="130363" y="16513"/>
                  <a:pt x="133681" y="16513"/>
                </a:cubicBezTo>
                <a:cubicBezTo>
                  <a:pt x="160908" y="16513"/>
                  <a:pt x="176314" y="0"/>
                  <a:pt x="176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720000" y="540000"/>
            <a:ext cx="5505600" cy="2370300"/>
          </a:xfrm>
          <a:prstGeom prst="rect">
            <a:avLst/>
          </a:prstGeom>
        </p:spPr>
        <p:txBody>
          <a:bodyPr spcFirstLastPara="1" wrap="square" lIns="91425" tIns="91425" rIns="91425" bIns="91425" anchor="t" anchorCtr="0">
            <a:noAutofit/>
          </a:bodyPr>
          <a:lstStyle>
            <a:lvl1pPr lvl="0" rtl="0">
              <a:spcBef>
                <a:spcPts val="0"/>
              </a:spcBef>
              <a:spcAft>
                <a:spcPts val="0"/>
              </a:spcAft>
              <a:buSzPts val="6000"/>
              <a:buNone/>
              <a:defRPr sz="6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720000" y="2910300"/>
            <a:ext cx="5505600" cy="4617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Montserrat Medium"/>
              <a:buNone/>
              <a:defRPr sz="18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800"/>
              <a:buNone/>
              <a:defRPr sz="1800">
                <a:solidFill>
                  <a:schemeClr val="dk1"/>
                </a:solidFill>
              </a:defRPr>
            </a:lvl2pPr>
            <a:lvl3pPr lvl="2" algn="ctr" rtl="0">
              <a:lnSpc>
                <a:spcPct val="100000"/>
              </a:lnSpc>
              <a:spcBef>
                <a:spcPts val="0"/>
              </a:spcBef>
              <a:spcAft>
                <a:spcPts val="0"/>
              </a:spcAft>
              <a:buClr>
                <a:schemeClr val="dk1"/>
              </a:buClr>
              <a:buSzPts val="1800"/>
              <a:buNone/>
              <a:defRPr sz="1800">
                <a:solidFill>
                  <a:schemeClr val="dk1"/>
                </a:solidFill>
              </a:defRPr>
            </a:lvl3pPr>
            <a:lvl4pPr lvl="3" algn="ctr" rtl="0">
              <a:lnSpc>
                <a:spcPct val="100000"/>
              </a:lnSpc>
              <a:spcBef>
                <a:spcPts val="0"/>
              </a:spcBef>
              <a:spcAft>
                <a:spcPts val="0"/>
              </a:spcAft>
              <a:buClr>
                <a:schemeClr val="dk1"/>
              </a:buClr>
              <a:buSzPts val="1800"/>
              <a:buNone/>
              <a:defRPr sz="1800">
                <a:solidFill>
                  <a:schemeClr val="dk1"/>
                </a:solidFill>
              </a:defRPr>
            </a:lvl4pPr>
            <a:lvl5pPr lvl="4" algn="ctr" rtl="0">
              <a:lnSpc>
                <a:spcPct val="100000"/>
              </a:lnSpc>
              <a:spcBef>
                <a:spcPts val="0"/>
              </a:spcBef>
              <a:spcAft>
                <a:spcPts val="0"/>
              </a:spcAft>
              <a:buClr>
                <a:schemeClr val="dk1"/>
              </a:buClr>
              <a:buSzPts val="1800"/>
              <a:buNone/>
              <a:defRPr sz="1800">
                <a:solidFill>
                  <a:schemeClr val="dk1"/>
                </a:solidFill>
              </a:defRPr>
            </a:lvl5pPr>
            <a:lvl6pPr lvl="5" algn="ctr" rtl="0">
              <a:lnSpc>
                <a:spcPct val="100000"/>
              </a:lnSpc>
              <a:spcBef>
                <a:spcPts val="0"/>
              </a:spcBef>
              <a:spcAft>
                <a:spcPts val="0"/>
              </a:spcAft>
              <a:buClr>
                <a:schemeClr val="dk1"/>
              </a:buClr>
              <a:buSzPts val="1800"/>
              <a:buNone/>
              <a:defRPr sz="1800">
                <a:solidFill>
                  <a:schemeClr val="dk1"/>
                </a:solidFill>
              </a:defRPr>
            </a:lvl6pPr>
            <a:lvl7pPr lvl="6" algn="ctr" rtl="0">
              <a:lnSpc>
                <a:spcPct val="100000"/>
              </a:lnSpc>
              <a:spcBef>
                <a:spcPts val="0"/>
              </a:spcBef>
              <a:spcAft>
                <a:spcPts val="0"/>
              </a:spcAft>
              <a:buClr>
                <a:schemeClr val="dk1"/>
              </a:buClr>
              <a:buSzPts val="1800"/>
              <a:buNone/>
              <a:defRPr sz="1800">
                <a:solidFill>
                  <a:schemeClr val="dk1"/>
                </a:solidFill>
              </a:defRPr>
            </a:lvl7pPr>
            <a:lvl8pPr lvl="7" algn="ctr" rtl="0">
              <a:lnSpc>
                <a:spcPct val="100000"/>
              </a:lnSpc>
              <a:spcBef>
                <a:spcPts val="0"/>
              </a:spcBef>
              <a:spcAft>
                <a:spcPts val="0"/>
              </a:spcAft>
              <a:buClr>
                <a:schemeClr val="dk1"/>
              </a:buClr>
              <a:buSzPts val="1800"/>
              <a:buNone/>
              <a:defRPr sz="1800">
                <a:solidFill>
                  <a:schemeClr val="dk1"/>
                </a:solidFill>
              </a:defRPr>
            </a:lvl8pPr>
            <a:lvl9pPr lvl="8" algn="ctr" rtl="0">
              <a:lnSpc>
                <a:spcPct val="100000"/>
              </a:lnSpc>
              <a:spcBef>
                <a:spcPts val="0"/>
              </a:spcBef>
              <a:spcAft>
                <a:spcPts val="0"/>
              </a:spcAft>
              <a:buClr>
                <a:schemeClr val="dk1"/>
              </a:buClr>
              <a:buSzPts val="1800"/>
              <a:buNone/>
              <a:defRPr sz="1800">
                <a:solidFill>
                  <a:schemeClr val="dk1"/>
                </a:solidFill>
              </a:defRPr>
            </a:lvl9pPr>
          </a:lstStyle>
          <a:p>
            <a:endParaRPr/>
          </a:p>
        </p:txBody>
      </p:sp>
      <p:sp>
        <p:nvSpPr>
          <p:cNvPr id="12" name="Google Shape;12;p2"/>
          <p:cNvSpPr/>
          <p:nvPr/>
        </p:nvSpPr>
        <p:spPr>
          <a:xfrm flipH="1">
            <a:off x="4736150" y="0"/>
            <a:ext cx="4407850" cy="1041925"/>
          </a:xfrm>
          <a:custGeom>
            <a:avLst/>
            <a:gdLst/>
            <a:ahLst/>
            <a:cxnLst/>
            <a:rect l="l" t="t" r="r" b="b"/>
            <a:pathLst>
              <a:path w="176314" h="41677" extrusionOk="0">
                <a:moveTo>
                  <a:pt x="1" y="0"/>
                </a:moveTo>
                <a:lnTo>
                  <a:pt x="1" y="26973"/>
                </a:lnTo>
                <a:cubicBezTo>
                  <a:pt x="1" y="26973"/>
                  <a:pt x="7504" y="41676"/>
                  <a:pt x="29031" y="41676"/>
                </a:cubicBezTo>
                <a:cubicBezTo>
                  <a:pt x="34143" y="41676"/>
                  <a:pt x="40047" y="40847"/>
                  <a:pt x="46829" y="38794"/>
                </a:cubicBezTo>
                <a:cubicBezTo>
                  <a:pt x="77849" y="29407"/>
                  <a:pt x="87280" y="14815"/>
                  <a:pt x="111927" y="14815"/>
                </a:cubicBezTo>
                <a:cubicBezTo>
                  <a:pt x="115359" y="14815"/>
                  <a:pt x="119085" y="15098"/>
                  <a:pt x="123205" y="15717"/>
                </a:cubicBezTo>
                <a:cubicBezTo>
                  <a:pt x="126869" y="16267"/>
                  <a:pt x="130363" y="16513"/>
                  <a:pt x="133681" y="16513"/>
                </a:cubicBezTo>
                <a:cubicBezTo>
                  <a:pt x="160908" y="16513"/>
                  <a:pt x="176314" y="0"/>
                  <a:pt x="176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flipH="1">
            <a:off x="5445825" y="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1350050" y="2703450"/>
            <a:ext cx="1099950" cy="3800075"/>
          </a:xfrm>
          <a:custGeom>
            <a:avLst/>
            <a:gdLst/>
            <a:ahLst/>
            <a:cxnLst/>
            <a:rect l="l" t="t" r="r" b="b"/>
            <a:pathLst>
              <a:path w="43998" h="152003" extrusionOk="0">
                <a:moveTo>
                  <a:pt x="43615" y="0"/>
                </a:moveTo>
                <a:cubicBezTo>
                  <a:pt x="43615" y="0"/>
                  <a:pt x="16366" y="17346"/>
                  <a:pt x="22729" y="41629"/>
                </a:cubicBezTo>
                <a:cubicBezTo>
                  <a:pt x="29096" y="65911"/>
                  <a:pt x="43997" y="70379"/>
                  <a:pt x="22000" y="100808"/>
                </a:cubicBezTo>
                <a:cubicBezTo>
                  <a:pt x="1" y="131235"/>
                  <a:pt x="43615" y="152002"/>
                  <a:pt x="43615" y="152002"/>
                </a:cubicBezTo>
                <a:lnTo>
                  <a:pt x="436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5400000">
            <a:off x="1282425" y="3051700"/>
            <a:ext cx="819325" cy="3384200"/>
          </a:xfrm>
          <a:custGeom>
            <a:avLst/>
            <a:gdLst/>
            <a:ahLst/>
            <a:cxnLst/>
            <a:rect l="l" t="t" r="r" b="b"/>
            <a:pathLst>
              <a:path w="32773" h="135368" extrusionOk="0">
                <a:moveTo>
                  <a:pt x="32773" y="0"/>
                </a:moveTo>
                <a:lnTo>
                  <a:pt x="32773" y="0"/>
                </a:lnTo>
                <a:cubicBezTo>
                  <a:pt x="32772" y="1"/>
                  <a:pt x="12156" y="14749"/>
                  <a:pt x="16884" y="36501"/>
                </a:cubicBezTo>
                <a:cubicBezTo>
                  <a:pt x="21613" y="58253"/>
                  <a:pt x="32684" y="62255"/>
                  <a:pt x="16343" y="89509"/>
                </a:cubicBezTo>
                <a:cubicBezTo>
                  <a:pt x="1" y="116766"/>
                  <a:pt x="32401" y="135367"/>
                  <a:pt x="32401" y="135367"/>
                </a:cubicBezTo>
                <a:lnTo>
                  <a:pt x="327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5400000">
            <a:off x="-1385450" y="1641238"/>
            <a:ext cx="3275400" cy="504525"/>
          </a:xfrm>
          <a:custGeom>
            <a:avLst/>
            <a:gdLst/>
            <a:ahLst/>
            <a:cxnLst/>
            <a:rect l="l" t="t" r="r" b="b"/>
            <a:pathLst>
              <a:path w="131016" h="20181" extrusionOk="0">
                <a:moveTo>
                  <a:pt x="25838" y="1"/>
                </a:moveTo>
                <a:cubicBezTo>
                  <a:pt x="6842" y="1"/>
                  <a:pt x="0" y="20178"/>
                  <a:pt x="0" y="20178"/>
                </a:cubicBezTo>
                <a:lnTo>
                  <a:pt x="0" y="20181"/>
                </a:lnTo>
                <a:lnTo>
                  <a:pt x="131016" y="20181"/>
                </a:lnTo>
                <a:cubicBezTo>
                  <a:pt x="131016" y="20181"/>
                  <a:pt x="122212" y="8215"/>
                  <a:pt x="108815" y="8215"/>
                </a:cubicBezTo>
                <a:cubicBezTo>
                  <a:pt x="105950" y="8215"/>
                  <a:pt x="102875" y="8763"/>
                  <a:pt x="99631" y="10091"/>
                </a:cubicBezTo>
                <a:cubicBezTo>
                  <a:pt x="93778" y="12488"/>
                  <a:pt x="87492" y="14982"/>
                  <a:pt x="78789" y="14982"/>
                </a:cubicBezTo>
                <a:cubicBezTo>
                  <a:pt x="69901" y="14982"/>
                  <a:pt x="58491" y="12380"/>
                  <a:pt x="42447" y="4415"/>
                </a:cubicBezTo>
                <a:cubicBezTo>
                  <a:pt x="36095" y="1262"/>
                  <a:pt x="30587" y="1"/>
                  <a:pt x="258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1210600" y="1210638"/>
            <a:ext cx="2862100" cy="440825"/>
          </a:xfrm>
          <a:custGeom>
            <a:avLst/>
            <a:gdLst/>
            <a:ahLst/>
            <a:cxnLst/>
            <a:rect l="l" t="t" r="r" b="b"/>
            <a:pathLst>
              <a:path w="114484" h="17633" extrusionOk="0">
                <a:moveTo>
                  <a:pt x="22578" y="1"/>
                </a:moveTo>
                <a:cubicBezTo>
                  <a:pt x="5980" y="1"/>
                  <a:pt x="1" y="17632"/>
                  <a:pt x="1" y="17632"/>
                </a:cubicBezTo>
                <a:lnTo>
                  <a:pt x="114484" y="17632"/>
                </a:lnTo>
                <a:cubicBezTo>
                  <a:pt x="114484" y="17632"/>
                  <a:pt x="106791" y="7178"/>
                  <a:pt x="95085" y="7178"/>
                </a:cubicBezTo>
                <a:cubicBezTo>
                  <a:pt x="92581" y="7178"/>
                  <a:pt x="89894" y="7656"/>
                  <a:pt x="87059" y="8817"/>
                </a:cubicBezTo>
                <a:cubicBezTo>
                  <a:pt x="81944" y="10911"/>
                  <a:pt x="76451" y="13091"/>
                  <a:pt x="68846" y="13091"/>
                </a:cubicBezTo>
                <a:cubicBezTo>
                  <a:pt x="61079" y="13091"/>
                  <a:pt x="51110" y="10817"/>
                  <a:pt x="37090" y="3858"/>
                </a:cubicBezTo>
                <a:cubicBezTo>
                  <a:pt x="31541" y="1103"/>
                  <a:pt x="26727" y="1"/>
                  <a:pt x="225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
        <p:cNvGrpSpPr/>
        <p:nvPr/>
      </p:nvGrpSpPr>
      <p:grpSpPr>
        <a:xfrm>
          <a:off x="0" y="0"/>
          <a:ext cx="0" cy="0"/>
          <a:chOff x="0" y="0"/>
          <a:chExt cx="0" cy="0"/>
        </a:xfrm>
      </p:grpSpPr>
      <p:sp>
        <p:nvSpPr>
          <p:cNvPr id="19" name="Google Shape;19;p3"/>
          <p:cNvSpPr/>
          <p:nvPr/>
        </p:nvSpPr>
        <p:spPr>
          <a:xfrm flipH="1">
            <a:off x="0" y="2091980"/>
            <a:ext cx="2433003" cy="3047115"/>
          </a:xfrm>
          <a:custGeom>
            <a:avLst/>
            <a:gdLst/>
            <a:ahLst/>
            <a:cxnLst/>
            <a:rect l="l" t="t" r="r" b="b"/>
            <a:pathLst>
              <a:path w="37986" h="47574" extrusionOk="0">
                <a:moveTo>
                  <a:pt x="37985" y="1"/>
                </a:moveTo>
                <a:cubicBezTo>
                  <a:pt x="37985" y="1"/>
                  <a:pt x="25293" y="1820"/>
                  <a:pt x="24740" y="10614"/>
                </a:cubicBezTo>
                <a:cubicBezTo>
                  <a:pt x="24185" y="19410"/>
                  <a:pt x="26773" y="21995"/>
                  <a:pt x="21599" y="26430"/>
                </a:cubicBezTo>
                <a:cubicBezTo>
                  <a:pt x="16426" y="30865"/>
                  <a:pt x="0" y="33330"/>
                  <a:pt x="4250" y="47574"/>
                </a:cubicBezTo>
                <a:lnTo>
                  <a:pt x="37986" y="47574"/>
                </a:lnTo>
                <a:lnTo>
                  <a:pt x="379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txBox="1">
            <a:spLocks noGrp="1"/>
          </p:cNvSpPr>
          <p:nvPr>
            <p:ph type="title"/>
          </p:nvPr>
        </p:nvSpPr>
        <p:spPr>
          <a:xfrm>
            <a:off x="3203994" y="2040256"/>
            <a:ext cx="5220000" cy="1600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200"/>
              <a:buNone/>
              <a:defRPr sz="4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1" name="Google Shape;21;p3"/>
          <p:cNvSpPr txBox="1">
            <a:spLocks noGrp="1"/>
          </p:cNvSpPr>
          <p:nvPr>
            <p:ph type="title" idx="2" hasCustomPrompt="1"/>
          </p:nvPr>
        </p:nvSpPr>
        <p:spPr>
          <a:xfrm>
            <a:off x="5183994" y="1071331"/>
            <a:ext cx="1260000" cy="892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200"/>
              <a:buNone/>
              <a:defRPr sz="4600" b="1">
                <a:solidFill>
                  <a:schemeClr val="accent5"/>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2" name="Google Shape;22;p3"/>
          <p:cNvSpPr txBox="1">
            <a:spLocks noGrp="1"/>
          </p:cNvSpPr>
          <p:nvPr>
            <p:ph type="subTitle" idx="1"/>
          </p:nvPr>
        </p:nvSpPr>
        <p:spPr>
          <a:xfrm>
            <a:off x="3203994" y="3641069"/>
            <a:ext cx="5220000" cy="4311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800"/>
              <a:buFont typeface="Montserrat Medium"/>
              <a:buNone/>
              <a:defRPr sz="16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endParaRPr/>
          </a:p>
        </p:txBody>
      </p:sp>
      <p:sp>
        <p:nvSpPr>
          <p:cNvPr id="23" name="Google Shape;23;p3"/>
          <p:cNvSpPr/>
          <p:nvPr/>
        </p:nvSpPr>
        <p:spPr>
          <a:xfrm flipH="1">
            <a:off x="5612800" y="4638975"/>
            <a:ext cx="3275400" cy="504525"/>
          </a:xfrm>
          <a:custGeom>
            <a:avLst/>
            <a:gdLst/>
            <a:ahLst/>
            <a:cxnLst/>
            <a:rect l="l" t="t" r="r" b="b"/>
            <a:pathLst>
              <a:path w="131016" h="20181" extrusionOk="0">
                <a:moveTo>
                  <a:pt x="25838" y="1"/>
                </a:moveTo>
                <a:cubicBezTo>
                  <a:pt x="6842" y="1"/>
                  <a:pt x="0" y="20178"/>
                  <a:pt x="0" y="20178"/>
                </a:cubicBezTo>
                <a:lnTo>
                  <a:pt x="0" y="20181"/>
                </a:lnTo>
                <a:lnTo>
                  <a:pt x="131016" y="20181"/>
                </a:lnTo>
                <a:cubicBezTo>
                  <a:pt x="131016" y="20181"/>
                  <a:pt x="122212" y="8215"/>
                  <a:pt x="108815" y="8215"/>
                </a:cubicBezTo>
                <a:cubicBezTo>
                  <a:pt x="105950" y="8215"/>
                  <a:pt x="102875" y="8763"/>
                  <a:pt x="99631" y="10091"/>
                </a:cubicBezTo>
                <a:cubicBezTo>
                  <a:pt x="93778" y="12488"/>
                  <a:pt x="87492" y="14982"/>
                  <a:pt x="78789" y="14982"/>
                </a:cubicBezTo>
                <a:cubicBezTo>
                  <a:pt x="69901" y="14982"/>
                  <a:pt x="58491" y="12380"/>
                  <a:pt x="42447" y="4415"/>
                </a:cubicBezTo>
                <a:cubicBezTo>
                  <a:pt x="36095" y="1262"/>
                  <a:pt x="30587" y="1"/>
                  <a:pt x="258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6281900" y="4702625"/>
            <a:ext cx="2862100" cy="440825"/>
          </a:xfrm>
          <a:custGeom>
            <a:avLst/>
            <a:gdLst/>
            <a:ahLst/>
            <a:cxnLst/>
            <a:rect l="l" t="t" r="r" b="b"/>
            <a:pathLst>
              <a:path w="114484" h="17633" extrusionOk="0">
                <a:moveTo>
                  <a:pt x="22578" y="1"/>
                </a:moveTo>
                <a:cubicBezTo>
                  <a:pt x="5980" y="1"/>
                  <a:pt x="1" y="17632"/>
                  <a:pt x="1" y="17632"/>
                </a:cubicBezTo>
                <a:lnTo>
                  <a:pt x="114484" y="17632"/>
                </a:lnTo>
                <a:cubicBezTo>
                  <a:pt x="114484" y="17632"/>
                  <a:pt x="106791" y="7178"/>
                  <a:pt x="95085" y="7178"/>
                </a:cubicBezTo>
                <a:cubicBezTo>
                  <a:pt x="92581" y="7178"/>
                  <a:pt x="89894" y="7656"/>
                  <a:pt x="87059" y="8817"/>
                </a:cubicBezTo>
                <a:cubicBezTo>
                  <a:pt x="81944" y="10911"/>
                  <a:pt x="76451" y="13091"/>
                  <a:pt x="68846" y="13091"/>
                </a:cubicBezTo>
                <a:cubicBezTo>
                  <a:pt x="61079" y="13091"/>
                  <a:pt x="51110" y="10817"/>
                  <a:pt x="37090" y="3858"/>
                </a:cubicBezTo>
                <a:cubicBezTo>
                  <a:pt x="31541" y="1103"/>
                  <a:pt x="26727" y="1"/>
                  <a:pt x="225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flipH="1">
            <a:off x="4736150" y="0"/>
            <a:ext cx="4407850" cy="1041925"/>
          </a:xfrm>
          <a:custGeom>
            <a:avLst/>
            <a:gdLst/>
            <a:ahLst/>
            <a:cxnLst/>
            <a:rect l="l" t="t" r="r" b="b"/>
            <a:pathLst>
              <a:path w="176314" h="41677" extrusionOk="0">
                <a:moveTo>
                  <a:pt x="1" y="0"/>
                </a:moveTo>
                <a:lnTo>
                  <a:pt x="1" y="26973"/>
                </a:lnTo>
                <a:cubicBezTo>
                  <a:pt x="1" y="26973"/>
                  <a:pt x="7504" y="41676"/>
                  <a:pt x="29031" y="41676"/>
                </a:cubicBezTo>
                <a:cubicBezTo>
                  <a:pt x="34143" y="41676"/>
                  <a:pt x="40047" y="40847"/>
                  <a:pt x="46829" y="38794"/>
                </a:cubicBezTo>
                <a:cubicBezTo>
                  <a:pt x="77849" y="29407"/>
                  <a:pt x="87280" y="14815"/>
                  <a:pt x="111927" y="14815"/>
                </a:cubicBezTo>
                <a:cubicBezTo>
                  <a:pt x="115359" y="14815"/>
                  <a:pt x="119085" y="15098"/>
                  <a:pt x="123205" y="15717"/>
                </a:cubicBezTo>
                <a:cubicBezTo>
                  <a:pt x="126869" y="16267"/>
                  <a:pt x="130363" y="16513"/>
                  <a:pt x="133681" y="16513"/>
                </a:cubicBezTo>
                <a:cubicBezTo>
                  <a:pt x="160908" y="16513"/>
                  <a:pt x="176314" y="0"/>
                  <a:pt x="176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5445825" y="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7"/>
        <p:cNvGrpSpPr/>
        <p:nvPr/>
      </p:nvGrpSpPr>
      <p:grpSpPr>
        <a:xfrm>
          <a:off x="0" y="0"/>
          <a:ext cx="0" cy="0"/>
          <a:chOff x="0" y="0"/>
          <a:chExt cx="0" cy="0"/>
        </a:xfrm>
      </p:grpSpPr>
      <p:sp>
        <p:nvSpPr>
          <p:cNvPr id="28" name="Google Shape;28;p4"/>
          <p:cNvSpPr/>
          <p:nvPr/>
        </p:nvSpPr>
        <p:spPr>
          <a:xfrm rot="10800000">
            <a:off x="5445825" y="4088013"/>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4"/>
          <p:cNvSpPr/>
          <p:nvPr/>
        </p:nvSpPr>
        <p:spPr>
          <a:xfrm>
            <a:off x="0" y="615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4"/>
          <p:cNvSpPr txBox="1">
            <a:spLocks noGrp="1"/>
          </p:cNvSpPr>
          <p:nvPr>
            <p:ph type="title"/>
          </p:nvPr>
        </p:nvSpPr>
        <p:spPr>
          <a:xfrm>
            <a:off x="720000" y="540000"/>
            <a:ext cx="7704000" cy="67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1" name="Google Shape;31;p4"/>
          <p:cNvSpPr txBox="1">
            <a:spLocks noGrp="1"/>
          </p:cNvSpPr>
          <p:nvPr>
            <p:ph type="body" idx="1"/>
          </p:nvPr>
        </p:nvSpPr>
        <p:spPr>
          <a:xfrm>
            <a:off x="2092350" y="1404788"/>
            <a:ext cx="4959300" cy="2852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2"/>
        <p:cNvGrpSpPr/>
        <p:nvPr/>
      </p:nvGrpSpPr>
      <p:grpSpPr>
        <a:xfrm>
          <a:off x="0" y="0"/>
          <a:ext cx="0" cy="0"/>
          <a:chOff x="0" y="0"/>
          <a:chExt cx="0" cy="0"/>
        </a:xfrm>
      </p:grpSpPr>
      <p:sp>
        <p:nvSpPr>
          <p:cNvPr id="33" name="Google Shape;33;p5"/>
          <p:cNvSpPr/>
          <p:nvPr/>
        </p:nvSpPr>
        <p:spPr>
          <a:xfrm flipH="1">
            <a:off x="5445834" y="615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5"/>
          <p:cNvSpPr/>
          <p:nvPr/>
        </p:nvSpPr>
        <p:spPr>
          <a:xfrm rot="10800000" flipH="1">
            <a:off x="9" y="4088013"/>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txBox="1">
            <a:spLocks noGrp="1"/>
          </p:cNvSpPr>
          <p:nvPr>
            <p:ph type="title"/>
          </p:nvPr>
        </p:nvSpPr>
        <p:spPr>
          <a:xfrm>
            <a:off x="720000" y="540000"/>
            <a:ext cx="7704000" cy="67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6" name="Google Shape;36;p5"/>
          <p:cNvSpPr txBox="1">
            <a:spLocks noGrp="1"/>
          </p:cNvSpPr>
          <p:nvPr>
            <p:ph type="title" idx="2"/>
          </p:nvPr>
        </p:nvSpPr>
        <p:spPr>
          <a:xfrm>
            <a:off x="1368000" y="2648389"/>
            <a:ext cx="2880000" cy="554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7" name="Google Shape;37;p5"/>
          <p:cNvSpPr txBox="1">
            <a:spLocks noGrp="1"/>
          </p:cNvSpPr>
          <p:nvPr>
            <p:ph type="subTitle" idx="1"/>
          </p:nvPr>
        </p:nvSpPr>
        <p:spPr>
          <a:xfrm>
            <a:off x="1368000" y="3126289"/>
            <a:ext cx="2880000" cy="9360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38" name="Google Shape;38;p5"/>
          <p:cNvSpPr txBox="1">
            <a:spLocks noGrp="1"/>
          </p:cNvSpPr>
          <p:nvPr>
            <p:ph type="title" idx="3"/>
          </p:nvPr>
        </p:nvSpPr>
        <p:spPr>
          <a:xfrm>
            <a:off x="4896000" y="2648389"/>
            <a:ext cx="2880000" cy="554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9" name="Google Shape;39;p5"/>
          <p:cNvSpPr txBox="1">
            <a:spLocks noGrp="1"/>
          </p:cNvSpPr>
          <p:nvPr>
            <p:ph type="subTitle" idx="4"/>
          </p:nvPr>
        </p:nvSpPr>
        <p:spPr>
          <a:xfrm>
            <a:off x="4896000" y="3126289"/>
            <a:ext cx="2880000" cy="9360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rot="10800000">
            <a:off x="5445825" y="4088013"/>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6"/>
          <p:cNvSpPr/>
          <p:nvPr/>
        </p:nvSpPr>
        <p:spPr>
          <a:xfrm>
            <a:off x="0" y="615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6"/>
          <p:cNvSpPr txBox="1">
            <a:spLocks noGrp="1"/>
          </p:cNvSpPr>
          <p:nvPr>
            <p:ph type="title"/>
          </p:nvPr>
        </p:nvSpPr>
        <p:spPr>
          <a:xfrm>
            <a:off x="720000" y="540000"/>
            <a:ext cx="7704000" cy="67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4"/>
        <p:cNvGrpSpPr/>
        <p:nvPr/>
      </p:nvGrpSpPr>
      <p:grpSpPr>
        <a:xfrm>
          <a:off x="0" y="0"/>
          <a:ext cx="0" cy="0"/>
          <a:chOff x="0" y="0"/>
          <a:chExt cx="0" cy="0"/>
        </a:xfrm>
      </p:grpSpPr>
      <p:sp>
        <p:nvSpPr>
          <p:cNvPr id="45" name="Google Shape;45;p7"/>
          <p:cNvSpPr/>
          <p:nvPr/>
        </p:nvSpPr>
        <p:spPr>
          <a:xfrm>
            <a:off x="6347525" y="1636751"/>
            <a:ext cx="2796434" cy="3502398"/>
          </a:xfrm>
          <a:custGeom>
            <a:avLst/>
            <a:gdLst/>
            <a:ahLst/>
            <a:cxnLst/>
            <a:rect l="l" t="t" r="r" b="b"/>
            <a:pathLst>
              <a:path w="37986" h="47574" extrusionOk="0">
                <a:moveTo>
                  <a:pt x="37985" y="1"/>
                </a:moveTo>
                <a:cubicBezTo>
                  <a:pt x="37985" y="1"/>
                  <a:pt x="25293" y="1820"/>
                  <a:pt x="24740" y="10614"/>
                </a:cubicBezTo>
                <a:cubicBezTo>
                  <a:pt x="24185" y="19410"/>
                  <a:pt x="26773" y="21995"/>
                  <a:pt x="21599" y="26430"/>
                </a:cubicBezTo>
                <a:cubicBezTo>
                  <a:pt x="16426" y="30865"/>
                  <a:pt x="0" y="33330"/>
                  <a:pt x="4250" y="47574"/>
                </a:cubicBezTo>
                <a:lnTo>
                  <a:pt x="37986" y="47574"/>
                </a:lnTo>
                <a:lnTo>
                  <a:pt x="379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7"/>
          <p:cNvSpPr txBox="1">
            <a:spLocks noGrp="1"/>
          </p:cNvSpPr>
          <p:nvPr>
            <p:ph type="subTitle" idx="1"/>
          </p:nvPr>
        </p:nvSpPr>
        <p:spPr>
          <a:xfrm>
            <a:off x="720000" y="3056550"/>
            <a:ext cx="3924000" cy="8313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endParaRPr/>
          </a:p>
        </p:txBody>
      </p:sp>
      <p:sp>
        <p:nvSpPr>
          <p:cNvPr id="47" name="Google Shape;47;p7"/>
          <p:cNvSpPr txBox="1">
            <a:spLocks noGrp="1"/>
          </p:cNvSpPr>
          <p:nvPr>
            <p:ph type="title"/>
          </p:nvPr>
        </p:nvSpPr>
        <p:spPr>
          <a:xfrm>
            <a:off x="720000" y="1255650"/>
            <a:ext cx="3924000" cy="180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8" name="Google Shape;48;p7"/>
          <p:cNvSpPr>
            <a:spLocks noGrp="1"/>
          </p:cNvSpPr>
          <p:nvPr>
            <p:ph type="pic" idx="2"/>
          </p:nvPr>
        </p:nvSpPr>
        <p:spPr>
          <a:xfrm>
            <a:off x="4824000" y="771750"/>
            <a:ext cx="3600000" cy="3600000"/>
          </a:xfrm>
          <a:prstGeom prst="ellipse">
            <a:avLst/>
          </a:prstGeom>
          <a:noFill/>
          <a:ln>
            <a:noFill/>
          </a:ln>
        </p:spPr>
      </p:sp>
      <p:sp>
        <p:nvSpPr>
          <p:cNvPr id="49" name="Google Shape;49;p7"/>
          <p:cNvSpPr/>
          <p:nvPr/>
        </p:nvSpPr>
        <p:spPr>
          <a:xfrm flipH="1">
            <a:off x="4736150" y="0"/>
            <a:ext cx="4407850" cy="1041925"/>
          </a:xfrm>
          <a:custGeom>
            <a:avLst/>
            <a:gdLst/>
            <a:ahLst/>
            <a:cxnLst/>
            <a:rect l="l" t="t" r="r" b="b"/>
            <a:pathLst>
              <a:path w="176314" h="41677" extrusionOk="0">
                <a:moveTo>
                  <a:pt x="1" y="0"/>
                </a:moveTo>
                <a:lnTo>
                  <a:pt x="1" y="26973"/>
                </a:lnTo>
                <a:cubicBezTo>
                  <a:pt x="1" y="26973"/>
                  <a:pt x="7504" y="41676"/>
                  <a:pt x="29031" y="41676"/>
                </a:cubicBezTo>
                <a:cubicBezTo>
                  <a:pt x="34143" y="41676"/>
                  <a:pt x="40047" y="40847"/>
                  <a:pt x="46829" y="38794"/>
                </a:cubicBezTo>
                <a:cubicBezTo>
                  <a:pt x="77849" y="29407"/>
                  <a:pt x="87280" y="14815"/>
                  <a:pt x="111927" y="14815"/>
                </a:cubicBezTo>
                <a:cubicBezTo>
                  <a:pt x="115359" y="14815"/>
                  <a:pt x="119085" y="15098"/>
                  <a:pt x="123205" y="15717"/>
                </a:cubicBezTo>
                <a:cubicBezTo>
                  <a:pt x="126869" y="16267"/>
                  <a:pt x="130363" y="16513"/>
                  <a:pt x="133681" y="16513"/>
                </a:cubicBezTo>
                <a:cubicBezTo>
                  <a:pt x="160908" y="16513"/>
                  <a:pt x="176314" y="0"/>
                  <a:pt x="176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7"/>
          <p:cNvSpPr/>
          <p:nvPr/>
        </p:nvSpPr>
        <p:spPr>
          <a:xfrm flipH="1">
            <a:off x="5445825" y="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1350050" y="2703450"/>
            <a:ext cx="1099950" cy="3800075"/>
          </a:xfrm>
          <a:custGeom>
            <a:avLst/>
            <a:gdLst/>
            <a:ahLst/>
            <a:cxnLst/>
            <a:rect l="l" t="t" r="r" b="b"/>
            <a:pathLst>
              <a:path w="43998" h="152003" extrusionOk="0">
                <a:moveTo>
                  <a:pt x="43615" y="0"/>
                </a:moveTo>
                <a:cubicBezTo>
                  <a:pt x="43615" y="0"/>
                  <a:pt x="16366" y="17346"/>
                  <a:pt x="22729" y="41629"/>
                </a:cubicBezTo>
                <a:cubicBezTo>
                  <a:pt x="29096" y="65911"/>
                  <a:pt x="43997" y="70379"/>
                  <a:pt x="22000" y="100808"/>
                </a:cubicBezTo>
                <a:cubicBezTo>
                  <a:pt x="1" y="131235"/>
                  <a:pt x="43615" y="152002"/>
                  <a:pt x="43615" y="152002"/>
                </a:cubicBezTo>
                <a:lnTo>
                  <a:pt x="436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7"/>
          <p:cNvSpPr/>
          <p:nvPr/>
        </p:nvSpPr>
        <p:spPr>
          <a:xfrm rot="5400000">
            <a:off x="1282425" y="3051700"/>
            <a:ext cx="819325" cy="3384200"/>
          </a:xfrm>
          <a:custGeom>
            <a:avLst/>
            <a:gdLst/>
            <a:ahLst/>
            <a:cxnLst/>
            <a:rect l="l" t="t" r="r" b="b"/>
            <a:pathLst>
              <a:path w="32773" h="135368" extrusionOk="0">
                <a:moveTo>
                  <a:pt x="32773" y="0"/>
                </a:moveTo>
                <a:lnTo>
                  <a:pt x="32773" y="0"/>
                </a:lnTo>
                <a:cubicBezTo>
                  <a:pt x="32772" y="1"/>
                  <a:pt x="12156" y="14749"/>
                  <a:pt x="16884" y="36501"/>
                </a:cubicBezTo>
                <a:cubicBezTo>
                  <a:pt x="21613" y="58253"/>
                  <a:pt x="32684" y="62255"/>
                  <a:pt x="16343" y="89509"/>
                </a:cubicBezTo>
                <a:cubicBezTo>
                  <a:pt x="1" y="116766"/>
                  <a:pt x="32401" y="135367"/>
                  <a:pt x="32401" y="135367"/>
                </a:cubicBezTo>
                <a:lnTo>
                  <a:pt x="327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7"/>
          <p:cNvSpPr/>
          <p:nvPr/>
        </p:nvSpPr>
        <p:spPr>
          <a:xfrm rot="5400000">
            <a:off x="-1385450" y="1641238"/>
            <a:ext cx="3275400" cy="504525"/>
          </a:xfrm>
          <a:custGeom>
            <a:avLst/>
            <a:gdLst/>
            <a:ahLst/>
            <a:cxnLst/>
            <a:rect l="l" t="t" r="r" b="b"/>
            <a:pathLst>
              <a:path w="131016" h="20181" extrusionOk="0">
                <a:moveTo>
                  <a:pt x="25838" y="1"/>
                </a:moveTo>
                <a:cubicBezTo>
                  <a:pt x="6842" y="1"/>
                  <a:pt x="0" y="20178"/>
                  <a:pt x="0" y="20178"/>
                </a:cubicBezTo>
                <a:lnTo>
                  <a:pt x="0" y="20181"/>
                </a:lnTo>
                <a:lnTo>
                  <a:pt x="131016" y="20181"/>
                </a:lnTo>
                <a:cubicBezTo>
                  <a:pt x="131016" y="20181"/>
                  <a:pt x="122212" y="8215"/>
                  <a:pt x="108815" y="8215"/>
                </a:cubicBezTo>
                <a:cubicBezTo>
                  <a:pt x="105950" y="8215"/>
                  <a:pt x="102875" y="8763"/>
                  <a:pt x="99631" y="10091"/>
                </a:cubicBezTo>
                <a:cubicBezTo>
                  <a:pt x="93778" y="12488"/>
                  <a:pt x="87492" y="14982"/>
                  <a:pt x="78789" y="14982"/>
                </a:cubicBezTo>
                <a:cubicBezTo>
                  <a:pt x="69901" y="14982"/>
                  <a:pt x="58491" y="12380"/>
                  <a:pt x="42447" y="4415"/>
                </a:cubicBezTo>
                <a:cubicBezTo>
                  <a:pt x="36095" y="1262"/>
                  <a:pt x="30587" y="1"/>
                  <a:pt x="258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7"/>
          <p:cNvSpPr/>
          <p:nvPr/>
        </p:nvSpPr>
        <p:spPr>
          <a:xfrm rot="5400000">
            <a:off x="-1210600" y="1210638"/>
            <a:ext cx="2862100" cy="440825"/>
          </a:xfrm>
          <a:custGeom>
            <a:avLst/>
            <a:gdLst/>
            <a:ahLst/>
            <a:cxnLst/>
            <a:rect l="l" t="t" r="r" b="b"/>
            <a:pathLst>
              <a:path w="114484" h="17633" extrusionOk="0">
                <a:moveTo>
                  <a:pt x="22578" y="1"/>
                </a:moveTo>
                <a:cubicBezTo>
                  <a:pt x="5980" y="1"/>
                  <a:pt x="1" y="17632"/>
                  <a:pt x="1" y="17632"/>
                </a:cubicBezTo>
                <a:lnTo>
                  <a:pt x="114484" y="17632"/>
                </a:lnTo>
                <a:cubicBezTo>
                  <a:pt x="114484" y="17632"/>
                  <a:pt x="106791" y="7178"/>
                  <a:pt x="95085" y="7178"/>
                </a:cubicBezTo>
                <a:cubicBezTo>
                  <a:pt x="92581" y="7178"/>
                  <a:pt x="89894" y="7656"/>
                  <a:pt x="87059" y="8817"/>
                </a:cubicBezTo>
                <a:cubicBezTo>
                  <a:pt x="81944" y="10911"/>
                  <a:pt x="76451" y="13091"/>
                  <a:pt x="68846" y="13091"/>
                </a:cubicBezTo>
                <a:cubicBezTo>
                  <a:pt x="61079" y="13091"/>
                  <a:pt x="51110" y="10817"/>
                  <a:pt x="37090" y="3858"/>
                </a:cubicBezTo>
                <a:cubicBezTo>
                  <a:pt x="31541" y="1103"/>
                  <a:pt x="26727" y="1"/>
                  <a:pt x="225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5"/>
        <p:cNvGrpSpPr/>
        <p:nvPr/>
      </p:nvGrpSpPr>
      <p:grpSpPr>
        <a:xfrm>
          <a:off x="0" y="0"/>
          <a:ext cx="0" cy="0"/>
          <a:chOff x="0" y="0"/>
          <a:chExt cx="0" cy="0"/>
        </a:xfrm>
      </p:grpSpPr>
      <p:sp>
        <p:nvSpPr>
          <p:cNvPr id="56" name="Google Shape;56;p8"/>
          <p:cNvSpPr txBox="1">
            <a:spLocks noGrp="1"/>
          </p:cNvSpPr>
          <p:nvPr>
            <p:ph type="title"/>
          </p:nvPr>
        </p:nvSpPr>
        <p:spPr>
          <a:xfrm>
            <a:off x="1792800" y="1217250"/>
            <a:ext cx="5558400" cy="2709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8200"/>
              <a:buNone/>
              <a:defRPr sz="5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sp>
        <p:nvSpPr>
          <p:cNvPr id="57" name="Google Shape;57;p8"/>
          <p:cNvSpPr/>
          <p:nvPr/>
        </p:nvSpPr>
        <p:spPr>
          <a:xfrm rot="10800000" flipH="1">
            <a:off x="9" y="4088013"/>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flipH="1">
            <a:off x="5445834" y="615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8"/>
          <p:cNvSpPr/>
          <p:nvPr/>
        </p:nvSpPr>
        <p:spPr>
          <a:xfrm>
            <a:off x="2" y="0"/>
            <a:ext cx="1813093" cy="1842725"/>
          </a:xfrm>
          <a:custGeom>
            <a:avLst/>
            <a:gdLst/>
            <a:ahLst/>
            <a:cxnLst/>
            <a:rect l="l" t="t" r="r" b="b"/>
            <a:pathLst>
              <a:path w="43689" h="44403" extrusionOk="0">
                <a:moveTo>
                  <a:pt x="0" y="1"/>
                </a:moveTo>
                <a:lnTo>
                  <a:pt x="0" y="44403"/>
                </a:lnTo>
                <a:cubicBezTo>
                  <a:pt x="0" y="44403"/>
                  <a:pt x="1" y="44403"/>
                  <a:pt x="3" y="44403"/>
                </a:cubicBezTo>
                <a:cubicBezTo>
                  <a:pt x="242" y="44403"/>
                  <a:pt x="14099" y="44366"/>
                  <a:pt x="14761" y="35934"/>
                </a:cubicBezTo>
                <a:cubicBezTo>
                  <a:pt x="15429" y="27428"/>
                  <a:pt x="12315" y="24926"/>
                  <a:pt x="18544" y="20639"/>
                </a:cubicBezTo>
                <a:cubicBezTo>
                  <a:pt x="24775" y="16351"/>
                  <a:pt x="43688" y="13774"/>
                  <a:pt x="385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8"/>
          <p:cNvSpPr/>
          <p:nvPr/>
        </p:nvSpPr>
        <p:spPr>
          <a:xfrm rot="10800000">
            <a:off x="7597553" y="3246200"/>
            <a:ext cx="1546456" cy="1897297"/>
          </a:xfrm>
          <a:custGeom>
            <a:avLst/>
            <a:gdLst/>
            <a:ahLst/>
            <a:cxnLst/>
            <a:rect l="l" t="t" r="r" b="b"/>
            <a:pathLst>
              <a:path w="37264" h="45718" extrusionOk="0">
                <a:moveTo>
                  <a:pt x="0" y="1"/>
                </a:moveTo>
                <a:lnTo>
                  <a:pt x="0" y="45718"/>
                </a:lnTo>
                <a:cubicBezTo>
                  <a:pt x="0" y="45718"/>
                  <a:pt x="1" y="45718"/>
                  <a:pt x="3" y="45718"/>
                </a:cubicBezTo>
                <a:cubicBezTo>
                  <a:pt x="219" y="45718"/>
                  <a:pt x="12696" y="45680"/>
                  <a:pt x="13245" y="36960"/>
                </a:cubicBezTo>
                <a:cubicBezTo>
                  <a:pt x="13798" y="28165"/>
                  <a:pt x="11214" y="25578"/>
                  <a:pt x="16386" y="21144"/>
                </a:cubicBezTo>
                <a:cubicBezTo>
                  <a:pt x="21559" y="16709"/>
                  <a:pt x="37264" y="14243"/>
                  <a:pt x="33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6711000" y="2091980"/>
            <a:ext cx="2433003" cy="3047115"/>
          </a:xfrm>
          <a:custGeom>
            <a:avLst/>
            <a:gdLst/>
            <a:ahLst/>
            <a:cxnLst/>
            <a:rect l="l" t="t" r="r" b="b"/>
            <a:pathLst>
              <a:path w="37986" h="47574" extrusionOk="0">
                <a:moveTo>
                  <a:pt x="37985" y="1"/>
                </a:moveTo>
                <a:cubicBezTo>
                  <a:pt x="37985" y="1"/>
                  <a:pt x="25293" y="1820"/>
                  <a:pt x="24740" y="10614"/>
                </a:cubicBezTo>
                <a:cubicBezTo>
                  <a:pt x="24185" y="19410"/>
                  <a:pt x="26773" y="21995"/>
                  <a:pt x="21599" y="26430"/>
                </a:cubicBezTo>
                <a:cubicBezTo>
                  <a:pt x="16426" y="30865"/>
                  <a:pt x="0" y="33330"/>
                  <a:pt x="4250" y="47574"/>
                </a:cubicBezTo>
                <a:lnTo>
                  <a:pt x="37986" y="47574"/>
                </a:lnTo>
                <a:lnTo>
                  <a:pt x="379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9"/>
          <p:cNvSpPr txBox="1">
            <a:spLocks noGrp="1"/>
          </p:cNvSpPr>
          <p:nvPr>
            <p:ph type="subTitle" idx="1"/>
          </p:nvPr>
        </p:nvSpPr>
        <p:spPr>
          <a:xfrm>
            <a:off x="720000" y="2271600"/>
            <a:ext cx="4644000" cy="14160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Medium"/>
              <a:buNone/>
              <a:defRPr sz="16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endParaRPr/>
          </a:p>
        </p:txBody>
      </p:sp>
      <p:sp>
        <p:nvSpPr>
          <p:cNvPr id="64" name="Google Shape;64;p9"/>
          <p:cNvSpPr txBox="1">
            <a:spLocks noGrp="1"/>
          </p:cNvSpPr>
          <p:nvPr>
            <p:ph type="title"/>
          </p:nvPr>
        </p:nvSpPr>
        <p:spPr>
          <a:xfrm>
            <a:off x="720000" y="1455900"/>
            <a:ext cx="4644000" cy="815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1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5" name="Google Shape;65;p9"/>
          <p:cNvSpPr/>
          <p:nvPr/>
        </p:nvSpPr>
        <p:spPr>
          <a:xfrm flipH="1">
            <a:off x="4736150" y="0"/>
            <a:ext cx="4407850" cy="1041925"/>
          </a:xfrm>
          <a:custGeom>
            <a:avLst/>
            <a:gdLst/>
            <a:ahLst/>
            <a:cxnLst/>
            <a:rect l="l" t="t" r="r" b="b"/>
            <a:pathLst>
              <a:path w="176314" h="41677" extrusionOk="0">
                <a:moveTo>
                  <a:pt x="1" y="0"/>
                </a:moveTo>
                <a:lnTo>
                  <a:pt x="1" y="26973"/>
                </a:lnTo>
                <a:cubicBezTo>
                  <a:pt x="1" y="26973"/>
                  <a:pt x="7504" y="41676"/>
                  <a:pt x="29031" y="41676"/>
                </a:cubicBezTo>
                <a:cubicBezTo>
                  <a:pt x="34143" y="41676"/>
                  <a:pt x="40047" y="40847"/>
                  <a:pt x="46829" y="38794"/>
                </a:cubicBezTo>
                <a:cubicBezTo>
                  <a:pt x="77849" y="29407"/>
                  <a:pt x="87280" y="14815"/>
                  <a:pt x="111927" y="14815"/>
                </a:cubicBezTo>
                <a:cubicBezTo>
                  <a:pt x="115359" y="14815"/>
                  <a:pt x="119085" y="15098"/>
                  <a:pt x="123205" y="15717"/>
                </a:cubicBezTo>
                <a:cubicBezTo>
                  <a:pt x="126869" y="16267"/>
                  <a:pt x="130363" y="16513"/>
                  <a:pt x="133681" y="16513"/>
                </a:cubicBezTo>
                <a:cubicBezTo>
                  <a:pt x="160908" y="16513"/>
                  <a:pt x="176314" y="0"/>
                  <a:pt x="176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9"/>
          <p:cNvSpPr/>
          <p:nvPr/>
        </p:nvSpPr>
        <p:spPr>
          <a:xfrm flipH="1">
            <a:off x="5445825" y="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9"/>
          <p:cNvSpPr/>
          <p:nvPr/>
        </p:nvSpPr>
        <p:spPr>
          <a:xfrm rot="5400000">
            <a:off x="1350050" y="2703450"/>
            <a:ext cx="1099950" cy="3800075"/>
          </a:xfrm>
          <a:custGeom>
            <a:avLst/>
            <a:gdLst/>
            <a:ahLst/>
            <a:cxnLst/>
            <a:rect l="l" t="t" r="r" b="b"/>
            <a:pathLst>
              <a:path w="43998" h="152003" extrusionOk="0">
                <a:moveTo>
                  <a:pt x="43615" y="0"/>
                </a:moveTo>
                <a:cubicBezTo>
                  <a:pt x="43615" y="0"/>
                  <a:pt x="16366" y="17346"/>
                  <a:pt x="22729" y="41629"/>
                </a:cubicBezTo>
                <a:cubicBezTo>
                  <a:pt x="29096" y="65911"/>
                  <a:pt x="43997" y="70379"/>
                  <a:pt x="22000" y="100808"/>
                </a:cubicBezTo>
                <a:cubicBezTo>
                  <a:pt x="1" y="131235"/>
                  <a:pt x="43615" y="152002"/>
                  <a:pt x="43615" y="152002"/>
                </a:cubicBezTo>
                <a:lnTo>
                  <a:pt x="436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9"/>
          <p:cNvSpPr/>
          <p:nvPr/>
        </p:nvSpPr>
        <p:spPr>
          <a:xfrm rot="5400000">
            <a:off x="1282425" y="3051700"/>
            <a:ext cx="819325" cy="3384200"/>
          </a:xfrm>
          <a:custGeom>
            <a:avLst/>
            <a:gdLst/>
            <a:ahLst/>
            <a:cxnLst/>
            <a:rect l="l" t="t" r="r" b="b"/>
            <a:pathLst>
              <a:path w="32773" h="135368" extrusionOk="0">
                <a:moveTo>
                  <a:pt x="32773" y="0"/>
                </a:moveTo>
                <a:lnTo>
                  <a:pt x="32773" y="0"/>
                </a:lnTo>
                <a:cubicBezTo>
                  <a:pt x="32772" y="1"/>
                  <a:pt x="12156" y="14749"/>
                  <a:pt x="16884" y="36501"/>
                </a:cubicBezTo>
                <a:cubicBezTo>
                  <a:pt x="21613" y="58253"/>
                  <a:pt x="32684" y="62255"/>
                  <a:pt x="16343" y="89509"/>
                </a:cubicBezTo>
                <a:cubicBezTo>
                  <a:pt x="1" y="116766"/>
                  <a:pt x="32401" y="135367"/>
                  <a:pt x="32401" y="135367"/>
                </a:cubicBezTo>
                <a:lnTo>
                  <a:pt x="327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9"/>
          <p:cNvSpPr/>
          <p:nvPr/>
        </p:nvSpPr>
        <p:spPr>
          <a:xfrm rot="5400000">
            <a:off x="-1385450" y="1641238"/>
            <a:ext cx="3275400" cy="504525"/>
          </a:xfrm>
          <a:custGeom>
            <a:avLst/>
            <a:gdLst/>
            <a:ahLst/>
            <a:cxnLst/>
            <a:rect l="l" t="t" r="r" b="b"/>
            <a:pathLst>
              <a:path w="131016" h="20181" extrusionOk="0">
                <a:moveTo>
                  <a:pt x="25838" y="1"/>
                </a:moveTo>
                <a:cubicBezTo>
                  <a:pt x="6842" y="1"/>
                  <a:pt x="0" y="20178"/>
                  <a:pt x="0" y="20178"/>
                </a:cubicBezTo>
                <a:lnTo>
                  <a:pt x="0" y="20181"/>
                </a:lnTo>
                <a:lnTo>
                  <a:pt x="131016" y="20181"/>
                </a:lnTo>
                <a:cubicBezTo>
                  <a:pt x="131016" y="20181"/>
                  <a:pt x="122212" y="8215"/>
                  <a:pt x="108815" y="8215"/>
                </a:cubicBezTo>
                <a:cubicBezTo>
                  <a:pt x="105950" y="8215"/>
                  <a:pt x="102875" y="8763"/>
                  <a:pt x="99631" y="10091"/>
                </a:cubicBezTo>
                <a:cubicBezTo>
                  <a:pt x="93778" y="12488"/>
                  <a:pt x="87492" y="14982"/>
                  <a:pt x="78789" y="14982"/>
                </a:cubicBezTo>
                <a:cubicBezTo>
                  <a:pt x="69901" y="14982"/>
                  <a:pt x="58491" y="12380"/>
                  <a:pt x="42447" y="4415"/>
                </a:cubicBezTo>
                <a:cubicBezTo>
                  <a:pt x="36095" y="1262"/>
                  <a:pt x="30587" y="1"/>
                  <a:pt x="258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9"/>
          <p:cNvSpPr/>
          <p:nvPr/>
        </p:nvSpPr>
        <p:spPr>
          <a:xfrm rot="5400000">
            <a:off x="-1210600" y="1210638"/>
            <a:ext cx="2862100" cy="440825"/>
          </a:xfrm>
          <a:custGeom>
            <a:avLst/>
            <a:gdLst/>
            <a:ahLst/>
            <a:cxnLst/>
            <a:rect l="l" t="t" r="r" b="b"/>
            <a:pathLst>
              <a:path w="114484" h="17633" extrusionOk="0">
                <a:moveTo>
                  <a:pt x="22578" y="1"/>
                </a:moveTo>
                <a:cubicBezTo>
                  <a:pt x="5980" y="1"/>
                  <a:pt x="1" y="17632"/>
                  <a:pt x="1" y="17632"/>
                </a:cubicBezTo>
                <a:lnTo>
                  <a:pt x="114484" y="17632"/>
                </a:lnTo>
                <a:cubicBezTo>
                  <a:pt x="114484" y="17632"/>
                  <a:pt x="106791" y="7178"/>
                  <a:pt x="95085" y="7178"/>
                </a:cubicBezTo>
                <a:cubicBezTo>
                  <a:pt x="92581" y="7178"/>
                  <a:pt x="89894" y="7656"/>
                  <a:pt x="87059" y="8817"/>
                </a:cubicBezTo>
                <a:cubicBezTo>
                  <a:pt x="81944" y="10911"/>
                  <a:pt x="76451" y="13091"/>
                  <a:pt x="68846" y="13091"/>
                </a:cubicBezTo>
                <a:cubicBezTo>
                  <a:pt x="61079" y="13091"/>
                  <a:pt x="51110" y="10817"/>
                  <a:pt x="37090" y="3858"/>
                </a:cubicBezTo>
                <a:cubicBezTo>
                  <a:pt x="31541" y="1103"/>
                  <a:pt x="26727" y="1"/>
                  <a:pt x="225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846000" y="3591000"/>
            <a:ext cx="4068000" cy="923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2400">
                <a:solidFill>
                  <a:schemeClr val="accent5"/>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73" name="Google Shape;73;p10"/>
          <p:cNvSpPr/>
          <p:nvPr/>
        </p:nvSpPr>
        <p:spPr>
          <a:xfrm rot="10800000">
            <a:off x="5445825" y="4088013"/>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0"/>
          <p:cNvSpPr/>
          <p:nvPr/>
        </p:nvSpPr>
        <p:spPr>
          <a:xfrm rot="5400000">
            <a:off x="6683100" y="3051700"/>
            <a:ext cx="819325" cy="3384200"/>
          </a:xfrm>
          <a:custGeom>
            <a:avLst/>
            <a:gdLst/>
            <a:ahLst/>
            <a:cxnLst/>
            <a:rect l="l" t="t" r="r" b="b"/>
            <a:pathLst>
              <a:path w="32773" h="135368" extrusionOk="0">
                <a:moveTo>
                  <a:pt x="32773" y="0"/>
                </a:moveTo>
                <a:lnTo>
                  <a:pt x="32773" y="0"/>
                </a:lnTo>
                <a:cubicBezTo>
                  <a:pt x="32772" y="1"/>
                  <a:pt x="12156" y="14749"/>
                  <a:pt x="16884" y="36501"/>
                </a:cubicBezTo>
                <a:cubicBezTo>
                  <a:pt x="21613" y="58253"/>
                  <a:pt x="32684" y="62255"/>
                  <a:pt x="16343" y="89509"/>
                </a:cubicBezTo>
                <a:cubicBezTo>
                  <a:pt x="1" y="116766"/>
                  <a:pt x="32401" y="135367"/>
                  <a:pt x="32401" y="135367"/>
                </a:cubicBezTo>
                <a:lnTo>
                  <a:pt x="327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0"/>
          <p:cNvSpPr/>
          <p:nvPr/>
        </p:nvSpPr>
        <p:spPr>
          <a:xfrm rot="5400000">
            <a:off x="-1385450" y="1647375"/>
            <a:ext cx="3275400" cy="504525"/>
          </a:xfrm>
          <a:custGeom>
            <a:avLst/>
            <a:gdLst/>
            <a:ahLst/>
            <a:cxnLst/>
            <a:rect l="l" t="t" r="r" b="b"/>
            <a:pathLst>
              <a:path w="131016" h="20181" extrusionOk="0">
                <a:moveTo>
                  <a:pt x="25838" y="1"/>
                </a:moveTo>
                <a:cubicBezTo>
                  <a:pt x="6842" y="1"/>
                  <a:pt x="0" y="20178"/>
                  <a:pt x="0" y="20178"/>
                </a:cubicBezTo>
                <a:lnTo>
                  <a:pt x="0" y="20181"/>
                </a:lnTo>
                <a:lnTo>
                  <a:pt x="131016" y="20181"/>
                </a:lnTo>
                <a:cubicBezTo>
                  <a:pt x="131016" y="20181"/>
                  <a:pt x="122212" y="8215"/>
                  <a:pt x="108815" y="8215"/>
                </a:cubicBezTo>
                <a:cubicBezTo>
                  <a:pt x="105950" y="8215"/>
                  <a:pt x="102875" y="8763"/>
                  <a:pt x="99631" y="10091"/>
                </a:cubicBezTo>
                <a:cubicBezTo>
                  <a:pt x="93778" y="12488"/>
                  <a:pt x="87492" y="14982"/>
                  <a:pt x="78789" y="14982"/>
                </a:cubicBezTo>
                <a:cubicBezTo>
                  <a:pt x="69901" y="14982"/>
                  <a:pt x="58491" y="12380"/>
                  <a:pt x="42447" y="4415"/>
                </a:cubicBezTo>
                <a:cubicBezTo>
                  <a:pt x="36095" y="1262"/>
                  <a:pt x="30587" y="1"/>
                  <a:pt x="258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0"/>
          <p:cNvSpPr/>
          <p:nvPr/>
        </p:nvSpPr>
        <p:spPr>
          <a:xfrm rot="5400000">
            <a:off x="-1210600" y="1216775"/>
            <a:ext cx="2862100" cy="440825"/>
          </a:xfrm>
          <a:custGeom>
            <a:avLst/>
            <a:gdLst/>
            <a:ahLst/>
            <a:cxnLst/>
            <a:rect l="l" t="t" r="r" b="b"/>
            <a:pathLst>
              <a:path w="114484" h="17633" extrusionOk="0">
                <a:moveTo>
                  <a:pt x="22578" y="1"/>
                </a:moveTo>
                <a:cubicBezTo>
                  <a:pt x="5980" y="1"/>
                  <a:pt x="1" y="17632"/>
                  <a:pt x="1" y="17632"/>
                </a:cubicBezTo>
                <a:lnTo>
                  <a:pt x="114484" y="17632"/>
                </a:lnTo>
                <a:cubicBezTo>
                  <a:pt x="114484" y="17632"/>
                  <a:pt x="106791" y="7178"/>
                  <a:pt x="95085" y="7178"/>
                </a:cubicBezTo>
                <a:cubicBezTo>
                  <a:pt x="92581" y="7178"/>
                  <a:pt x="89894" y="7656"/>
                  <a:pt x="87059" y="8817"/>
                </a:cubicBezTo>
                <a:cubicBezTo>
                  <a:pt x="81944" y="10911"/>
                  <a:pt x="76451" y="13091"/>
                  <a:pt x="68846" y="13091"/>
                </a:cubicBezTo>
                <a:cubicBezTo>
                  <a:pt x="61079" y="13091"/>
                  <a:pt x="51110" y="10817"/>
                  <a:pt x="37090" y="3858"/>
                </a:cubicBezTo>
                <a:cubicBezTo>
                  <a:pt x="31541" y="1103"/>
                  <a:pt x="26727" y="1"/>
                  <a:pt x="225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7"/>
        <p:cNvGrpSpPr/>
        <p:nvPr/>
      </p:nvGrpSpPr>
      <p:grpSpPr>
        <a:xfrm>
          <a:off x="0" y="0"/>
          <a:ext cx="0" cy="0"/>
          <a:chOff x="0" y="0"/>
          <a:chExt cx="0" cy="0"/>
        </a:xfrm>
      </p:grpSpPr>
      <p:sp>
        <p:nvSpPr>
          <p:cNvPr id="78" name="Google Shape;78;p11"/>
          <p:cNvSpPr/>
          <p:nvPr/>
        </p:nvSpPr>
        <p:spPr>
          <a:xfrm>
            <a:off x="6711000" y="2091980"/>
            <a:ext cx="2433003" cy="3047115"/>
          </a:xfrm>
          <a:custGeom>
            <a:avLst/>
            <a:gdLst/>
            <a:ahLst/>
            <a:cxnLst/>
            <a:rect l="l" t="t" r="r" b="b"/>
            <a:pathLst>
              <a:path w="37986" h="47574" extrusionOk="0">
                <a:moveTo>
                  <a:pt x="37985" y="1"/>
                </a:moveTo>
                <a:cubicBezTo>
                  <a:pt x="37985" y="1"/>
                  <a:pt x="25293" y="1820"/>
                  <a:pt x="24740" y="10614"/>
                </a:cubicBezTo>
                <a:cubicBezTo>
                  <a:pt x="24185" y="19410"/>
                  <a:pt x="26773" y="21995"/>
                  <a:pt x="21599" y="26430"/>
                </a:cubicBezTo>
                <a:cubicBezTo>
                  <a:pt x="16426" y="30865"/>
                  <a:pt x="0" y="33330"/>
                  <a:pt x="4250" y="47574"/>
                </a:cubicBezTo>
                <a:lnTo>
                  <a:pt x="37986" y="47574"/>
                </a:lnTo>
                <a:lnTo>
                  <a:pt x="379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1"/>
          <p:cNvSpPr/>
          <p:nvPr/>
        </p:nvSpPr>
        <p:spPr>
          <a:xfrm flipH="1">
            <a:off x="4736150" y="0"/>
            <a:ext cx="4407850" cy="1041925"/>
          </a:xfrm>
          <a:custGeom>
            <a:avLst/>
            <a:gdLst/>
            <a:ahLst/>
            <a:cxnLst/>
            <a:rect l="l" t="t" r="r" b="b"/>
            <a:pathLst>
              <a:path w="176314" h="41677" extrusionOk="0">
                <a:moveTo>
                  <a:pt x="1" y="0"/>
                </a:moveTo>
                <a:lnTo>
                  <a:pt x="1" y="26973"/>
                </a:lnTo>
                <a:cubicBezTo>
                  <a:pt x="1" y="26973"/>
                  <a:pt x="7504" y="41676"/>
                  <a:pt x="29031" y="41676"/>
                </a:cubicBezTo>
                <a:cubicBezTo>
                  <a:pt x="34143" y="41676"/>
                  <a:pt x="40047" y="40847"/>
                  <a:pt x="46829" y="38794"/>
                </a:cubicBezTo>
                <a:cubicBezTo>
                  <a:pt x="77849" y="29407"/>
                  <a:pt x="87280" y="14815"/>
                  <a:pt x="111927" y="14815"/>
                </a:cubicBezTo>
                <a:cubicBezTo>
                  <a:pt x="115359" y="14815"/>
                  <a:pt x="119085" y="15098"/>
                  <a:pt x="123205" y="15717"/>
                </a:cubicBezTo>
                <a:cubicBezTo>
                  <a:pt x="126869" y="16267"/>
                  <a:pt x="130363" y="16513"/>
                  <a:pt x="133681" y="16513"/>
                </a:cubicBezTo>
                <a:cubicBezTo>
                  <a:pt x="160908" y="16513"/>
                  <a:pt x="176314" y="0"/>
                  <a:pt x="176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1"/>
          <p:cNvSpPr/>
          <p:nvPr/>
        </p:nvSpPr>
        <p:spPr>
          <a:xfrm flipH="1">
            <a:off x="5445825" y="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1"/>
          <p:cNvSpPr/>
          <p:nvPr/>
        </p:nvSpPr>
        <p:spPr>
          <a:xfrm rot="5400000">
            <a:off x="1350050" y="2703450"/>
            <a:ext cx="1099950" cy="3800075"/>
          </a:xfrm>
          <a:custGeom>
            <a:avLst/>
            <a:gdLst/>
            <a:ahLst/>
            <a:cxnLst/>
            <a:rect l="l" t="t" r="r" b="b"/>
            <a:pathLst>
              <a:path w="43998" h="152003" extrusionOk="0">
                <a:moveTo>
                  <a:pt x="43615" y="0"/>
                </a:moveTo>
                <a:cubicBezTo>
                  <a:pt x="43615" y="0"/>
                  <a:pt x="16366" y="17346"/>
                  <a:pt x="22729" y="41629"/>
                </a:cubicBezTo>
                <a:cubicBezTo>
                  <a:pt x="29096" y="65911"/>
                  <a:pt x="43997" y="70379"/>
                  <a:pt x="22000" y="100808"/>
                </a:cubicBezTo>
                <a:cubicBezTo>
                  <a:pt x="1" y="131235"/>
                  <a:pt x="43615" y="152002"/>
                  <a:pt x="43615" y="152002"/>
                </a:cubicBezTo>
                <a:lnTo>
                  <a:pt x="436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1"/>
          <p:cNvSpPr/>
          <p:nvPr/>
        </p:nvSpPr>
        <p:spPr>
          <a:xfrm rot="5400000">
            <a:off x="1282425" y="3051700"/>
            <a:ext cx="819325" cy="3384200"/>
          </a:xfrm>
          <a:custGeom>
            <a:avLst/>
            <a:gdLst/>
            <a:ahLst/>
            <a:cxnLst/>
            <a:rect l="l" t="t" r="r" b="b"/>
            <a:pathLst>
              <a:path w="32773" h="135368" extrusionOk="0">
                <a:moveTo>
                  <a:pt x="32773" y="0"/>
                </a:moveTo>
                <a:lnTo>
                  <a:pt x="32773" y="0"/>
                </a:lnTo>
                <a:cubicBezTo>
                  <a:pt x="32772" y="1"/>
                  <a:pt x="12156" y="14749"/>
                  <a:pt x="16884" y="36501"/>
                </a:cubicBezTo>
                <a:cubicBezTo>
                  <a:pt x="21613" y="58253"/>
                  <a:pt x="32684" y="62255"/>
                  <a:pt x="16343" y="89509"/>
                </a:cubicBezTo>
                <a:cubicBezTo>
                  <a:pt x="1" y="116766"/>
                  <a:pt x="32401" y="135367"/>
                  <a:pt x="32401" y="135367"/>
                </a:cubicBezTo>
                <a:lnTo>
                  <a:pt x="327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1"/>
          <p:cNvSpPr/>
          <p:nvPr/>
        </p:nvSpPr>
        <p:spPr>
          <a:xfrm rot="5400000">
            <a:off x="-1385450" y="1641238"/>
            <a:ext cx="3275400" cy="504525"/>
          </a:xfrm>
          <a:custGeom>
            <a:avLst/>
            <a:gdLst/>
            <a:ahLst/>
            <a:cxnLst/>
            <a:rect l="l" t="t" r="r" b="b"/>
            <a:pathLst>
              <a:path w="131016" h="20181" extrusionOk="0">
                <a:moveTo>
                  <a:pt x="25838" y="1"/>
                </a:moveTo>
                <a:cubicBezTo>
                  <a:pt x="6842" y="1"/>
                  <a:pt x="0" y="20178"/>
                  <a:pt x="0" y="20178"/>
                </a:cubicBezTo>
                <a:lnTo>
                  <a:pt x="0" y="20181"/>
                </a:lnTo>
                <a:lnTo>
                  <a:pt x="131016" y="20181"/>
                </a:lnTo>
                <a:cubicBezTo>
                  <a:pt x="131016" y="20181"/>
                  <a:pt x="122212" y="8215"/>
                  <a:pt x="108815" y="8215"/>
                </a:cubicBezTo>
                <a:cubicBezTo>
                  <a:pt x="105950" y="8215"/>
                  <a:pt x="102875" y="8763"/>
                  <a:pt x="99631" y="10091"/>
                </a:cubicBezTo>
                <a:cubicBezTo>
                  <a:pt x="93778" y="12488"/>
                  <a:pt x="87492" y="14982"/>
                  <a:pt x="78789" y="14982"/>
                </a:cubicBezTo>
                <a:cubicBezTo>
                  <a:pt x="69901" y="14982"/>
                  <a:pt x="58491" y="12380"/>
                  <a:pt x="42447" y="4415"/>
                </a:cubicBezTo>
                <a:cubicBezTo>
                  <a:pt x="36095" y="1262"/>
                  <a:pt x="30587" y="1"/>
                  <a:pt x="258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1"/>
          <p:cNvSpPr/>
          <p:nvPr/>
        </p:nvSpPr>
        <p:spPr>
          <a:xfrm rot="5400000">
            <a:off x="-1210600" y="1210638"/>
            <a:ext cx="2862100" cy="440825"/>
          </a:xfrm>
          <a:custGeom>
            <a:avLst/>
            <a:gdLst/>
            <a:ahLst/>
            <a:cxnLst/>
            <a:rect l="l" t="t" r="r" b="b"/>
            <a:pathLst>
              <a:path w="114484" h="17633" extrusionOk="0">
                <a:moveTo>
                  <a:pt x="22578" y="1"/>
                </a:moveTo>
                <a:cubicBezTo>
                  <a:pt x="5980" y="1"/>
                  <a:pt x="1" y="17632"/>
                  <a:pt x="1" y="17632"/>
                </a:cubicBezTo>
                <a:lnTo>
                  <a:pt x="114484" y="17632"/>
                </a:lnTo>
                <a:cubicBezTo>
                  <a:pt x="114484" y="17632"/>
                  <a:pt x="106791" y="7178"/>
                  <a:pt x="95085" y="7178"/>
                </a:cubicBezTo>
                <a:cubicBezTo>
                  <a:pt x="92581" y="7178"/>
                  <a:pt x="89894" y="7656"/>
                  <a:pt x="87059" y="8817"/>
                </a:cubicBezTo>
                <a:cubicBezTo>
                  <a:pt x="81944" y="10911"/>
                  <a:pt x="76451" y="13091"/>
                  <a:pt x="68846" y="13091"/>
                </a:cubicBezTo>
                <a:cubicBezTo>
                  <a:pt x="61079" y="13091"/>
                  <a:pt x="51110" y="10817"/>
                  <a:pt x="37090" y="3858"/>
                </a:cubicBezTo>
                <a:cubicBezTo>
                  <a:pt x="31541" y="1103"/>
                  <a:pt x="26727" y="1"/>
                  <a:pt x="225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1"/>
          <p:cNvSpPr txBox="1">
            <a:spLocks noGrp="1"/>
          </p:cNvSpPr>
          <p:nvPr>
            <p:ph type="title" hasCustomPrompt="1"/>
          </p:nvPr>
        </p:nvSpPr>
        <p:spPr>
          <a:xfrm>
            <a:off x="720000" y="1494300"/>
            <a:ext cx="5400000" cy="1723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0000"/>
              <a:buNone/>
              <a:defRPr sz="100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86" name="Google Shape;86;p11"/>
          <p:cNvSpPr txBox="1">
            <a:spLocks noGrp="1"/>
          </p:cNvSpPr>
          <p:nvPr>
            <p:ph type="subTitle" idx="1"/>
          </p:nvPr>
        </p:nvSpPr>
        <p:spPr>
          <a:xfrm>
            <a:off x="720000" y="3218100"/>
            <a:ext cx="5400000" cy="4311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600"/>
              <a:buFont typeface="Montserrat Medium"/>
              <a:buNone/>
              <a:defRPr sz="16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600"/>
              <a:buNone/>
              <a:defRPr sz="1600">
                <a:solidFill>
                  <a:schemeClr val="dk1"/>
                </a:solidFill>
              </a:defRPr>
            </a:lvl2pPr>
            <a:lvl3pPr lvl="2" algn="ctr" rtl="0">
              <a:lnSpc>
                <a:spcPct val="100000"/>
              </a:lnSpc>
              <a:spcBef>
                <a:spcPts val="0"/>
              </a:spcBef>
              <a:spcAft>
                <a:spcPts val="0"/>
              </a:spcAft>
              <a:buClr>
                <a:schemeClr val="dk1"/>
              </a:buClr>
              <a:buSzPts val="1600"/>
              <a:buNone/>
              <a:defRPr sz="1600">
                <a:solidFill>
                  <a:schemeClr val="dk1"/>
                </a:solidFill>
              </a:defRPr>
            </a:lvl3pPr>
            <a:lvl4pPr lvl="3" algn="ctr" rtl="0">
              <a:lnSpc>
                <a:spcPct val="100000"/>
              </a:lnSpc>
              <a:spcBef>
                <a:spcPts val="0"/>
              </a:spcBef>
              <a:spcAft>
                <a:spcPts val="0"/>
              </a:spcAft>
              <a:buClr>
                <a:schemeClr val="dk1"/>
              </a:buClr>
              <a:buSzPts val="1600"/>
              <a:buNone/>
              <a:defRPr sz="1600">
                <a:solidFill>
                  <a:schemeClr val="dk1"/>
                </a:solidFill>
              </a:defRPr>
            </a:lvl4pPr>
            <a:lvl5pPr lvl="4" algn="ctr" rtl="0">
              <a:lnSpc>
                <a:spcPct val="100000"/>
              </a:lnSpc>
              <a:spcBef>
                <a:spcPts val="0"/>
              </a:spcBef>
              <a:spcAft>
                <a:spcPts val="0"/>
              </a:spcAft>
              <a:buClr>
                <a:schemeClr val="dk1"/>
              </a:buClr>
              <a:buSzPts val="1600"/>
              <a:buNone/>
              <a:defRPr sz="1600">
                <a:solidFill>
                  <a:schemeClr val="dk1"/>
                </a:solidFill>
              </a:defRPr>
            </a:lvl5pPr>
            <a:lvl6pPr lvl="5" algn="ctr" rtl="0">
              <a:lnSpc>
                <a:spcPct val="100000"/>
              </a:lnSpc>
              <a:spcBef>
                <a:spcPts val="0"/>
              </a:spcBef>
              <a:spcAft>
                <a:spcPts val="0"/>
              </a:spcAft>
              <a:buClr>
                <a:schemeClr val="dk1"/>
              </a:buClr>
              <a:buSzPts val="1600"/>
              <a:buNone/>
              <a:defRPr sz="1600">
                <a:solidFill>
                  <a:schemeClr val="dk1"/>
                </a:solidFill>
              </a:defRPr>
            </a:lvl6pPr>
            <a:lvl7pPr lvl="6" algn="ctr" rtl="0">
              <a:lnSpc>
                <a:spcPct val="100000"/>
              </a:lnSpc>
              <a:spcBef>
                <a:spcPts val="0"/>
              </a:spcBef>
              <a:spcAft>
                <a:spcPts val="0"/>
              </a:spcAft>
              <a:buClr>
                <a:schemeClr val="dk1"/>
              </a:buClr>
              <a:buSzPts val="1600"/>
              <a:buNone/>
              <a:defRPr sz="1600">
                <a:solidFill>
                  <a:schemeClr val="dk1"/>
                </a:solidFill>
              </a:defRPr>
            </a:lvl7pPr>
            <a:lvl8pPr lvl="7" algn="ctr" rtl="0">
              <a:lnSpc>
                <a:spcPct val="100000"/>
              </a:lnSpc>
              <a:spcBef>
                <a:spcPts val="0"/>
              </a:spcBef>
              <a:spcAft>
                <a:spcPts val="0"/>
              </a:spcAft>
              <a:buClr>
                <a:schemeClr val="dk1"/>
              </a:buClr>
              <a:buSzPts val="1600"/>
              <a:buNone/>
              <a:defRPr sz="1600">
                <a:solidFill>
                  <a:schemeClr val="dk1"/>
                </a:solidFill>
              </a:defRPr>
            </a:lvl8pPr>
            <a:lvl9pPr lvl="8" algn="ctr" rtl="0">
              <a:lnSpc>
                <a:spcPct val="100000"/>
              </a:lnSpc>
              <a:spcBef>
                <a:spcPts val="0"/>
              </a:spcBef>
              <a:spcAft>
                <a:spcPts val="0"/>
              </a:spcAft>
              <a:buClr>
                <a:schemeClr val="dk1"/>
              </a:buClr>
              <a:buSzPts val="1600"/>
              <a:buNone/>
              <a:defRPr sz="1600">
                <a:solidFill>
                  <a:schemeClr val="dk1"/>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5"/>
        </a:solidFill>
        <a:effectLst/>
      </p:bgPr>
    </p:bg>
    <p:spTree>
      <p:nvGrpSpPr>
        <p:cNvPr id="1" name="Shape 8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_11_1_1">
    <p:spTree>
      <p:nvGrpSpPr>
        <p:cNvPr id="1" name="Shape 88"/>
        <p:cNvGrpSpPr/>
        <p:nvPr/>
      </p:nvGrpSpPr>
      <p:grpSpPr>
        <a:xfrm>
          <a:off x="0" y="0"/>
          <a:ext cx="0" cy="0"/>
          <a:chOff x="0" y="0"/>
          <a:chExt cx="0" cy="0"/>
        </a:xfrm>
      </p:grpSpPr>
      <p:sp>
        <p:nvSpPr>
          <p:cNvPr id="89" name="Google Shape;89;p13"/>
          <p:cNvSpPr/>
          <p:nvPr/>
        </p:nvSpPr>
        <p:spPr>
          <a:xfrm rot="10800000" flipH="1">
            <a:off x="9" y="4088013"/>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3"/>
          <p:cNvSpPr/>
          <p:nvPr/>
        </p:nvSpPr>
        <p:spPr>
          <a:xfrm flipH="1">
            <a:off x="5445834" y="615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3"/>
          <p:cNvSpPr txBox="1">
            <a:spLocks noGrp="1"/>
          </p:cNvSpPr>
          <p:nvPr>
            <p:ph type="title"/>
          </p:nvPr>
        </p:nvSpPr>
        <p:spPr>
          <a:xfrm>
            <a:off x="1529700" y="1172200"/>
            <a:ext cx="45000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2" name="Google Shape;92;p13"/>
          <p:cNvSpPr txBox="1">
            <a:spLocks noGrp="1"/>
          </p:cNvSpPr>
          <p:nvPr>
            <p:ph type="title" idx="2" hasCustomPrompt="1"/>
          </p:nvPr>
        </p:nvSpPr>
        <p:spPr>
          <a:xfrm>
            <a:off x="720000" y="1172200"/>
            <a:ext cx="809700" cy="55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b="1">
                <a:solidFill>
                  <a:schemeClr val="accent5"/>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93" name="Google Shape;93;p13"/>
          <p:cNvSpPr txBox="1">
            <a:spLocks noGrp="1"/>
          </p:cNvSpPr>
          <p:nvPr>
            <p:ph type="subTitle" idx="1"/>
          </p:nvPr>
        </p:nvSpPr>
        <p:spPr>
          <a:xfrm>
            <a:off x="1529700" y="1573900"/>
            <a:ext cx="4500000" cy="4002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94" name="Google Shape;94;p13"/>
          <p:cNvSpPr txBox="1">
            <a:spLocks noGrp="1"/>
          </p:cNvSpPr>
          <p:nvPr>
            <p:ph type="title" idx="3"/>
          </p:nvPr>
        </p:nvSpPr>
        <p:spPr>
          <a:xfrm>
            <a:off x="2328900" y="2023100"/>
            <a:ext cx="45000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5" name="Google Shape;95;p13"/>
          <p:cNvSpPr txBox="1">
            <a:spLocks noGrp="1"/>
          </p:cNvSpPr>
          <p:nvPr>
            <p:ph type="title" idx="4" hasCustomPrompt="1"/>
          </p:nvPr>
        </p:nvSpPr>
        <p:spPr>
          <a:xfrm>
            <a:off x="1519200" y="2023100"/>
            <a:ext cx="809700" cy="55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b="1">
                <a:solidFill>
                  <a:schemeClr val="accent5"/>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96" name="Google Shape;96;p13"/>
          <p:cNvSpPr txBox="1">
            <a:spLocks noGrp="1"/>
          </p:cNvSpPr>
          <p:nvPr>
            <p:ph type="subTitle" idx="5"/>
          </p:nvPr>
        </p:nvSpPr>
        <p:spPr>
          <a:xfrm>
            <a:off x="2328900" y="2424800"/>
            <a:ext cx="4500000" cy="4002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97" name="Google Shape;97;p13"/>
          <p:cNvSpPr txBox="1">
            <a:spLocks noGrp="1"/>
          </p:cNvSpPr>
          <p:nvPr>
            <p:ph type="title" idx="6"/>
          </p:nvPr>
        </p:nvSpPr>
        <p:spPr>
          <a:xfrm>
            <a:off x="3124500" y="2875750"/>
            <a:ext cx="45000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8" name="Google Shape;98;p13"/>
          <p:cNvSpPr txBox="1">
            <a:spLocks noGrp="1"/>
          </p:cNvSpPr>
          <p:nvPr>
            <p:ph type="title" idx="7" hasCustomPrompt="1"/>
          </p:nvPr>
        </p:nvSpPr>
        <p:spPr>
          <a:xfrm>
            <a:off x="2314800" y="2875750"/>
            <a:ext cx="809700" cy="55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b="1">
                <a:solidFill>
                  <a:schemeClr val="accent5"/>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99" name="Google Shape;99;p13"/>
          <p:cNvSpPr txBox="1">
            <a:spLocks noGrp="1"/>
          </p:cNvSpPr>
          <p:nvPr>
            <p:ph type="subTitle" idx="8"/>
          </p:nvPr>
        </p:nvSpPr>
        <p:spPr>
          <a:xfrm>
            <a:off x="3124500" y="3277450"/>
            <a:ext cx="4500000" cy="4002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100" name="Google Shape;100;p13"/>
          <p:cNvSpPr txBox="1">
            <a:spLocks noGrp="1"/>
          </p:cNvSpPr>
          <p:nvPr>
            <p:ph type="title" idx="9"/>
          </p:nvPr>
        </p:nvSpPr>
        <p:spPr>
          <a:xfrm>
            <a:off x="720000" y="540000"/>
            <a:ext cx="7704000" cy="67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1" name="Google Shape;101;p13"/>
          <p:cNvSpPr txBox="1">
            <a:spLocks noGrp="1"/>
          </p:cNvSpPr>
          <p:nvPr>
            <p:ph type="title" idx="13"/>
          </p:nvPr>
        </p:nvSpPr>
        <p:spPr>
          <a:xfrm>
            <a:off x="3923700" y="3725400"/>
            <a:ext cx="45000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2" name="Google Shape;102;p13"/>
          <p:cNvSpPr txBox="1">
            <a:spLocks noGrp="1"/>
          </p:cNvSpPr>
          <p:nvPr>
            <p:ph type="title" idx="14" hasCustomPrompt="1"/>
          </p:nvPr>
        </p:nvSpPr>
        <p:spPr>
          <a:xfrm>
            <a:off x="3114000" y="3725400"/>
            <a:ext cx="809700" cy="55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b="1">
                <a:solidFill>
                  <a:schemeClr val="accent5"/>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03" name="Google Shape;103;p13"/>
          <p:cNvSpPr txBox="1">
            <a:spLocks noGrp="1"/>
          </p:cNvSpPr>
          <p:nvPr>
            <p:ph type="subTitle" idx="15"/>
          </p:nvPr>
        </p:nvSpPr>
        <p:spPr>
          <a:xfrm>
            <a:off x="3923700" y="4127100"/>
            <a:ext cx="4500000" cy="4002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CUSTOM_1">
    <p:spTree>
      <p:nvGrpSpPr>
        <p:cNvPr id="1" name="Shape 104"/>
        <p:cNvGrpSpPr/>
        <p:nvPr/>
      </p:nvGrpSpPr>
      <p:grpSpPr>
        <a:xfrm>
          <a:off x="0" y="0"/>
          <a:ext cx="0" cy="0"/>
          <a:chOff x="0" y="0"/>
          <a:chExt cx="0" cy="0"/>
        </a:xfrm>
      </p:grpSpPr>
      <p:sp>
        <p:nvSpPr>
          <p:cNvPr id="105" name="Google Shape;105;p14"/>
          <p:cNvSpPr/>
          <p:nvPr/>
        </p:nvSpPr>
        <p:spPr>
          <a:xfrm flipH="1">
            <a:off x="0" y="2091980"/>
            <a:ext cx="2433003" cy="3047115"/>
          </a:xfrm>
          <a:custGeom>
            <a:avLst/>
            <a:gdLst/>
            <a:ahLst/>
            <a:cxnLst/>
            <a:rect l="l" t="t" r="r" b="b"/>
            <a:pathLst>
              <a:path w="37986" h="47574" extrusionOk="0">
                <a:moveTo>
                  <a:pt x="37985" y="1"/>
                </a:moveTo>
                <a:cubicBezTo>
                  <a:pt x="37985" y="1"/>
                  <a:pt x="25293" y="1820"/>
                  <a:pt x="24740" y="10614"/>
                </a:cubicBezTo>
                <a:cubicBezTo>
                  <a:pt x="24185" y="19410"/>
                  <a:pt x="26773" y="21995"/>
                  <a:pt x="21599" y="26430"/>
                </a:cubicBezTo>
                <a:cubicBezTo>
                  <a:pt x="16426" y="30865"/>
                  <a:pt x="0" y="33330"/>
                  <a:pt x="4250" y="47574"/>
                </a:cubicBezTo>
                <a:lnTo>
                  <a:pt x="37986" y="47574"/>
                </a:lnTo>
                <a:lnTo>
                  <a:pt x="379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4"/>
          <p:cNvSpPr/>
          <p:nvPr/>
        </p:nvSpPr>
        <p:spPr>
          <a:xfrm flipH="1">
            <a:off x="5612800" y="4638975"/>
            <a:ext cx="3275400" cy="504525"/>
          </a:xfrm>
          <a:custGeom>
            <a:avLst/>
            <a:gdLst/>
            <a:ahLst/>
            <a:cxnLst/>
            <a:rect l="l" t="t" r="r" b="b"/>
            <a:pathLst>
              <a:path w="131016" h="20181" extrusionOk="0">
                <a:moveTo>
                  <a:pt x="25838" y="1"/>
                </a:moveTo>
                <a:cubicBezTo>
                  <a:pt x="6842" y="1"/>
                  <a:pt x="0" y="20178"/>
                  <a:pt x="0" y="20178"/>
                </a:cubicBezTo>
                <a:lnTo>
                  <a:pt x="0" y="20181"/>
                </a:lnTo>
                <a:lnTo>
                  <a:pt x="131016" y="20181"/>
                </a:lnTo>
                <a:cubicBezTo>
                  <a:pt x="131016" y="20181"/>
                  <a:pt x="122212" y="8215"/>
                  <a:pt x="108815" y="8215"/>
                </a:cubicBezTo>
                <a:cubicBezTo>
                  <a:pt x="105950" y="8215"/>
                  <a:pt x="102875" y="8763"/>
                  <a:pt x="99631" y="10091"/>
                </a:cubicBezTo>
                <a:cubicBezTo>
                  <a:pt x="93778" y="12488"/>
                  <a:pt x="87492" y="14982"/>
                  <a:pt x="78789" y="14982"/>
                </a:cubicBezTo>
                <a:cubicBezTo>
                  <a:pt x="69901" y="14982"/>
                  <a:pt x="58491" y="12380"/>
                  <a:pt x="42447" y="4415"/>
                </a:cubicBezTo>
                <a:cubicBezTo>
                  <a:pt x="36095" y="1262"/>
                  <a:pt x="30587" y="1"/>
                  <a:pt x="258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4"/>
          <p:cNvSpPr/>
          <p:nvPr/>
        </p:nvSpPr>
        <p:spPr>
          <a:xfrm flipH="1">
            <a:off x="6281900" y="4702625"/>
            <a:ext cx="2862100" cy="440825"/>
          </a:xfrm>
          <a:custGeom>
            <a:avLst/>
            <a:gdLst/>
            <a:ahLst/>
            <a:cxnLst/>
            <a:rect l="l" t="t" r="r" b="b"/>
            <a:pathLst>
              <a:path w="114484" h="17633" extrusionOk="0">
                <a:moveTo>
                  <a:pt x="22578" y="1"/>
                </a:moveTo>
                <a:cubicBezTo>
                  <a:pt x="5980" y="1"/>
                  <a:pt x="1" y="17632"/>
                  <a:pt x="1" y="17632"/>
                </a:cubicBezTo>
                <a:lnTo>
                  <a:pt x="114484" y="17632"/>
                </a:lnTo>
                <a:cubicBezTo>
                  <a:pt x="114484" y="17632"/>
                  <a:pt x="106791" y="7178"/>
                  <a:pt x="95085" y="7178"/>
                </a:cubicBezTo>
                <a:cubicBezTo>
                  <a:pt x="92581" y="7178"/>
                  <a:pt x="89894" y="7656"/>
                  <a:pt x="87059" y="8817"/>
                </a:cubicBezTo>
                <a:cubicBezTo>
                  <a:pt x="81944" y="10911"/>
                  <a:pt x="76451" y="13091"/>
                  <a:pt x="68846" y="13091"/>
                </a:cubicBezTo>
                <a:cubicBezTo>
                  <a:pt x="61079" y="13091"/>
                  <a:pt x="51110" y="10817"/>
                  <a:pt x="37090" y="3858"/>
                </a:cubicBezTo>
                <a:cubicBezTo>
                  <a:pt x="31541" y="1103"/>
                  <a:pt x="26727" y="1"/>
                  <a:pt x="225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4"/>
          <p:cNvSpPr/>
          <p:nvPr/>
        </p:nvSpPr>
        <p:spPr>
          <a:xfrm flipH="1">
            <a:off x="4736150" y="0"/>
            <a:ext cx="4407850" cy="1041925"/>
          </a:xfrm>
          <a:custGeom>
            <a:avLst/>
            <a:gdLst/>
            <a:ahLst/>
            <a:cxnLst/>
            <a:rect l="l" t="t" r="r" b="b"/>
            <a:pathLst>
              <a:path w="176314" h="41677" extrusionOk="0">
                <a:moveTo>
                  <a:pt x="1" y="0"/>
                </a:moveTo>
                <a:lnTo>
                  <a:pt x="1" y="26973"/>
                </a:lnTo>
                <a:cubicBezTo>
                  <a:pt x="1" y="26973"/>
                  <a:pt x="7504" y="41676"/>
                  <a:pt x="29031" y="41676"/>
                </a:cubicBezTo>
                <a:cubicBezTo>
                  <a:pt x="34143" y="41676"/>
                  <a:pt x="40047" y="40847"/>
                  <a:pt x="46829" y="38794"/>
                </a:cubicBezTo>
                <a:cubicBezTo>
                  <a:pt x="77849" y="29407"/>
                  <a:pt x="87280" y="14815"/>
                  <a:pt x="111927" y="14815"/>
                </a:cubicBezTo>
                <a:cubicBezTo>
                  <a:pt x="115359" y="14815"/>
                  <a:pt x="119085" y="15098"/>
                  <a:pt x="123205" y="15717"/>
                </a:cubicBezTo>
                <a:cubicBezTo>
                  <a:pt x="126869" y="16267"/>
                  <a:pt x="130363" y="16513"/>
                  <a:pt x="133681" y="16513"/>
                </a:cubicBezTo>
                <a:cubicBezTo>
                  <a:pt x="160908" y="16513"/>
                  <a:pt x="176314" y="0"/>
                  <a:pt x="176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4"/>
          <p:cNvSpPr/>
          <p:nvPr/>
        </p:nvSpPr>
        <p:spPr>
          <a:xfrm flipH="1">
            <a:off x="5445825" y="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4"/>
          <p:cNvSpPr txBox="1">
            <a:spLocks noGrp="1"/>
          </p:cNvSpPr>
          <p:nvPr>
            <p:ph type="title"/>
          </p:nvPr>
        </p:nvSpPr>
        <p:spPr>
          <a:xfrm>
            <a:off x="2898000" y="3325200"/>
            <a:ext cx="5526000" cy="55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11" name="Google Shape;111;p14"/>
          <p:cNvSpPr txBox="1">
            <a:spLocks noGrp="1"/>
          </p:cNvSpPr>
          <p:nvPr>
            <p:ph type="subTitle" idx="1"/>
          </p:nvPr>
        </p:nvSpPr>
        <p:spPr>
          <a:xfrm>
            <a:off x="2898000" y="1264200"/>
            <a:ext cx="5526000" cy="19086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500"/>
              <a:buFont typeface="Montserrat Medium"/>
              <a:buNone/>
              <a:defRPr sz="28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2500"/>
              <a:buNone/>
              <a:defRPr sz="2500">
                <a:solidFill>
                  <a:schemeClr val="dk1"/>
                </a:solidFill>
              </a:defRPr>
            </a:lvl2pPr>
            <a:lvl3pPr lvl="2" algn="ctr" rtl="0">
              <a:lnSpc>
                <a:spcPct val="100000"/>
              </a:lnSpc>
              <a:spcBef>
                <a:spcPts val="0"/>
              </a:spcBef>
              <a:spcAft>
                <a:spcPts val="0"/>
              </a:spcAft>
              <a:buClr>
                <a:schemeClr val="dk1"/>
              </a:buClr>
              <a:buSzPts val="2500"/>
              <a:buNone/>
              <a:defRPr sz="2500">
                <a:solidFill>
                  <a:schemeClr val="dk1"/>
                </a:solidFill>
              </a:defRPr>
            </a:lvl3pPr>
            <a:lvl4pPr lvl="3" algn="ctr" rtl="0">
              <a:lnSpc>
                <a:spcPct val="100000"/>
              </a:lnSpc>
              <a:spcBef>
                <a:spcPts val="0"/>
              </a:spcBef>
              <a:spcAft>
                <a:spcPts val="0"/>
              </a:spcAft>
              <a:buClr>
                <a:schemeClr val="dk1"/>
              </a:buClr>
              <a:buSzPts val="2500"/>
              <a:buNone/>
              <a:defRPr sz="2500">
                <a:solidFill>
                  <a:schemeClr val="dk1"/>
                </a:solidFill>
              </a:defRPr>
            </a:lvl4pPr>
            <a:lvl5pPr lvl="4" algn="ctr" rtl="0">
              <a:lnSpc>
                <a:spcPct val="100000"/>
              </a:lnSpc>
              <a:spcBef>
                <a:spcPts val="0"/>
              </a:spcBef>
              <a:spcAft>
                <a:spcPts val="0"/>
              </a:spcAft>
              <a:buClr>
                <a:schemeClr val="dk1"/>
              </a:buClr>
              <a:buSzPts val="2500"/>
              <a:buNone/>
              <a:defRPr sz="2500">
                <a:solidFill>
                  <a:schemeClr val="dk1"/>
                </a:solidFill>
              </a:defRPr>
            </a:lvl5pPr>
            <a:lvl6pPr lvl="5" algn="ctr" rtl="0">
              <a:lnSpc>
                <a:spcPct val="100000"/>
              </a:lnSpc>
              <a:spcBef>
                <a:spcPts val="0"/>
              </a:spcBef>
              <a:spcAft>
                <a:spcPts val="0"/>
              </a:spcAft>
              <a:buClr>
                <a:schemeClr val="dk1"/>
              </a:buClr>
              <a:buSzPts val="2500"/>
              <a:buNone/>
              <a:defRPr sz="2500">
                <a:solidFill>
                  <a:schemeClr val="dk1"/>
                </a:solidFill>
              </a:defRPr>
            </a:lvl6pPr>
            <a:lvl7pPr lvl="6" algn="ctr" rtl="0">
              <a:lnSpc>
                <a:spcPct val="100000"/>
              </a:lnSpc>
              <a:spcBef>
                <a:spcPts val="0"/>
              </a:spcBef>
              <a:spcAft>
                <a:spcPts val="0"/>
              </a:spcAft>
              <a:buClr>
                <a:schemeClr val="dk1"/>
              </a:buClr>
              <a:buSzPts val="2500"/>
              <a:buNone/>
              <a:defRPr sz="2500">
                <a:solidFill>
                  <a:schemeClr val="dk1"/>
                </a:solidFill>
              </a:defRPr>
            </a:lvl7pPr>
            <a:lvl8pPr lvl="7" algn="ctr" rtl="0">
              <a:lnSpc>
                <a:spcPct val="100000"/>
              </a:lnSpc>
              <a:spcBef>
                <a:spcPts val="0"/>
              </a:spcBef>
              <a:spcAft>
                <a:spcPts val="0"/>
              </a:spcAft>
              <a:buClr>
                <a:schemeClr val="dk1"/>
              </a:buClr>
              <a:buSzPts val="2500"/>
              <a:buNone/>
              <a:defRPr sz="2500">
                <a:solidFill>
                  <a:schemeClr val="dk1"/>
                </a:solidFill>
              </a:defRPr>
            </a:lvl8pPr>
            <a:lvl9pPr lvl="8" algn="ctr" rtl="0">
              <a:lnSpc>
                <a:spcPct val="100000"/>
              </a:lnSpc>
              <a:spcBef>
                <a:spcPts val="0"/>
              </a:spcBef>
              <a:spcAft>
                <a:spcPts val="0"/>
              </a:spcAft>
              <a:buClr>
                <a:schemeClr val="dk1"/>
              </a:buClr>
              <a:buSzPts val="2500"/>
              <a:buNone/>
              <a:defRPr sz="2500">
                <a:solidFill>
                  <a:schemeClr val="dk1"/>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TITLE_ONLY_6">
    <p:spTree>
      <p:nvGrpSpPr>
        <p:cNvPr id="1" name="Shape 112"/>
        <p:cNvGrpSpPr/>
        <p:nvPr/>
      </p:nvGrpSpPr>
      <p:grpSpPr>
        <a:xfrm>
          <a:off x="0" y="0"/>
          <a:ext cx="0" cy="0"/>
          <a:chOff x="0" y="0"/>
          <a:chExt cx="0" cy="0"/>
        </a:xfrm>
      </p:grpSpPr>
      <p:sp>
        <p:nvSpPr>
          <p:cNvPr id="113" name="Google Shape;113;p15"/>
          <p:cNvSpPr/>
          <p:nvPr/>
        </p:nvSpPr>
        <p:spPr>
          <a:xfrm rot="10800000" flipH="1">
            <a:off x="9" y="4088013"/>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5"/>
          <p:cNvSpPr/>
          <p:nvPr/>
        </p:nvSpPr>
        <p:spPr>
          <a:xfrm flipH="1">
            <a:off x="5445834" y="615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5"/>
          <p:cNvSpPr txBox="1">
            <a:spLocks noGrp="1"/>
          </p:cNvSpPr>
          <p:nvPr>
            <p:ph type="title"/>
          </p:nvPr>
        </p:nvSpPr>
        <p:spPr>
          <a:xfrm>
            <a:off x="720000" y="540000"/>
            <a:ext cx="7704000" cy="67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TITLE_ONLY_6_1">
    <p:spTree>
      <p:nvGrpSpPr>
        <p:cNvPr id="1" name="Shape 116"/>
        <p:cNvGrpSpPr/>
        <p:nvPr/>
      </p:nvGrpSpPr>
      <p:grpSpPr>
        <a:xfrm>
          <a:off x="0" y="0"/>
          <a:ext cx="0" cy="0"/>
          <a:chOff x="0" y="0"/>
          <a:chExt cx="0" cy="0"/>
        </a:xfrm>
      </p:grpSpPr>
      <p:sp>
        <p:nvSpPr>
          <p:cNvPr id="117" name="Google Shape;117;p16"/>
          <p:cNvSpPr/>
          <p:nvPr/>
        </p:nvSpPr>
        <p:spPr>
          <a:xfrm>
            <a:off x="2" y="0"/>
            <a:ext cx="1813093" cy="1842725"/>
          </a:xfrm>
          <a:custGeom>
            <a:avLst/>
            <a:gdLst/>
            <a:ahLst/>
            <a:cxnLst/>
            <a:rect l="l" t="t" r="r" b="b"/>
            <a:pathLst>
              <a:path w="43689" h="44403" extrusionOk="0">
                <a:moveTo>
                  <a:pt x="0" y="1"/>
                </a:moveTo>
                <a:lnTo>
                  <a:pt x="0" y="44403"/>
                </a:lnTo>
                <a:cubicBezTo>
                  <a:pt x="0" y="44403"/>
                  <a:pt x="1" y="44403"/>
                  <a:pt x="3" y="44403"/>
                </a:cubicBezTo>
                <a:cubicBezTo>
                  <a:pt x="242" y="44403"/>
                  <a:pt x="14099" y="44366"/>
                  <a:pt x="14761" y="35934"/>
                </a:cubicBezTo>
                <a:cubicBezTo>
                  <a:pt x="15429" y="27428"/>
                  <a:pt x="12315" y="24926"/>
                  <a:pt x="18544" y="20639"/>
                </a:cubicBezTo>
                <a:cubicBezTo>
                  <a:pt x="24775" y="16351"/>
                  <a:pt x="43688" y="13774"/>
                  <a:pt x="385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6"/>
          <p:cNvSpPr/>
          <p:nvPr/>
        </p:nvSpPr>
        <p:spPr>
          <a:xfrm flipH="1">
            <a:off x="7597553" y="0"/>
            <a:ext cx="1546456" cy="1897297"/>
          </a:xfrm>
          <a:custGeom>
            <a:avLst/>
            <a:gdLst/>
            <a:ahLst/>
            <a:cxnLst/>
            <a:rect l="l" t="t" r="r" b="b"/>
            <a:pathLst>
              <a:path w="37264" h="45718" extrusionOk="0">
                <a:moveTo>
                  <a:pt x="0" y="1"/>
                </a:moveTo>
                <a:lnTo>
                  <a:pt x="0" y="45718"/>
                </a:lnTo>
                <a:cubicBezTo>
                  <a:pt x="0" y="45718"/>
                  <a:pt x="1" y="45718"/>
                  <a:pt x="3" y="45718"/>
                </a:cubicBezTo>
                <a:cubicBezTo>
                  <a:pt x="219" y="45718"/>
                  <a:pt x="12696" y="45680"/>
                  <a:pt x="13245" y="36960"/>
                </a:cubicBezTo>
                <a:cubicBezTo>
                  <a:pt x="13798" y="28165"/>
                  <a:pt x="11214" y="25578"/>
                  <a:pt x="16386" y="21144"/>
                </a:cubicBezTo>
                <a:cubicBezTo>
                  <a:pt x="21559" y="16709"/>
                  <a:pt x="37264" y="14243"/>
                  <a:pt x="33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6"/>
          <p:cNvSpPr txBox="1">
            <a:spLocks noGrp="1"/>
          </p:cNvSpPr>
          <p:nvPr>
            <p:ph type="title"/>
          </p:nvPr>
        </p:nvSpPr>
        <p:spPr>
          <a:xfrm>
            <a:off x="720000" y="540000"/>
            <a:ext cx="7704000" cy="67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3">
  <p:cSld name="TITLE_ONLY_7">
    <p:spTree>
      <p:nvGrpSpPr>
        <p:cNvPr id="1" name="Shape 120"/>
        <p:cNvGrpSpPr/>
        <p:nvPr/>
      </p:nvGrpSpPr>
      <p:grpSpPr>
        <a:xfrm>
          <a:off x="0" y="0"/>
          <a:ext cx="0" cy="0"/>
          <a:chOff x="0" y="0"/>
          <a:chExt cx="0" cy="0"/>
        </a:xfrm>
      </p:grpSpPr>
      <p:sp>
        <p:nvSpPr>
          <p:cNvPr id="121" name="Google Shape;121;p17"/>
          <p:cNvSpPr/>
          <p:nvPr/>
        </p:nvSpPr>
        <p:spPr>
          <a:xfrm rot="10800000">
            <a:off x="5445825" y="4088013"/>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7"/>
          <p:cNvSpPr/>
          <p:nvPr/>
        </p:nvSpPr>
        <p:spPr>
          <a:xfrm>
            <a:off x="0" y="615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7"/>
          <p:cNvSpPr txBox="1">
            <a:spLocks noGrp="1"/>
          </p:cNvSpPr>
          <p:nvPr>
            <p:ph type="title"/>
          </p:nvPr>
        </p:nvSpPr>
        <p:spPr>
          <a:xfrm>
            <a:off x="720000" y="540000"/>
            <a:ext cx="7704000" cy="67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4" name="Google Shape;124;p17"/>
          <p:cNvSpPr/>
          <p:nvPr/>
        </p:nvSpPr>
        <p:spPr>
          <a:xfrm rot="5400000">
            <a:off x="6683100" y="3051700"/>
            <a:ext cx="819325" cy="3384200"/>
          </a:xfrm>
          <a:custGeom>
            <a:avLst/>
            <a:gdLst/>
            <a:ahLst/>
            <a:cxnLst/>
            <a:rect l="l" t="t" r="r" b="b"/>
            <a:pathLst>
              <a:path w="32773" h="135368" extrusionOk="0">
                <a:moveTo>
                  <a:pt x="32773" y="0"/>
                </a:moveTo>
                <a:lnTo>
                  <a:pt x="32773" y="0"/>
                </a:lnTo>
                <a:cubicBezTo>
                  <a:pt x="32772" y="1"/>
                  <a:pt x="12156" y="14749"/>
                  <a:pt x="16884" y="36501"/>
                </a:cubicBezTo>
                <a:cubicBezTo>
                  <a:pt x="21613" y="58253"/>
                  <a:pt x="32684" y="62255"/>
                  <a:pt x="16343" y="89509"/>
                </a:cubicBezTo>
                <a:cubicBezTo>
                  <a:pt x="1" y="116766"/>
                  <a:pt x="32401" y="135367"/>
                  <a:pt x="32401" y="135367"/>
                </a:cubicBezTo>
                <a:lnTo>
                  <a:pt x="327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7"/>
          <p:cNvSpPr/>
          <p:nvPr/>
        </p:nvSpPr>
        <p:spPr>
          <a:xfrm rot="-5400000">
            <a:off x="1641575" y="-1282437"/>
            <a:ext cx="819325" cy="3384200"/>
          </a:xfrm>
          <a:custGeom>
            <a:avLst/>
            <a:gdLst/>
            <a:ahLst/>
            <a:cxnLst/>
            <a:rect l="l" t="t" r="r" b="b"/>
            <a:pathLst>
              <a:path w="32773" h="135368" extrusionOk="0">
                <a:moveTo>
                  <a:pt x="32773" y="0"/>
                </a:moveTo>
                <a:lnTo>
                  <a:pt x="32773" y="0"/>
                </a:lnTo>
                <a:cubicBezTo>
                  <a:pt x="32772" y="1"/>
                  <a:pt x="12156" y="14749"/>
                  <a:pt x="16884" y="36501"/>
                </a:cubicBezTo>
                <a:cubicBezTo>
                  <a:pt x="21613" y="58253"/>
                  <a:pt x="32684" y="62255"/>
                  <a:pt x="16343" y="89509"/>
                </a:cubicBezTo>
                <a:cubicBezTo>
                  <a:pt x="1" y="116766"/>
                  <a:pt x="32401" y="135367"/>
                  <a:pt x="32401" y="135367"/>
                </a:cubicBezTo>
                <a:lnTo>
                  <a:pt x="327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4">
  <p:cSld name="TITLE_ONLY_8">
    <p:spTree>
      <p:nvGrpSpPr>
        <p:cNvPr id="1" name="Shape 126"/>
        <p:cNvGrpSpPr/>
        <p:nvPr/>
      </p:nvGrpSpPr>
      <p:grpSpPr>
        <a:xfrm>
          <a:off x="0" y="0"/>
          <a:ext cx="0" cy="0"/>
          <a:chOff x="0" y="0"/>
          <a:chExt cx="0" cy="0"/>
        </a:xfrm>
      </p:grpSpPr>
      <p:sp>
        <p:nvSpPr>
          <p:cNvPr id="127" name="Google Shape;127;p18"/>
          <p:cNvSpPr/>
          <p:nvPr/>
        </p:nvSpPr>
        <p:spPr>
          <a:xfrm rot="10800000">
            <a:off x="5445825" y="4088013"/>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8"/>
          <p:cNvSpPr/>
          <p:nvPr/>
        </p:nvSpPr>
        <p:spPr>
          <a:xfrm>
            <a:off x="0" y="615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8"/>
          <p:cNvSpPr txBox="1">
            <a:spLocks noGrp="1"/>
          </p:cNvSpPr>
          <p:nvPr>
            <p:ph type="title"/>
          </p:nvPr>
        </p:nvSpPr>
        <p:spPr>
          <a:xfrm>
            <a:off x="720000" y="540000"/>
            <a:ext cx="7704000" cy="67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0" name="Google Shape;130;p18"/>
          <p:cNvSpPr/>
          <p:nvPr/>
        </p:nvSpPr>
        <p:spPr>
          <a:xfrm rot="5400000">
            <a:off x="6683100" y="3051700"/>
            <a:ext cx="819325" cy="3384200"/>
          </a:xfrm>
          <a:custGeom>
            <a:avLst/>
            <a:gdLst/>
            <a:ahLst/>
            <a:cxnLst/>
            <a:rect l="l" t="t" r="r" b="b"/>
            <a:pathLst>
              <a:path w="32773" h="135368" extrusionOk="0">
                <a:moveTo>
                  <a:pt x="32773" y="0"/>
                </a:moveTo>
                <a:lnTo>
                  <a:pt x="32773" y="0"/>
                </a:lnTo>
                <a:cubicBezTo>
                  <a:pt x="32772" y="1"/>
                  <a:pt x="12156" y="14749"/>
                  <a:pt x="16884" y="36501"/>
                </a:cubicBezTo>
                <a:cubicBezTo>
                  <a:pt x="21613" y="58253"/>
                  <a:pt x="32684" y="62255"/>
                  <a:pt x="16343" y="89509"/>
                </a:cubicBezTo>
                <a:cubicBezTo>
                  <a:pt x="1" y="116766"/>
                  <a:pt x="32401" y="135367"/>
                  <a:pt x="32401" y="135367"/>
                </a:cubicBezTo>
                <a:lnTo>
                  <a:pt x="327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5">
  <p:cSld name="TITLE_ONLY_6_2">
    <p:spTree>
      <p:nvGrpSpPr>
        <p:cNvPr id="1" name="Shape 131"/>
        <p:cNvGrpSpPr/>
        <p:nvPr/>
      </p:nvGrpSpPr>
      <p:grpSpPr>
        <a:xfrm>
          <a:off x="0" y="0"/>
          <a:ext cx="0" cy="0"/>
          <a:chOff x="0" y="0"/>
          <a:chExt cx="0" cy="0"/>
        </a:xfrm>
      </p:grpSpPr>
      <p:sp>
        <p:nvSpPr>
          <p:cNvPr id="132" name="Google Shape;132;p19"/>
          <p:cNvSpPr/>
          <p:nvPr/>
        </p:nvSpPr>
        <p:spPr>
          <a:xfrm rot="10800000" flipH="1">
            <a:off x="9" y="4088013"/>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9"/>
          <p:cNvSpPr/>
          <p:nvPr/>
        </p:nvSpPr>
        <p:spPr>
          <a:xfrm flipH="1">
            <a:off x="5445834" y="615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9"/>
          <p:cNvSpPr txBox="1">
            <a:spLocks noGrp="1"/>
          </p:cNvSpPr>
          <p:nvPr>
            <p:ph type="title"/>
          </p:nvPr>
        </p:nvSpPr>
        <p:spPr>
          <a:xfrm>
            <a:off x="720000" y="540000"/>
            <a:ext cx="7704000" cy="67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5" name="Google Shape;135;p19"/>
          <p:cNvSpPr/>
          <p:nvPr/>
        </p:nvSpPr>
        <p:spPr>
          <a:xfrm rot="-5400000" flipH="1">
            <a:off x="1641575" y="3051700"/>
            <a:ext cx="819325" cy="3384200"/>
          </a:xfrm>
          <a:custGeom>
            <a:avLst/>
            <a:gdLst/>
            <a:ahLst/>
            <a:cxnLst/>
            <a:rect l="l" t="t" r="r" b="b"/>
            <a:pathLst>
              <a:path w="32773" h="135368" extrusionOk="0">
                <a:moveTo>
                  <a:pt x="32773" y="0"/>
                </a:moveTo>
                <a:lnTo>
                  <a:pt x="32773" y="0"/>
                </a:lnTo>
                <a:cubicBezTo>
                  <a:pt x="32772" y="1"/>
                  <a:pt x="12156" y="14749"/>
                  <a:pt x="16884" y="36501"/>
                </a:cubicBezTo>
                <a:cubicBezTo>
                  <a:pt x="21613" y="58253"/>
                  <a:pt x="32684" y="62255"/>
                  <a:pt x="16343" y="89509"/>
                </a:cubicBezTo>
                <a:cubicBezTo>
                  <a:pt x="1" y="116766"/>
                  <a:pt x="32401" y="135367"/>
                  <a:pt x="32401" y="135367"/>
                </a:cubicBezTo>
                <a:lnTo>
                  <a:pt x="327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1">
  <p:cSld name="CUSTOM_10">
    <p:spTree>
      <p:nvGrpSpPr>
        <p:cNvPr id="1" name="Shape 143"/>
        <p:cNvGrpSpPr/>
        <p:nvPr/>
      </p:nvGrpSpPr>
      <p:grpSpPr>
        <a:xfrm>
          <a:off x="0" y="0"/>
          <a:ext cx="0" cy="0"/>
          <a:chOff x="0" y="0"/>
          <a:chExt cx="0" cy="0"/>
        </a:xfrm>
      </p:grpSpPr>
      <p:sp>
        <p:nvSpPr>
          <p:cNvPr id="144" name="Google Shape;144;p21"/>
          <p:cNvSpPr/>
          <p:nvPr/>
        </p:nvSpPr>
        <p:spPr>
          <a:xfrm rot="10800000">
            <a:off x="5445825" y="4088013"/>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1"/>
          <p:cNvSpPr/>
          <p:nvPr/>
        </p:nvSpPr>
        <p:spPr>
          <a:xfrm>
            <a:off x="0" y="615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1"/>
          <p:cNvSpPr txBox="1">
            <a:spLocks noGrp="1"/>
          </p:cNvSpPr>
          <p:nvPr>
            <p:ph type="title"/>
          </p:nvPr>
        </p:nvSpPr>
        <p:spPr>
          <a:xfrm>
            <a:off x="720000" y="540000"/>
            <a:ext cx="7704000" cy="67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7" name="Google Shape;147;p21"/>
          <p:cNvSpPr txBox="1">
            <a:spLocks noGrp="1"/>
          </p:cNvSpPr>
          <p:nvPr>
            <p:ph type="body" idx="1"/>
          </p:nvPr>
        </p:nvSpPr>
        <p:spPr>
          <a:xfrm>
            <a:off x="720000" y="1216800"/>
            <a:ext cx="3852000" cy="33867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lt2"/>
              </a:buClr>
              <a:buSzPts val="1200"/>
              <a:buChar char="●"/>
              <a:defRPr sz="1200"/>
            </a:lvl1pPr>
            <a:lvl2pPr marL="914400" lvl="1" indent="-304800" rtl="0">
              <a:lnSpc>
                <a:spcPct val="115000"/>
              </a:lnSpc>
              <a:spcBef>
                <a:spcPts val="0"/>
              </a:spcBef>
              <a:spcAft>
                <a:spcPts val="0"/>
              </a:spcAft>
              <a:buSzPts val="1200"/>
              <a:buChar char="○"/>
              <a:defRPr sz="1200"/>
            </a:lvl2pPr>
            <a:lvl3pPr marL="1371600" lvl="2" indent="-304800" rtl="0">
              <a:lnSpc>
                <a:spcPct val="115000"/>
              </a:lnSpc>
              <a:spcBef>
                <a:spcPts val="0"/>
              </a:spcBef>
              <a:spcAft>
                <a:spcPts val="0"/>
              </a:spcAft>
              <a:buSzPts val="1200"/>
              <a:buChar char="■"/>
              <a:defRPr sz="1200"/>
            </a:lvl3pPr>
            <a:lvl4pPr marL="1828800" lvl="3" indent="-304800" rtl="0">
              <a:lnSpc>
                <a:spcPct val="115000"/>
              </a:lnSpc>
              <a:spcBef>
                <a:spcPts val="0"/>
              </a:spcBef>
              <a:spcAft>
                <a:spcPts val="0"/>
              </a:spcAft>
              <a:buSzPts val="1200"/>
              <a:buChar char="●"/>
              <a:defRPr sz="1200"/>
            </a:lvl4pPr>
            <a:lvl5pPr marL="2286000" lvl="4" indent="-304800" rtl="0">
              <a:lnSpc>
                <a:spcPct val="115000"/>
              </a:lnSpc>
              <a:spcBef>
                <a:spcPts val="0"/>
              </a:spcBef>
              <a:spcAft>
                <a:spcPts val="0"/>
              </a:spcAft>
              <a:buSzPts val="1200"/>
              <a:buChar char="○"/>
              <a:defRPr sz="1200"/>
            </a:lvl5pPr>
            <a:lvl6pPr marL="2743200" lvl="5" indent="-304800" rtl="0">
              <a:lnSpc>
                <a:spcPct val="115000"/>
              </a:lnSpc>
              <a:spcBef>
                <a:spcPts val="0"/>
              </a:spcBef>
              <a:spcAft>
                <a:spcPts val="0"/>
              </a:spcAft>
              <a:buSzPts val="1200"/>
              <a:buChar char="■"/>
              <a:defRPr sz="1200"/>
            </a:lvl6pPr>
            <a:lvl7pPr marL="3200400" lvl="6" indent="-304800" rtl="0">
              <a:lnSpc>
                <a:spcPct val="115000"/>
              </a:lnSpc>
              <a:spcBef>
                <a:spcPts val="0"/>
              </a:spcBef>
              <a:spcAft>
                <a:spcPts val="0"/>
              </a:spcAft>
              <a:buSzPts val="1200"/>
              <a:buChar char="●"/>
              <a:defRPr sz="1200"/>
            </a:lvl7pPr>
            <a:lvl8pPr marL="3657600" lvl="7" indent="-304800" rtl="0">
              <a:lnSpc>
                <a:spcPct val="115000"/>
              </a:lnSpc>
              <a:spcBef>
                <a:spcPts val="0"/>
              </a:spcBef>
              <a:spcAft>
                <a:spcPts val="0"/>
              </a:spcAft>
              <a:buSzPts val="1200"/>
              <a:buChar char="○"/>
              <a:defRPr sz="1200"/>
            </a:lvl8pPr>
            <a:lvl9pPr marL="4114800" lvl="8" indent="-304800" rtl="0">
              <a:lnSpc>
                <a:spcPct val="115000"/>
              </a:lnSpc>
              <a:spcBef>
                <a:spcPts val="0"/>
              </a:spcBef>
              <a:spcAft>
                <a:spcPts val="0"/>
              </a:spcAft>
              <a:buSzPts val="1200"/>
              <a:buChar char="■"/>
              <a:defRPr sz="1200"/>
            </a:lvl9pPr>
          </a:lstStyle>
          <a:p>
            <a:endParaRPr/>
          </a:p>
        </p:txBody>
      </p:sp>
      <p:sp>
        <p:nvSpPr>
          <p:cNvPr id="148" name="Google Shape;148;p21"/>
          <p:cNvSpPr txBox="1">
            <a:spLocks noGrp="1"/>
          </p:cNvSpPr>
          <p:nvPr>
            <p:ph type="body" idx="2"/>
          </p:nvPr>
        </p:nvSpPr>
        <p:spPr>
          <a:xfrm>
            <a:off x="4571995" y="1216800"/>
            <a:ext cx="3852000" cy="3386700"/>
          </a:xfrm>
          <a:prstGeom prst="rect">
            <a:avLst/>
          </a:prstGeom>
          <a:noFill/>
          <a:ln>
            <a:noFill/>
          </a:ln>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lt2"/>
              </a:buClr>
              <a:buSzPts val="1200"/>
              <a:buFont typeface="Montserrat"/>
              <a:buChar char="●"/>
              <a:defRPr sz="2200">
                <a:solidFill>
                  <a:schemeClr val="dk1"/>
                </a:solidFill>
                <a:latin typeface="Archivo Black"/>
                <a:ea typeface="Archivo Black"/>
                <a:cs typeface="Archivo Black"/>
                <a:sym typeface="Archivo Black"/>
              </a:defRPr>
            </a:lvl1pPr>
            <a:lvl2pPr marL="914400" lvl="1" indent="-304800" rtl="0">
              <a:lnSpc>
                <a:spcPct val="115000"/>
              </a:lnSpc>
              <a:spcBef>
                <a:spcPts val="0"/>
              </a:spcBef>
              <a:spcAft>
                <a:spcPts val="0"/>
              </a:spcAft>
              <a:buClr>
                <a:schemeClr val="dk1"/>
              </a:buClr>
              <a:buSzPts val="1200"/>
              <a:buFont typeface="Montserrat"/>
              <a:buChar char="○"/>
              <a:defRPr sz="1200">
                <a:latin typeface="Montserrat Medium"/>
                <a:ea typeface="Montserrat Medium"/>
                <a:cs typeface="Montserrat Medium"/>
                <a:sym typeface="Montserrat Medium"/>
              </a:defRPr>
            </a:lvl2pPr>
            <a:lvl3pPr marL="1371600" lvl="2" indent="-304800" rtl="0">
              <a:lnSpc>
                <a:spcPct val="115000"/>
              </a:lnSpc>
              <a:spcBef>
                <a:spcPts val="0"/>
              </a:spcBef>
              <a:spcAft>
                <a:spcPts val="0"/>
              </a:spcAft>
              <a:buClr>
                <a:schemeClr val="dk1"/>
              </a:buClr>
              <a:buSzPts val="1200"/>
              <a:buFont typeface="Montserrat"/>
              <a:buChar char="■"/>
              <a:defRPr sz="1200">
                <a:latin typeface="Montserrat Medium"/>
                <a:ea typeface="Montserrat Medium"/>
                <a:cs typeface="Montserrat Medium"/>
                <a:sym typeface="Montserrat Medium"/>
              </a:defRPr>
            </a:lvl3pPr>
            <a:lvl4pPr marL="1828800" lvl="3" indent="-304800" rtl="0">
              <a:lnSpc>
                <a:spcPct val="115000"/>
              </a:lnSpc>
              <a:spcBef>
                <a:spcPts val="0"/>
              </a:spcBef>
              <a:spcAft>
                <a:spcPts val="0"/>
              </a:spcAft>
              <a:buClr>
                <a:schemeClr val="dk1"/>
              </a:buClr>
              <a:buSzPts val="1200"/>
              <a:buFont typeface="Montserrat"/>
              <a:buChar char="●"/>
              <a:defRPr sz="1200">
                <a:latin typeface="Montserrat Medium"/>
                <a:ea typeface="Montserrat Medium"/>
                <a:cs typeface="Montserrat Medium"/>
                <a:sym typeface="Montserrat Medium"/>
              </a:defRPr>
            </a:lvl4pPr>
            <a:lvl5pPr marL="2286000" lvl="4" indent="-304800" rtl="0">
              <a:lnSpc>
                <a:spcPct val="115000"/>
              </a:lnSpc>
              <a:spcBef>
                <a:spcPts val="0"/>
              </a:spcBef>
              <a:spcAft>
                <a:spcPts val="0"/>
              </a:spcAft>
              <a:buClr>
                <a:schemeClr val="dk1"/>
              </a:buClr>
              <a:buSzPts val="1200"/>
              <a:buFont typeface="Montserrat"/>
              <a:buChar char="○"/>
              <a:defRPr sz="1200">
                <a:latin typeface="Montserrat Medium"/>
                <a:ea typeface="Montserrat Medium"/>
                <a:cs typeface="Montserrat Medium"/>
                <a:sym typeface="Montserrat Medium"/>
              </a:defRPr>
            </a:lvl5pPr>
            <a:lvl6pPr marL="2743200" lvl="5" indent="-304800" rtl="0">
              <a:lnSpc>
                <a:spcPct val="115000"/>
              </a:lnSpc>
              <a:spcBef>
                <a:spcPts val="0"/>
              </a:spcBef>
              <a:spcAft>
                <a:spcPts val="0"/>
              </a:spcAft>
              <a:buClr>
                <a:schemeClr val="dk1"/>
              </a:buClr>
              <a:buSzPts val="1200"/>
              <a:buFont typeface="Montserrat"/>
              <a:buChar char="■"/>
              <a:defRPr sz="1200">
                <a:latin typeface="Montserrat Medium"/>
                <a:ea typeface="Montserrat Medium"/>
                <a:cs typeface="Montserrat Medium"/>
                <a:sym typeface="Montserrat Medium"/>
              </a:defRPr>
            </a:lvl6pPr>
            <a:lvl7pPr marL="3200400" lvl="6" indent="-304800" rtl="0">
              <a:lnSpc>
                <a:spcPct val="115000"/>
              </a:lnSpc>
              <a:spcBef>
                <a:spcPts val="0"/>
              </a:spcBef>
              <a:spcAft>
                <a:spcPts val="0"/>
              </a:spcAft>
              <a:buClr>
                <a:schemeClr val="dk1"/>
              </a:buClr>
              <a:buSzPts val="1200"/>
              <a:buFont typeface="Montserrat"/>
              <a:buChar char="●"/>
              <a:defRPr sz="1200">
                <a:latin typeface="Montserrat Medium"/>
                <a:ea typeface="Montserrat Medium"/>
                <a:cs typeface="Montserrat Medium"/>
                <a:sym typeface="Montserrat Medium"/>
              </a:defRPr>
            </a:lvl7pPr>
            <a:lvl8pPr marL="3657600" lvl="7" indent="-304800" rtl="0">
              <a:lnSpc>
                <a:spcPct val="115000"/>
              </a:lnSpc>
              <a:spcBef>
                <a:spcPts val="0"/>
              </a:spcBef>
              <a:spcAft>
                <a:spcPts val="0"/>
              </a:spcAft>
              <a:buClr>
                <a:schemeClr val="dk1"/>
              </a:buClr>
              <a:buSzPts val="1200"/>
              <a:buFont typeface="Montserrat"/>
              <a:buChar char="○"/>
              <a:defRPr sz="1200">
                <a:latin typeface="Montserrat Medium"/>
                <a:ea typeface="Montserrat Medium"/>
                <a:cs typeface="Montserrat Medium"/>
                <a:sym typeface="Montserrat Medium"/>
              </a:defRPr>
            </a:lvl8pPr>
            <a:lvl9pPr marL="4114800" lvl="8" indent="-304800" rtl="0">
              <a:lnSpc>
                <a:spcPct val="115000"/>
              </a:lnSpc>
              <a:spcBef>
                <a:spcPts val="0"/>
              </a:spcBef>
              <a:spcAft>
                <a:spcPts val="0"/>
              </a:spcAft>
              <a:buClr>
                <a:schemeClr val="dk1"/>
              </a:buClr>
              <a:buSzPts val="1200"/>
              <a:buFont typeface="Montserrat"/>
              <a:buChar char="■"/>
              <a:defRPr sz="1200">
                <a:latin typeface="Montserrat Medium"/>
                <a:ea typeface="Montserrat Medium"/>
                <a:cs typeface="Montserrat Medium"/>
                <a:sym typeface="Montserrat Medium"/>
              </a:defRPr>
            </a:lvl9pPr>
          </a:lstStyle>
          <a:p>
            <a:endParaRPr/>
          </a:p>
        </p:txBody>
      </p:sp>
      <p:sp>
        <p:nvSpPr>
          <p:cNvPr id="149" name="Google Shape;149;p21"/>
          <p:cNvSpPr/>
          <p:nvPr/>
        </p:nvSpPr>
        <p:spPr>
          <a:xfrm rot="-5400000">
            <a:off x="1641575" y="-1282437"/>
            <a:ext cx="819325" cy="3384200"/>
          </a:xfrm>
          <a:custGeom>
            <a:avLst/>
            <a:gdLst/>
            <a:ahLst/>
            <a:cxnLst/>
            <a:rect l="l" t="t" r="r" b="b"/>
            <a:pathLst>
              <a:path w="32773" h="135368" extrusionOk="0">
                <a:moveTo>
                  <a:pt x="32773" y="0"/>
                </a:moveTo>
                <a:lnTo>
                  <a:pt x="32773" y="0"/>
                </a:lnTo>
                <a:cubicBezTo>
                  <a:pt x="32772" y="1"/>
                  <a:pt x="12156" y="14749"/>
                  <a:pt x="16884" y="36501"/>
                </a:cubicBezTo>
                <a:cubicBezTo>
                  <a:pt x="21613" y="58253"/>
                  <a:pt x="32684" y="62255"/>
                  <a:pt x="16343" y="89509"/>
                </a:cubicBezTo>
                <a:cubicBezTo>
                  <a:pt x="1" y="116766"/>
                  <a:pt x="32401" y="135367"/>
                  <a:pt x="32401" y="135367"/>
                </a:cubicBezTo>
                <a:lnTo>
                  <a:pt x="327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2">
  <p:cSld name="CUSTOM_10_1">
    <p:spTree>
      <p:nvGrpSpPr>
        <p:cNvPr id="1" name="Shape 150"/>
        <p:cNvGrpSpPr/>
        <p:nvPr/>
      </p:nvGrpSpPr>
      <p:grpSpPr>
        <a:xfrm>
          <a:off x="0" y="0"/>
          <a:ext cx="0" cy="0"/>
          <a:chOff x="0" y="0"/>
          <a:chExt cx="0" cy="0"/>
        </a:xfrm>
      </p:grpSpPr>
      <p:sp>
        <p:nvSpPr>
          <p:cNvPr id="151" name="Google Shape;151;p22"/>
          <p:cNvSpPr/>
          <p:nvPr/>
        </p:nvSpPr>
        <p:spPr>
          <a:xfrm rot="10800000">
            <a:off x="5445825" y="4088013"/>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2"/>
          <p:cNvSpPr/>
          <p:nvPr/>
        </p:nvSpPr>
        <p:spPr>
          <a:xfrm>
            <a:off x="0" y="615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2"/>
          <p:cNvSpPr txBox="1">
            <a:spLocks noGrp="1"/>
          </p:cNvSpPr>
          <p:nvPr>
            <p:ph type="title"/>
          </p:nvPr>
        </p:nvSpPr>
        <p:spPr>
          <a:xfrm>
            <a:off x="720000" y="540000"/>
            <a:ext cx="7704000" cy="67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4" name="Google Shape;154;p22"/>
          <p:cNvSpPr txBox="1">
            <a:spLocks noGrp="1"/>
          </p:cNvSpPr>
          <p:nvPr>
            <p:ph type="body" idx="1"/>
          </p:nvPr>
        </p:nvSpPr>
        <p:spPr>
          <a:xfrm>
            <a:off x="720000" y="1216800"/>
            <a:ext cx="3852000" cy="33867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lt2"/>
              </a:buClr>
              <a:buSzPts val="1200"/>
              <a:buChar char="●"/>
              <a:defRPr sz="1200"/>
            </a:lvl1pPr>
            <a:lvl2pPr marL="914400" lvl="1" indent="-304800" rtl="0">
              <a:lnSpc>
                <a:spcPct val="115000"/>
              </a:lnSpc>
              <a:spcBef>
                <a:spcPts val="0"/>
              </a:spcBef>
              <a:spcAft>
                <a:spcPts val="0"/>
              </a:spcAft>
              <a:buSzPts val="1200"/>
              <a:buChar char="○"/>
              <a:defRPr sz="1200"/>
            </a:lvl2pPr>
            <a:lvl3pPr marL="1371600" lvl="2" indent="-304800" rtl="0">
              <a:lnSpc>
                <a:spcPct val="115000"/>
              </a:lnSpc>
              <a:spcBef>
                <a:spcPts val="0"/>
              </a:spcBef>
              <a:spcAft>
                <a:spcPts val="0"/>
              </a:spcAft>
              <a:buSzPts val="1200"/>
              <a:buChar char="■"/>
              <a:defRPr sz="1200"/>
            </a:lvl3pPr>
            <a:lvl4pPr marL="1828800" lvl="3" indent="-304800" rtl="0">
              <a:lnSpc>
                <a:spcPct val="115000"/>
              </a:lnSpc>
              <a:spcBef>
                <a:spcPts val="0"/>
              </a:spcBef>
              <a:spcAft>
                <a:spcPts val="0"/>
              </a:spcAft>
              <a:buSzPts val="1200"/>
              <a:buChar char="●"/>
              <a:defRPr sz="1200"/>
            </a:lvl4pPr>
            <a:lvl5pPr marL="2286000" lvl="4" indent="-304800" rtl="0">
              <a:lnSpc>
                <a:spcPct val="115000"/>
              </a:lnSpc>
              <a:spcBef>
                <a:spcPts val="0"/>
              </a:spcBef>
              <a:spcAft>
                <a:spcPts val="0"/>
              </a:spcAft>
              <a:buSzPts val="1200"/>
              <a:buChar char="○"/>
              <a:defRPr sz="1200"/>
            </a:lvl5pPr>
            <a:lvl6pPr marL="2743200" lvl="5" indent="-304800" rtl="0">
              <a:lnSpc>
                <a:spcPct val="115000"/>
              </a:lnSpc>
              <a:spcBef>
                <a:spcPts val="0"/>
              </a:spcBef>
              <a:spcAft>
                <a:spcPts val="0"/>
              </a:spcAft>
              <a:buSzPts val="1200"/>
              <a:buChar char="■"/>
              <a:defRPr sz="1200"/>
            </a:lvl6pPr>
            <a:lvl7pPr marL="3200400" lvl="6" indent="-304800" rtl="0">
              <a:lnSpc>
                <a:spcPct val="115000"/>
              </a:lnSpc>
              <a:spcBef>
                <a:spcPts val="0"/>
              </a:spcBef>
              <a:spcAft>
                <a:spcPts val="0"/>
              </a:spcAft>
              <a:buSzPts val="1200"/>
              <a:buChar char="●"/>
              <a:defRPr sz="1200"/>
            </a:lvl7pPr>
            <a:lvl8pPr marL="3657600" lvl="7" indent="-304800" rtl="0">
              <a:lnSpc>
                <a:spcPct val="115000"/>
              </a:lnSpc>
              <a:spcBef>
                <a:spcPts val="0"/>
              </a:spcBef>
              <a:spcAft>
                <a:spcPts val="0"/>
              </a:spcAft>
              <a:buSzPts val="1200"/>
              <a:buChar char="○"/>
              <a:defRPr sz="1200"/>
            </a:lvl8pPr>
            <a:lvl9pPr marL="4114800" lvl="8" indent="-304800" rtl="0">
              <a:lnSpc>
                <a:spcPct val="115000"/>
              </a:lnSpc>
              <a:spcBef>
                <a:spcPts val="0"/>
              </a:spcBef>
              <a:spcAft>
                <a:spcPts val="0"/>
              </a:spcAft>
              <a:buSzPts val="1200"/>
              <a:buChar char="■"/>
              <a:defRPr sz="1200"/>
            </a:lvl9pPr>
          </a:lstStyle>
          <a:p>
            <a:endParaRPr/>
          </a:p>
        </p:txBody>
      </p:sp>
      <p:sp>
        <p:nvSpPr>
          <p:cNvPr id="155" name="Google Shape;155;p22"/>
          <p:cNvSpPr txBox="1">
            <a:spLocks noGrp="1"/>
          </p:cNvSpPr>
          <p:nvPr>
            <p:ph type="body" idx="2"/>
          </p:nvPr>
        </p:nvSpPr>
        <p:spPr>
          <a:xfrm>
            <a:off x="4571995" y="1216800"/>
            <a:ext cx="3852000" cy="3386700"/>
          </a:xfrm>
          <a:prstGeom prst="rect">
            <a:avLst/>
          </a:prstGeom>
          <a:noFill/>
          <a:ln>
            <a:noFill/>
          </a:ln>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lt2"/>
              </a:buClr>
              <a:buSzPts val="1200"/>
              <a:buFont typeface="Montserrat"/>
              <a:buChar char="●"/>
              <a:defRPr sz="2200">
                <a:solidFill>
                  <a:schemeClr val="dk1"/>
                </a:solidFill>
                <a:latin typeface="Archivo Black"/>
                <a:ea typeface="Archivo Black"/>
                <a:cs typeface="Archivo Black"/>
                <a:sym typeface="Archivo Black"/>
              </a:defRPr>
            </a:lvl1pPr>
            <a:lvl2pPr marL="914400" lvl="1" indent="-304800" rtl="0">
              <a:lnSpc>
                <a:spcPct val="115000"/>
              </a:lnSpc>
              <a:spcBef>
                <a:spcPts val="0"/>
              </a:spcBef>
              <a:spcAft>
                <a:spcPts val="0"/>
              </a:spcAft>
              <a:buClr>
                <a:schemeClr val="dk1"/>
              </a:buClr>
              <a:buSzPts val="1200"/>
              <a:buFont typeface="Montserrat"/>
              <a:buChar char="○"/>
              <a:defRPr sz="1200">
                <a:latin typeface="Montserrat Medium"/>
                <a:ea typeface="Montserrat Medium"/>
                <a:cs typeface="Montserrat Medium"/>
                <a:sym typeface="Montserrat Medium"/>
              </a:defRPr>
            </a:lvl2pPr>
            <a:lvl3pPr marL="1371600" lvl="2" indent="-304800" rtl="0">
              <a:lnSpc>
                <a:spcPct val="115000"/>
              </a:lnSpc>
              <a:spcBef>
                <a:spcPts val="0"/>
              </a:spcBef>
              <a:spcAft>
                <a:spcPts val="0"/>
              </a:spcAft>
              <a:buClr>
                <a:schemeClr val="dk1"/>
              </a:buClr>
              <a:buSzPts val="1200"/>
              <a:buFont typeface="Montserrat"/>
              <a:buChar char="■"/>
              <a:defRPr sz="1200">
                <a:latin typeface="Montserrat Medium"/>
                <a:ea typeface="Montserrat Medium"/>
                <a:cs typeface="Montserrat Medium"/>
                <a:sym typeface="Montserrat Medium"/>
              </a:defRPr>
            </a:lvl3pPr>
            <a:lvl4pPr marL="1828800" lvl="3" indent="-304800" rtl="0">
              <a:lnSpc>
                <a:spcPct val="115000"/>
              </a:lnSpc>
              <a:spcBef>
                <a:spcPts val="0"/>
              </a:spcBef>
              <a:spcAft>
                <a:spcPts val="0"/>
              </a:spcAft>
              <a:buClr>
                <a:schemeClr val="dk1"/>
              </a:buClr>
              <a:buSzPts val="1200"/>
              <a:buFont typeface="Montserrat"/>
              <a:buChar char="●"/>
              <a:defRPr sz="1200">
                <a:latin typeface="Montserrat Medium"/>
                <a:ea typeface="Montserrat Medium"/>
                <a:cs typeface="Montserrat Medium"/>
                <a:sym typeface="Montserrat Medium"/>
              </a:defRPr>
            </a:lvl4pPr>
            <a:lvl5pPr marL="2286000" lvl="4" indent="-304800" rtl="0">
              <a:lnSpc>
                <a:spcPct val="115000"/>
              </a:lnSpc>
              <a:spcBef>
                <a:spcPts val="0"/>
              </a:spcBef>
              <a:spcAft>
                <a:spcPts val="0"/>
              </a:spcAft>
              <a:buClr>
                <a:schemeClr val="dk1"/>
              </a:buClr>
              <a:buSzPts val="1200"/>
              <a:buFont typeface="Montserrat"/>
              <a:buChar char="○"/>
              <a:defRPr sz="1200">
                <a:latin typeface="Montserrat Medium"/>
                <a:ea typeface="Montserrat Medium"/>
                <a:cs typeface="Montserrat Medium"/>
                <a:sym typeface="Montserrat Medium"/>
              </a:defRPr>
            </a:lvl5pPr>
            <a:lvl6pPr marL="2743200" lvl="5" indent="-304800" rtl="0">
              <a:lnSpc>
                <a:spcPct val="115000"/>
              </a:lnSpc>
              <a:spcBef>
                <a:spcPts val="0"/>
              </a:spcBef>
              <a:spcAft>
                <a:spcPts val="0"/>
              </a:spcAft>
              <a:buClr>
                <a:schemeClr val="dk1"/>
              </a:buClr>
              <a:buSzPts val="1200"/>
              <a:buFont typeface="Montserrat"/>
              <a:buChar char="■"/>
              <a:defRPr sz="1200">
                <a:latin typeface="Montserrat Medium"/>
                <a:ea typeface="Montserrat Medium"/>
                <a:cs typeface="Montserrat Medium"/>
                <a:sym typeface="Montserrat Medium"/>
              </a:defRPr>
            </a:lvl6pPr>
            <a:lvl7pPr marL="3200400" lvl="6" indent="-304800" rtl="0">
              <a:lnSpc>
                <a:spcPct val="115000"/>
              </a:lnSpc>
              <a:spcBef>
                <a:spcPts val="0"/>
              </a:spcBef>
              <a:spcAft>
                <a:spcPts val="0"/>
              </a:spcAft>
              <a:buClr>
                <a:schemeClr val="dk1"/>
              </a:buClr>
              <a:buSzPts val="1200"/>
              <a:buFont typeface="Montserrat"/>
              <a:buChar char="●"/>
              <a:defRPr sz="1200">
                <a:latin typeface="Montserrat Medium"/>
                <a:ea typeface="Montserrat Medium"/>
                <a:cs typeface="Montserrat Medium"/>
                <a:sym typeface="Montserrat Medium"/>
              </a:defRPr>
            </a:lvl7pPr>
            <a:lvl8pPr marL="3657600" lvl="7" indent="-304800" rtl="0">
              <a:lnSpc>
                <a:spcPct val="115000"/>
              </a:lnSpc>
              <a:spcBef>
                <a:spcPts val="0"/>
              </a:spcBef>
              <a:spcAft>
                <a:spcPts val="0"/>
              </a:spcAft>
              <a:buClr>
                <a:schemeClr val="dk1"/>
              </a:buClr>
              <a:buSzPts val="1200"/>
              <a:buFont typeface="Montserrat"/>
              <a:buChar char="○"/>
              <a:defRPr sz="1200">
                <a:latin typeface="Montserrat Medium"/>
                <a:ea typeface="Montserrat Medium"/>
                <a:cs typeface="Montserrat Medium"/>
                <a:sym typeface="Montserrat Medium"/>
              </a:defRPr>
            </a:lvl8pPr>
            <a:lvl9pPr marL="4114800" lvl="8" indent="-304800" rtl="0">
              <a:lnSpc>
                <a:spcPct val="115000"/>
              </a:lnSpc>
              <a:spcBef>
                <a:spcPts val="0"/>
              </a:spcBef>
              <a:spcAft>
                <a:spcPts val="0"/>
              </a:spcAft>
              <a:buClr>
                <a:schemeClr val="dk1"/>
              </a:buClr>
              <a:buSzPts val="1200"/>
              <a:buFont typeface="Montserrat"/>
              <a:buChar char="■"/>
              <a:defRPr sz="1200">
                <a:latin typeface="Montserrat Medium"/>
                <a:ea typeface="Montserrat Medium"/>
                <a:cs typeface="Montserrat Medium"/>
                <a:sym typeface="Montserrat Medium"/>
              </a:defRPr>
            </a:lvl9pPr>
          </a:lstStyle>
          <a:p>
            <a:endParaRPr/>
          </a:p>
        </p:txBody>
      </p:sp>
      <p:sp>
        <p:nvSpPr>
          <p:cNvPr id="156" name="Google Shape;156;p22"/>
          <p:cNvSpPr/>
          <p:nvPr/>
        </p:nvSpPr>
        <p:spPr>
          <a:xfrm rot="-5400000">
            <a:off x="1641575" y="-1282437"/>
            <a:ext cx="819325" cy="3384200"/>
          </a:xfrm>
          <a:custGeom>
            <a:avLst/>
            <a:gdLst/>
            <a:ahLst/>
            <a:cxnLst/>
            <a:rect l="l" t="t" r="r" b="b"/>
            <a:pathLst>
              <a:path w="32773" h="135368" extrusionOk="0">
                <a:moveTo>
                  <a:pt x="32773" y="0"/>
                </a:moveTo>
                <a:lnTo>
                  <a:pt x="32773" y="0"/>
                </a:lnTo>
                <a:cubicBezTo>
                  <a:pt x="32772" y="1"/>
                  <a:pt x="12156" y="14749"/>
                  <a:pt x="16884" y="36501"/>
                </a:cubicBezTo>
                <a:cubicBezTo>
                  <a:pt x="21613" y="58253"/>
                  <a:pt x="32684" y="62255"/>
                  <a:pt x="16343" y="89509"/>
                </a:cubicBezTo>
                <a:cubicBezTo>
                  <a:pt x="1" y="116766"/>
                  <a:pt x="32401" y="135367"/>
                  <a:pt x="32401" y="135367"/>
                </a:cubicBezTo>
                <a:lnTo>
                  <a:pt x="327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2"/>
          <p:cNvSpPr/>
          <p:nvPr/>
        </p:nvSpPr>
        <p:spPr>
          <a:xfrm rot="5400000">
            <a:off x="6683100" y="3051700"/>
            <a:ext cx="819325" cy="3384200"/>
          </a:xfrm>
          <a:custGeom>
            <a:avLst/>
            <a:gdLst/>
            <a:ahLst/>
            <a:cxnLst/>
            <a:rect l="l" t="t" r="r" b="b"/>
            <a:pathLst>
              <a:path w="32773" h="135368" extrusionOk="0">
                <a:moveTo>
                  <a:pt x="32773" y="0"/>
                </a:moveTo>
                <a:lnTo>
                  <a:pt x="32773" y="0"/>
                </a:lnTo>
                <a:cubicBezTo>
                  <a:pt x="32772" y="1"/>
                  <a:pt x="12156" y="14749"/>
                  <a:pt x="16884" y="36501"/>
                </a:cubicBezTo>
                <a:cubicBezTo>
                  <a:pt x="21613" y="58253"/>
                  <a:pt x="32684" y="62255"/>
                  <a:pt x="16343" y="89509"/>
                </a:cubicBezTo>
                <a:cubicBezTo>
                  <a:pt x="1" y="116766"/>
                  <a:pt x="32401" y="135367"/>
                  <a:pt x="32401" y="135367"/>
                </a:cubicBezTo>
                <a:lnTo>
                  <a:pt x="327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3">
  <p:cSld name="CUSTOM_3_1_1">
    <p:spTree>
      <p:nvGrpSpPr>
        <p:cNvPr id="1" name="Shape 158"/>
        <p:cNvGrpSpPr/>
        <p:nvPr/>
      </p:nvGrpSpPr>
      <p:grpSpPr>
        <a:xfrm>
          <a:off x="0" y="0"/>
          <a:ext cx="0" cy="0"/>
          <a:chOff x="0" y="0"/>
          <a:chExt cx="0" cy="0"/>
        </a:xfrm>
      </p:grpSpPr>
      <p:sp>
        <p:nvSpPr>
          <p:cNvPr id="159" name="Google Shape;159;p23"/>
          <p:cNvSpPr/>
          <p:nvPr/>
        </p:nvSpPr>
        <p:spPr>
          <a:xfrm>
            <a:off x="2" y="0"/>
            <a:ext cx="1813093" cy="1842725"/>
          </a:xfrm>
          <a:custGeom>
            <a:avLst/>
            <a:gdLst/>
            <a:ahLst/>
            <a:cxnLst/>
            <a:rect l="l" t="t" r="r" b="b"/>
            <a:pathLst>
              <a:path w="43689" h="44403" extrusionOk="0">
                <a:moveTo>
                  <a:pt x="0" y="1"/>
                </a:moveTo>
                <a:lnTo>
                  <a:pt x="0" y="44403"/>
                </a:lnTo>
                <a:cubicBezTo>
                  <a:pt x="0" y="44403"/>
                  <a:pt x="1" y="44403"/>
                  <a:pt x="3" y="44403"/>
                </a:cubicBezTo>
                <a:cubicBezTo>
                  <a:pt x="242" y="44403"/>
                  <a:pt x="14099" y="44366"/>
                  <a:pt x="14761" y="35934"/>
                </a:cubicBezTo>
                <a:cubicBezTo>
                  <a:pt x="15429" y="27428"/>
                  <a:pt x="12315" y="24926"/>
                  <a:pt x="18544" y="20639"/>
                </a:cubicBezTo>
                <a:cubicBezTo>
                  <a:pt x="24775" y="16351"/>
                  <a:pt x="43688" y="13774"/>
                  <a:pt x="385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3"/>
          <p:cNvSpPr/>
          <p:nvPr/>
        </p:nvSpPr>
        <p:spPr>
          <a:xfrm flipH="1">
            <a:off x="7597553" y="0"/>
            <a:ext cx="1546456" cy="1897297"/>
          </a:xfrm>
          <a:custGeom>
            <a:avLst/>
            <a:gdLst/>
            <a:ahLst/>
            <a:cxnLst/>
            <a:rect l="l" t="t" r="r" b="b"/>
            <a:pathLst>
              <a:path w="37264" h="45718" extrusionOk="0">
                <a:moveTo>
                  <a:pt x="0" y="1"/>
                </a:moveTo>
                <a:lnTo>
                  <a:pt x="0" y="45718"/>
                </a:lnTo>
                <a:cubicBezTo>
                  <a:pt x="0" y="45718"/>
                  <a:pt x="1" y="45718"/>
                  <a:pt x="3" y="45718"/>
                </a:cubicBezTo>
                <a:cubicBezTo>
                  <a:pt x="219" y="45718"/>
                  <a:pt x="12696" y="45680"/>
                  <a:pt x="13245" y="36960"/>
                </a:cubicBezTo>
                <a:cubicBezTo>
                  <a:pt x="13798" y="28165"/>
                  <a:pt x="11214" y="25578"/>
                  <a:pt x="16386" y="21144"/>
                </a:cubicBezTo>
                <a:cubicBezTo>
                  <a:pt x="21559" y="16709"/>
                  <a:pt x="37264" y="14243"/>
                  <a:pt x="33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3"/>
          <p:cNvSpPr txBox="1">
            <a:spLocks noGrp="1"/>
          </p:cNvSpPr>
          <p:nvPr>
            <p:ph type="title"/>
          </p:nvPr>
        </p:nvSpPr>
        <p:spPr>
          <a:xfrm>
            <a:off x="1416000" y="3221998"/>
            <a:ext cx="2808000" cy="554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62" name="Google Shape;162;p23"/>
          <p:cNvSpPr txBox="1">
            <a:spLocks noGrp="1"/>
          </p:cNvSpPr>
          <p:nvPr>
            <p:ph type="subTitle" idx="1"/>
          </p:nvPr>
        </p:nvSpPr>
        <p:spPr>
          <a:xfrm>
            <a:off x="1416000" y="3699873"/>
            <a:ext cx="2808000" cy="5040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163" name="Google Shape;163;p23"/>
          <p:cNvSpPr txBox="1">
            <a:spLocks noGrp="1"/>
          </p:cNvSpPr>
          <p:nvPr>
            <p:ph type="title" idx="2"/>
          </p:nvPr>
        </p:nvSpPr>
        <p:spPr>
          <a:xfrm>
            <a:off x="4920000" y="3221998"/>
            <a:ext cx="2808000" cy="554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64" name="Google Shape;164;p23"/>
          <p:cNvSpPr txBox="1">
            <a:spLocks noGrp="1"/>
          </p:cNvSpPr>
          <p:nvPr>
            <p:ph type="subTitle" idx="3"/>
          </p:nvPr>
        </p:nvSpPr>
        <p:spPr>
          <a:xfrm>
            <a:off x="4920000" y="3699887"/>
            <a:ext cx="2808000" cy="5040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165" name="Google Shape;165;p23"/>
          <p:cNvSpPr txBox="1">
            <a:spLocks noGrp="1"/>
          </p:cNvSpPr>
          <p:nvPr>
            <p:ph type="title" idx="4"/>
          </p:nvPr>
        </p:nvSpPr>
        <p:spPr>
          <a:xfrm>
            <a:off x="720000" y="540000"/>
            <a:ext cx="7704000" cy="67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lumns">
  <p:cSld name="CUSTOM_3_2">
    <p:spTree>
      <p:nvGrpSpPr>
        <p:cNvPr id="1" name="Shape 166"/>
        <p:cNvGrpSpPr/>
        <p:nvPr/>
      </p:nvGrpSpPr>
      <p:grpSpPr>
        <a:xfrm>
          <a:off x="0" y="0"/>
          <a:ext cx="0" cy="0"/>
          <a:chOff x="0" y="0"/>
          <a:chExt cx="0" cy="0"/>
        </a:xfrm>
      </p:grpSpPr>
      <p:sp>
        <p:nvSpPr>
          <p:cNvPr id="167" name="Google Shape;167;p24"/>
          <p:cNvSpPr/>
          <p:nvPr/>
        </p:nvSpPr>
        <p:spPr>
          <a:xfrm>
            <a:off x="2" y="0"/>
            <a:ext cx="1813093" cy="1842725"/>
          </a:xfrm>
          <a:custGeom>
            <a:avLst/>
            <a:gdLst/>
            <a:ahLst/>
            <a:cxnLst/>
            <a:rect l="l" t="t" r="r" b="b"/>
            <a:pathLst>
              <a:path w="43689" h="44403" extrusionOk="0">
                <a:moveTo>
                  <a:pt x="0" y="1"/>
                </a:moveTo>
                <a:lnTo>
                  <a:pt x="0" y="44403"/>
                </a:lnTo>
                <a:cubicBezTo>
                  <a:pt x="0" y="44403"/>
                  <a:pt x="1" y="44403"/>
                  <a:pt x="3" y="44403"/>
                </a:cubicBezTo>
                <a:cubicBezTo>
                  <a:pt x="242" y="44403"/>
                  <a:pt x="14099" y="44366"/>
                  <a:pt x="14761" y="35934"/>
                </a:cubicBezTo>
                <a:cubicBezTo>
                  <a:pt x="15429" y="27428"/>
                  <a:pt x="12315" y="24926"/>
                  <a:pt x="18544" y="20639"/>
                </a:cubicBezTo>
                <a:cubicBezTo>
                  <a:pt x="24775" y="16351"/>
                  <a:pt x="43688" y="13774"/>
                  <a:pt x="385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4"/>
          <p:cNvSpPr/>
          <p:nvPr/>
        </p:nvSpPr>
        <p:spPr>
          <a:xfrm flipH="1">
            <a:off x="7597553" y="0"/>
            <a:ext cx="1546456" cy="1897297"/>
          </a:xfrm>
          <a:custGeom>
            <a:avLst/>
            <a:gdLst/>
            <a:ahLst/>
            <a:cxnLst/>
            <a:rect l="l" t="t" r="r" b="b"/>
            <a:pathLst>
              <a:path w="37264" h="45718" extrusionOk="0">
                <a:moveTo>
                  <a:pt x="0" y="1"/>
                </a:moveTo>
                <a:lnTo>
                  <a:pt x="0" y="45718"/>
                </a:lnTo>
                <a:cubicBezTo>
                  <a:pt x="0" y="45718"/>
                  <a:pt x="1" y="45718"/>
                  <a:pt x="3" y="45718"/>
                </a:cubicBezTo>
                <a:cubicBezTo>
                  <a:pt x="219" y="45718"/>
                  <a:pt x="12696" y="45680"/>
                  <a:pt x="13245" y="36960"/>
                </a:cubicBezTo>
                <a:cubicBezTo>
                  <a:pt x="13798" y="28165"/>
                  <a:pt x="11214" y="25578"/>
                  <a:pt x="16386" y="21144"/>
                </a:cubicBezTo>
                <a:cubicBezTo>
                  <a:pt x="21559" y="16709"/>
                  <a:pt x="37264" y="14243"/>
                  <a:pt x="33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4"/>
          <p:cNvSpPr txBox="1">
            <a:spLocks noGrp="1"/>
          </p:cNvSpPr>
          <p:nvPr>
            <p:ph type="title"/>
          </p:nvPr>
        </p:nvSpPr>
        <p:spPr>
          <a:xfrm>
            <a:off x="720000" y="2680921"/>
            <a:ext cx="2340000" cy="554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70" name="Google Shape;170;p24"/>
          <p:cNvSpPr txBox="1">
            <a:spLocks noGrp="1"/>
          </p:cNvSpPr>
          <p:nvPr>
            <p:ph type="subTitle" idx="1"/>
          </p:nvPr>
        </p:nvSpPr>
        <p:spPr>
          <a:xfrm>
            <a:off x="720000" y="3158821"/>
            <a:ext cx="2340000" cy="7200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171" name="Google Shape;171;p24"/>
          <p:cNvSpPr txBox="1">
            <a:spLocks noGrp="1"/>
          </p:cNvSpPr>
          <p:nvPr>
            <p:ph type="title" idx="2"/>
          </p:nvPr>
        </p:nvSpPr>
        <p:spPr>
          <a:xfrm>
            <a:off x="6084000" y="2680921"/>
            <a:ext cx="2340000" cy="554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72" name="Google Shape;172;p24"/>
          <p:cNvSpPr txBox="1">
            <a:spLocks noGrp="1"/>
          </p:cNvSpPr>
          <p:nvPr>
            <p:ph type="subTitle" idx="3"/>
          </p:nvPr>
        </p:nvSpPr>
        <p:spPr>
          <a:xfrm>
            <a:off x="6084000" y="3158821"/>
            <a:ext cx="2340000" cy="7200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173" name="Google Shape;173;p24"/>
          <p:cNvSpPr txBox="1">
            <a:spLocks noGrp="1"/>
          </p:cNvSpPr>
          <p:nvPr>
            <p:ph type="title" idx="4"/>
          </p:nvPr>
        </p:nvSpPr>
        <p:spPr>
          <a:xfrm>
            <a:off x="3402000" y="2680921"/>
            <a:ext cx="2340000" cy="554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74" name="Google Shape;174;p24"/>
          <p:cNvSpPr txBox="1">
            <a:spLocks noGrp="1"/>
          </p:cNvSpPr>
          <p:nvPr>
            <p:ph type="subTitle" idx="5"/>
          </p:nvPr>
        </p:nvSpPr>
        <p:spPr>
          <a:xfrm>
            <a:off x="3402000" y="3158829"/>
            <a:ext cx="2340000" cy="7200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175" name="Google Shape;175;p24"/>
          <p:cNvSpPr txBox="1">
            <a:spLocks noGrp="1"/>
          </p:cNvSpPr>
          <p:nvPr>
            <p:ph type="title" idx="6"/>
          </p:nvPr>
        </p:nvSpPr>
        <p:spPr>
          <a:xfrm>
            <a:off x="720000" y="540000"/>
            <a:ext cx="7704000" cy="67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four columns">
  <p:cSld name="CUSTOM_4">
    <p:spTree>
      <p:nvGrpSpPr>
        <p:cNvPr id="1" name="Shape 176"/>
        <p:cNvGrpSpPr/>
        <p:nvPr/>
      </p:nvGrpSpPr>
      <p:grpSpPr>
        <a:xfrm>
          <a:off x="0" y="0"/>
          <a:ext cx="0" cy="0"/>
          <a:chOff x="0" y="0"/>
          <a:chExt cx="0" cy="0"/>
        </a:xfrm>
      </p:grpSpPr>
      <p:sp>
        <p:nvSpPr>
          <p:cNvPr id="177" name="Google Shape;177;p25"/>
          <p:cNvSpPr/>
          <p:nvPr/>
        </p:nvSpPr>
        <p:spPr>
          <a:xfrm rot="10800000">
            <a:off x="5445825" y="4088013"/>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5"/>
          <p:cNvSpPr/>
          <p:nvPr/>
        </p:nvSpPr>
        <p:spPr>
          <a:xfrm>
            <a:off x="0" y="615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5"/>
          <p:cNvSpPr txBox="1">
            <a:spLocks noGrp="1"/>
          </p:cNvSpPr>
          <p:nvPr>
            <p:ph type="title"/>
          </p:nvPr>
        </p:nvSpPr>
        <p:spPr>
          <a:xfrm>
            <a:off x="1791600" y="1860600"/>
            <a:ext cx="2246400" cy="554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80" name="Google Shape;180;p25"/>
          <p:cNvSpPr txBox="1">
            <a:spLocks noGrp="1"/>
          </p:cNvSpPr>
          <p:nvPr>
            <p:ph type="subTitle" idx="1"/>
          </p:nvPr>
        </p:nvSpPr>
        <p:spPr>
          <a:xfrm>
            <a:off x="1791600" y="2338500"/>
            <a:ext cx="2246400" cy="5040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181" name="Google Shape;181;p25"/>
          <p:cNvSpPr txBox="1">
            <a:spLocks noGrp="1"/>
          </p:cNvSpPr>
          <p:nvPr>
            <p:ph type="title" idx="2"/>
          </p:nvPr>
        </p:nvSpPr>
        <p:spPr>
          <a:xfrm>
            <a:off x="5109600" y="1860600"/>
            <a:ext cx="2246400" cy="554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82" name="Google Shape;182;p25"/>
          <p:cNvSpPr txBox="1">
            <a:spLocks noGrp="1"/>
          </p:cNvSpPr>
          <p:nvPr>
            <p:ph type="subTitle" idx="3"/>
          </p:nvPr>
        </p:nvSpPr>
        <p:spPr>
          <a:xfrm>
            <a:off x="5109600" y="2338500"/>
            <a:ext cx="2246400" cy="5040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183" name="Google Shape;183;p25"/>
          <p:cNvSpPr txBox="1">
            <a:spLocks noGrp="1"/>
          </p:cNvSpPr>
          <p:nvPr>
            <p:ph type="title" idx="4"/>
          </p:nvPr>
        </p:nvSpPr>
        <p:spPr>
          <a:xfrm>
            <a:off x="1791600" y="3617275"/>
            <a:ext cx="2246400" cy="554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84" name="Google Shape;184;p25"/>
          <p:cNvSpPr txBox="1">
            <a:spLocks noGrp="1"/>
          </p:cNvSpPr>
          <p:nvPr>
            <p:ph type="subTitle" idx="5"/>
          </p:nvPr>
        </p:nvSpPr>
        <p:spPr>
          <a:xfrm>
            <a:off x="1791600" y="4095175"/>
            <a:ext cx="2246400" cy="5040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185" name="Google Shape;185;p25"/>
          <p:cNvSpPr txBox="1">
            <a:spLocks noGrp="1"/>
          </p:cNvSpPr>
          <p:nvPr>
            <p:ph type="title" idx="6"/>
          </p:nvPr>
        </p:nvSpPr>
        <p:spPr>
          <a:xfrm>
            <a:off x="5109600" y="3617275"/>
            <a:ext cx="2246400" cy="554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86" name="Google Shape;186;p25"/>
          <p:cNvSpPr txBox="1">
            <a:spLocks noGrp="1"/>
          </p:cNvSpPr>
          <p:nvPr>
            <p:ph type="subTitle" idx="7"/>
          </p:nvPr>
        </p:nvSpPr>
        <p:spPr>
          <a:xfrm>
            <a:off x="5109600" y="4095175"/>
            <a:ext cx="2246400" cy="5040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187" name="Google Shape;187;p25"/>
          <p:cNvSpPr txBox="1">
            <a:spLocks noGrp="1"/>
          </p:cNvSpPr>
          <p:nvPr>
            <p:ph type="title" idx="8"/>
          </p:nvPr>
        </p:nvSpPr>
        <p:spPr>
          <a:xfrm>
            <a:off x="720000" y="540000"/>
            <a:ext cx="7704000" cy="67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six columns">
  <p:cSld name="CUSTOM_5_1">
    <p:spTree>
      <p:nvGrpSpPr>
        <p:cNvPr id="1" name="Shape 188"/>
        <p:cNvGrpSpPr/>
        <p:nvPr/>
      </p:nvGrpSpPr>
      <p:grpSpPr>
        <a:xfrm>
          <a:off x="0" y="0"/>
          <a:ext cx="0" cy="0"/>
          <a:chOff x="0" y="0"/>
          <a:chExt cx="0" cy="0"/>
        </a:xfrm>
      </p:grpSpPr>
      <p:sp>
        <p:nvSpPr>
          <p:cNvPr id="189" name="Google Shape;189;p26"/>
          <p:cNvSpPr/>
          <p:nvPr/>
        </p:nvSpPr>
        <p:spPr>
          <a:xfrm rot="10800000">
            <a:off x="5445825" y="4088013"/>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6"/>
          <p:cNvSpPr/>
          <p:nvPr/>
        </p:nvSpPr>
        <p:spPr>
          <a:xfrm>
            <a:off x="0" y="615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6"/>
          <p:cNvSpPr txBox="1">
            <a:spLocks noGrp="1"/>
          </p:cNvSpPr>
          <p:nvPr>
            <p:ph type="title"/>
          </p:nvPr>
        </p:nvSpPr>
        <p:spPr>
          <a:xfrm>
            <a:off x="1984200" y="1278600"/>
            <a:ext cx="22464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92" name="Google Shape;192;p26"/>
          <p:cNvSpPr txBox="1">
            <a:spLocks noGrp="1"/>
          </p:cNvSpPr>
          <p:nvPr>
            <p:ph type="subTitle" idx="1"/>
          </p:nvPr>
        </p:nvSpPr>
        <p:spPr>
          <a:xfrm>
            <a:off x="1984200" y="1756500"/>
            <a:ext cx="2246400" cy="5040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193" name="Google Shape;193;p26"/>
          <p:cNvSpPr txBox="1">
            <a:spLocks noGrp="1"/>
          </p:cNvSpPr>
          <p:nvPr>
            <p:ph type="title" idx="2"/>
          </p:nvPr>
        </p:nvSpPr>
        <p:spPr>
          <a:xfrm>
            <a:off x="5494200" y="1278900"/>
            <a:ext cx="22464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94" name="Google Shape;194;p26"/>
          <p:cNvSpPr txBox="1">
            <a:spLocks noGrp="1"/>
          </p:cNvSpPr>
          <p:nvPr>
            <p:ph type="subTitle" idx="3"/>
          </p:nvPr>
        </p:nvSpPr>
        <p:spPr>
          <a:xfrm>
            <a:off x="5494200" y="1756800"/>
            <a:ext cx="2246400" cy="5040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195" name="Google Shape;195;p26"/>
          <p:cNvSpPr txBox="1">
            <a:spLocks noGrp="1"/>
          </p:cNvSpPr>
          <p:nvPr>
            <p:ph type="title" idx="4"/>
          </p:nvPr>
        </p:nvSpPr>
        <p:spPr>
          <a:xfrm>
            <a:off x="1984200" y="2448600"/>
            <a:ext cx="22464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96" name="Google Shape;196;p26"/>
          <p:cNvSpPr txBox="1">
            <a:spLocks noGrp="1"/>
          </p:cNvSpPr>
          <p:nvPr>
            <p:ph type="subTitle" idx="5"/>
          </p:nvPr>
        </p:nvSpPr>
        <p:spPr>
          <a:xfrm>
            <a:off x="1984200" y="2926500"/>
            <a:ext cx="2246400" cy="5040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197" name="Google Shape;197;p26"/>
          <p:cNvSpPr txBox="1">
            <a:spLocks noGrp="1"/>
          </p:cNvSpPr>
          <p:nvPr>
            <p:ph type="title" idx="6"/>
          </p:nvPr>
        </p:nvSpPr>
        <p:spPr>
          <a:xfrm>
            <a:off x="1984200" y="3618900"/>
            <a:ext cx="22464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98" name="Google Shape;198;p26"/>
          <p:cNvSpPr txBox="1">
            <a:spLocks noGrp="1"/>
          </p:cNvSpPr>
          <p:nvPr>
            <p:ph type="subTitle" idx="7"/>
          </p:nvPr>
        </p:nvSpPr>
        <p:spPr>
          <a:xfrm>
            <a:off x="1984200" y="4096800"/>
            <a:ext cx="2246400" cy="5040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199" name="Google Shape;199;p26"/>
          <p:cNvSpPr txBox="1">
            <a:spLocks noGrp="1"/>
          </p:cNvSpPr>
          <p:nvPr>
            <p:ph type="title" idx="8"/>
          </p:nvPr>
        </p:nvSpPr>
        <p:spPr>
          <a:xfrm>
            <a:off x="5494200" y="2448600"/>
            <a:ext cx="22464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00" name="Google Shape;200;p26"/>
          <p:cNvSpPr txBox="1">
            <a:spLocks noGrp="1"/>
          </p:cNvSpPr>
          <p:nvPr>
            <p:ph type="subTitle" idx="9"/>
          </p:nvPr>
        </p:nvSpPr>
        <p:spPr>
          <a:xfrm>
            <a:off x="5494200" y="2926500"/>
            <a:ext cx="2246400" cy="5040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201" name="Google Shape;201;p26"/>
          <p:cNvSpPr txBox="1">
            <a:spLocks noGrp="1"/>
          </p:cNvSpPr>
          <p:nvPr>
            <p:ph type="title" idx="13"/>
          </p:nvPr>
        </p:nvSpPr>
        <p:spPr>
          <a:xfrm>
            <a:off x="5494200" y="3618900"/>
            <a:ext cx="22464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02" name="Google Shape;202;p26"/>
          <p:cNvSpPr txBox="1">
            <a:spLocks noGrp="1"/>
          </p:cNvSpPr>
          <p:nvPr>
            <p:ph type="subTitle" idx="14"/>
          </p:nvPr>
        </p:nvSpPr>
        <p:spPr>
          <a:xfrm>
            <a:off x="5494200" y="4096800"/>
            <a:ext cx="2246400" cy="5040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203" name="Google Shape;203;p26"/>
          <p:cNvSpPr txBox="1">
            <a:spLocks noGrp="1"/>
          </p:cNvSpPr>
          <p:nvPr>
            <p:ph type="title" idx="15"/>
          </p:nvPr>
        </p:nvSpPr>
        <p:spPr>
          <a:xfrm>
            <a:off x="720000" y="540000"/>
            <a:ext cx="7704000" cy="67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Numbers and text">
  <p:cSld name="CUSTOM_6_1_1_1_1_1_1">
    <p:spTree>
      <p:nvGrpSpPr>
        <p:cNvPr id="1" name="Shape 204"/>
        <p:cNvGrpSpPr/>
        <p:nvPr/>
      </p:nvGrpSpPr>
      <p:grpSpPr>
        <a:xfrm>
          <a:off x="0" y="0"/>
          <a:ext cx="0" cy="0"/>
          <a:chOff x="0" y="0"/>
          <a:chExt cx="0" cy="0"/>
        </a:xfrm>
      </p:grpSpPr>
      <p:sp>
        <p:nvSpPr>
          <p:cNvPr id="205" name="Google Shape;205;p27"/>
          <p:cNvSpPr/>
          <p:nvPr/>
        </p:nvSpPr>
        <p:spPr>
          <a:xfrm flipH="1">
            <a:off x="5445834" y="615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7"/>
          <p:cNvSpPr/>
          <p:nvPr/>
        </p:nvSpPr>
        <p:spPr>
          <a:xfrm rot="10800000" flipH="1">
            <a:off x="9" y="4088013"/>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7"/>
          <p:cNvSpPr txBox="1">
            <a:spLocks noGrp="1"/>
          </p:cNvSpPr>
          <p:nvPr>
            <p:ph type="title"/>
          </p:nvPr>
        </p:nvSpPr>
        <p:spPr>
          <a:xfrm>
            <a:off x="2312400" y="1498838"/>
            <a:ext cx="21600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08" name="Google Shape;208;p27"/>
          <p:cNvSpPr txBox="1">
            <a:spLocks noGrp="1"/>
          </p:cNvSpPr>
          <p:nvPr>
            <p:ph type="subTitle" idx="1"/>
          </p:nvPr>
        </p:nvSpPr>
        <p:spPr>
          <a:xfrm>
            <a:off x="2312400" y="1984538"/>
            <a:ext cx="2160000" cy="5040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209" name="Google Shape;209;p27"/>
          <p:cNvSpPr txBox="1">
            <a:spLocks noGrp="1"/>
          </p:cNvSpPr>
          <p:nvPr>
            <p:ph type="title" idx="2"/>
          </p:nvPr>
        </p:nvSpPr>
        <p:spPr>
          <a:xfrm>
            <a:off x="6264000" y="1498838"/>
            <a:ext cx="21600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10" name="Google Shape;210;p27"/>
          <p:cNvSpPr txBox="1">
            <a:spLocks noGrp="1"/>
          </p:cNvSpPr>
          <p:nvPr>
            <p:ph type="subTitle" idx="3"/>
          </p:nvPr>
        </p:nvSpPr>
        <p:spPr>
          <a:xfrm>
            <a:off x="6264000" y="1984538"/>
            <a:ext cx="2160000" cy="5040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211" name="Google Shape;211;p27"/>
          <p:cNvSpPr txBox="1">
            <a:spLocks noGrp="1"/>
          </p:cNvSpPr>
          <p:nvPr>
            <p:ph type="title" idx="4"/>
          </p:nvPr>
        </p:nvSpPr>
        <p:spPr>
          <a:xfrm>
            <a:off x="2312400" y="3226025"/>
            <a:ext cx="21600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12" name="Google Shape;212;p27"/>
          <p:cNvSpPr txBox="1">
            <a:spLocks noGrp="1"/>
          </p:cNvSpPr>
          <p:nvPr>
            <p:ph type="subTitle" idx="5"/>
          </p:nvPr>
        </p:nvSpPr>
        <p:spPr>
          <a:xfrm>
            <a:off x="2312400" y="3711725"/>
            <a:ext cx="2160000" cy="5040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213" name="Google Shape;213;p27"/>
          <p:cNvSpPr txBox="1">
            <a:spLocks noGrp="1"/>
          </p:cNvSpPr>
          <p:nvPr>
            <p:ph type="title" idx="6"/>
          </p:nvPr>
        </p:nvSpPr>
        <p:spPr>
          <a:xfrm>
            <a:off x="720000" y="540000"/>
            <a:ext cx="7704000" cy="67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14" name="Google Shape;214;p27"/>
          <p:cNvSpPr txBox="1">
            <a:spLocks noGrp="1"/>
          </p:cNvSpPr>
          <p:nvPr>
            <p:ph type="title" idx="7" hasCustomPrompt="1"/>
          </p:nvPr>
        </p:nvSpPr>
        <p:spPr>
          <a:xfrm>
            <a:off x="720000" y="1789350"/>
            <a:ext cx="1440000" cy="5541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400"/>
              <a:buNone/>
              <a:defRPr sz="2400" b="1"/>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215" name="Google Shape;215;p27"/>
          <p:cNvSpPr txBox="1">
            <a:spLocks noGrp="1"/>
          </p:cNvSpPr>
          <p:nvPr>
            <p:ph type="title" idx="8" hasCustomPrompt="1"/>
          </p:nvPr>
        </p:nvSpPr>
        <p:spPr>
          <a:xfrm>
            <a:off x="4671150" y="1789350"/>
            <a:ext cx="1440000" cy="5541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400"/>
              <a:buNone/>
              <a:defRPr sz="2400" b="1"/>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216" name="Google Shape;216;p27"/>
          <p:cNvSpPr txBox="1">
            <a:spLocks noGrp="1"/>
          </p:cNvSpPr>
          <p:nvPr>
            <p:ph type="title" idx="9" hasCustomPrompt="1"/>
          </p:nvPr>
        </p:nvSpPr>
        <p:spPr>
          <a:xfrm>
            <a:off x="720000" y="3515938"/>
            <a:ext cx="1440000" cy="5541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400"/>
              <a:buNone/>
              <a:defRPr sz="2400" b="1"/>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217" name="Google Shape;217;p27"/>
          <p:cNvSpPr txBox="1">
            <a:spLocks noGrp="1"/>
          </p:cNvSpPr>
          <p:nvPr>
            <p:ph type="title" idx="13"/>
          </p:nvPr>
        </p:nvSpPr>
        <p:spPr>
          <a:xfrm>
            <a:off x="6264000" y="3226025"/>
            <a:ext cx="21600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18" name="Google Shape;218;p27"/>
          <p:cNvSpPr txBox="1">
            <a:spLocks noGrp="1"/>
          </p:cNvSpPr>
          <p:nvPr>
            <p:ph type="subTitle" idx="14"/>
          </p:nvPr>
        </p:nvSpPr>
        <p:spPr>
          <a:xfrm>
            <a:off x="6264000" y="3711725"/>
            <a:ext cx="2160000" cy="5040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algn="ctr"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219" name="Google Shape;219;p27"/>
          <p:cNvSpPr txBox="1">
            <a:spLocks noGrp="1"/>
          </p:cNvSpPr>
          <p:nvPr>
            <p:ph type="title" idx="15" hasCustomPrompt="1"/>
          </p:nvPr>
        </p:nvSpPr>
        <p:spPr>
          <a:xfrm>
            <a:off x="4671150" y="3515938"/>
            <a:ext cx="1440000" cy="5541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400"/>
              <a:buNone/>
              <a:defRPr sz="2400" b="1"/>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220" name="Google Shape;220;p27"/>
          <p:cNvSpPr/>
          <p:nvPr/>
        </p:nvSpPr>
        <p:spPr>
          <a:xfrm rot="-5400000" flipH="1">
            <a:off x="1641575" y="3051700"/>
            <a:ext cx="819325" cy="3384200"/>
          </a:xfrm>
          <a:custGeom>
            <a:avLst/>
            <a:gdLst/>
            <a:ahLst/>
            <a:cxnLst/>
            <a:rect l="l" t="t" r="r" b="b"/>
            <a:pathLst>
              <a:path w="32773" h="135368" extrusionOk="0">
                <a:moveTo>
                  <a:pt x="32773" y="0"/>
                </a:moveTo>
                <a:lnTo>
                  <a:pt x="32773" y="0"/>
                </a:lnTo>
                <a:cubicBezTo>
                  <a:pt x="32772" y="1"/>
                  <a:pt x="12156" y="14749"/>
                  <a:pt x="16884" y="36501"/>
                </a:cubicBezTo>
                <a:cubicBezTo>
                  <a:pt x="21613" y="58253"/>
                  <a:pt x="32684" y="62255"/>
                  <a:pt x="16343" y="89509"/>
                </a:cubicBezTo>
                <a:cubicBezTo>
                  <a:pt x="1" y="116766"/>
                  <a:pt x="32401" y="135367"/>
                  <a:pt x="32401" y="135367"/>
                </a:cubicBezTo>
                <a:lnTo>
                  <a:pt x="327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p:cSld name="CUSTOM_8">
    <p:spTree>
      <p:nvGrpSpPr>
        <p:cNvPr id="1" name="Shape 230"/>
        <p:cNvGrpSpPr/>
        <p:nvPr/>
      </p:nvGrpSpPr>
      <p:grpSpPr>
        <a:xfrm>
          <a:off x="0" y="0"/>
          <a:ext cx="0" cy="0"/>
          <a:chOff x="0" y="0"/>
          <a:chExt cx="0" cy="0"/>
        </a:xfrm>
      </p:grpSpPr>
      <p:sp>
        <p:nvSpPr>
          <p:cNvPr id="231" name="Google Shape;231;p29"/>
          <p:cNvSpPr/>
          <p:nvPr/>
        </p:nvSpPr>
        <p:spPr>
          <a:xfrm rot="10800000" flipH="1">
            <a:off x="9" y="4088013"/>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9"/>
          <p:cNvSpPr/>
          <p:nvPr/>
        </p:nvSpPr>
        <p:spPr>
          <a:xfrm flipH="1">
            <a:off x="5445834" y="615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1">
  <p:cSld name="CUSTOM_8_1">
    <p:spTree>
      <p:nvGrpSpPr>
        <p:cNvPr id="1" name="Shape 233"/>
        <p:cNvGrpSpPr/>
        <p:nvPr/>
      </p:nvGrpSpPr>
      <p:grpSpPr>
        <a:xfrm>
          <a:off x="0" y="0"/>
          <a:ext cx="0" cy="0"/>
          <a:chOff x="0" y="0"/>
          <a:chExt cx="0" cy="0"/>
        </a:xfrm>
      </p:grpSpPr>
      <p:sp>
        <p:nvSpPr>
          <p:cNvPr id="234" name="Google Shape;234;p30"/>
          <p:cNvSpPr/>
          <p:nvPr/>
        </p:nvSpPr>
        <p:spPr>
          <a:xfrm rot="10800000">
            <a:off x="5445834" y="4088013"/>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0"/>
          <p:cNvSpPr/>
          <p:nvPr/>
        </p:nvSpPr>
        <p:spPr>
          <a:xfrm>
            <a:off x="9" y="615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676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lt1"/>
              </a:buClr>
              <a:buSzPts val="3500"/>
              <a:buFont typeface="Montserrat Black"/>
              <a:buNone/>
              <a:defRPr sz="3500">
                <a:solidFill>
                  <a:schemeClr val="lt1"/>
                </a:solidFill>
                <a:latin typeface="Montserrat Black"/>
                <a:ea typeface="Montserrat Black"/>
                <a:cs typeface="Montserrat Black"/>
                <a:sym typeface="Montserrat Black"/>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20000" y="1216800"/>
            <a:ext cx="7704000" cy="3386700"/>
          </a:xfrm>
          <a:prstGeom prst="rect">
            <a:avLst/>
          </a:prstGeom>
          <a:noFill/>
          <a:ln>
            <a:noFill/>
          </a:ln>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1pPr>
            <a:lvl2pPr marL="914400" lvl="1" indent="-317500" rtl="0">
              <a:lnSpc>
                <a:spcPct val="115000"/>
              </a:lnSpc>
              <a:spcBef>
                <a:spcPts val="160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2pPr>
            <a:lvl3pPr marL="1371600" lvl="2" indent="-317500" rtl="0">
              <a:lnSpc>
                <a:spcPct val="115000"/>
              </a:lnSpc>
              <a:spcBef>
                <a:spcPts val="160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3pPr>
            <a:lvl4pPr marL="1828800" lvl="3" indent="-317500" rtl="0">
              <a:lnSpc>
                <a:spcPct val="115000"/>
              </a:lnSpc>
              <a:spcBef>
                <a:spcPts val="160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4pPr>
            <a:lvl5pPr marL="2286000" lvl="4" indent="-317500" rtl="0">
              <a:lnSpc>
                <a:spcPct val="115000"/>
              </a:lnSpc>
              <a:spcBef>
                <a:spcPts val="160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5pPr>
            <a:lvl6pPr marL="2743200" lvl="5" indent="-317500" rtl="0">
              <a:lnSpc>
                <a:spcPct val="115000"/>
              </a:lnSpc>
              <a:spcBef>
                <a:spcPts val="160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6pPr>
            <a:lvl7pPr marL="3200400" lvl="6" indent="-317500" rtl="0">
              <a:lnSpc>
                <a:spcPct val="115000"/>
              </a:lnSpc>
              <a:spcBef>
                <a:spcPts val="160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7pPr>
            <a:lvl8pPr marL="3657600" lvl="7" indent="-317500" rtl="0">
              <a:lnSpc>
                <a:spcPct val="115000"/>
              </a:lnSpc>
              <a:spcBef>
                <a:spcPts val="160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8pPr>
            <a:lvl9pPr marL="4114800" lvl="8" indent="-317500" rtl="0">
              <a:lnSpc>
                <a:spcPct val="115000"/>
              </a:lnSpc>
              <a:spcBef>
                <a:spcPts val="1600"/>
              </a:spcBef>
              <a:spcAft>
                <a:spcPts val="160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7" r:id="rId19"/>
    <p:sldLayoutId id="2147483668" r:id="rId20"/>
    <p:sldLayoutId id="2147483669" r:id="rId21"/>
    <p:sldLayoutId id="2147483670" r:id="rId22"/>
    <p:sldLayoutId id="2147483671" r:id="rId23"/>
    <p:sldLayoutId id="2147483672" r:id="rId24"/>
    <p:sldLayoutId id="2147483673" r:id="rId25"/>
    <p:sldLayoutId id="2147483675" r:id="rId26"/>
    <p:sldLayoutId id="2147483676" r:id="rId2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6.xml"/><Relationship Id="rId1" Type="http://schemas.openxmlformats.org/officeDocument/2006/relationships/slideLayout" Target="../slideLayouts/slideLayout16.xml"/><Relationship Id="rId5"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4" Type="http://schemas.openxmlformats.org/officeDocument/2006/relationships/slide" Target="slide2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9.xml"/><Relationship Id="rId1" Type="http://schemas.openxmlformats.org/officeDocument/2006/relationships/slideLayout" Target="../slideLayouts/slideLayout15.xml"/><Relationship Id="rId5" Type="http://schemas.openxmlformats.org/officeDocument/2006/relationships/image" Target="../media/image3.png"/><Relationship Id="rId4" Type="http://schemas.openxmlformats.org/officeDocument/2006/relationships/hyperlink" Target="https://docs.google.com/spreadsheets/d/1Xzxt21gdOux5lhzoxPkRDeZX1zN8WoQJPTRT8yDD6Uw/copy#gid=71378229"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0.xml"/><Relationship Id="rId1" Type="http://schemas.openxmlformats.org/officeDocument/2006/relationships/slideLayout" Target="../slideLayouts/slideLayout21.xml"/><Relationship Id="rId4" Type="http://schemas.openxmlformats.org/officeDocument/2006/relationships/image" Target="../media/image5.jp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www.freepik.com/free-vector/flat-design-data-privacy-invoice_29068364.htm#&amp;position=7&amp;from_view=collections/?utm_source=slidesgo_template&amp;utm_medium=referral-link&amp;utm_campaign=sg_resources&amp;utm_content=freepik" TargetMode="External"/><Relationship Id="rId2" Type="http://schemas.openxmlformats.org/officeDocument/2006/relationships/notesSlide" Target="../notesSlides/notesSlide26.xml"/><Relationship Id="rId1" Type="http://schemas.openxmlformats.org/officeDocument/2006/relationships/slideLayout" Target="../slideLayouts/slideLayout20.xml"/><Relationship Id="rId5" Type="http://schemas.openxmlformats.org/officeDocument/2006/relationships/hyperlink" Target="https://www.freepik.com/free-vector/flat-design-data-privacy-letterhead_29068352.htm#&amp;position=11&amp;from_view=collections/?utm_source=slidesgo_template&amp;utm_medium=referral-link&amp;utm_campaign=sg_resources&amp;utm_content=freepik" TargetMode="External"/><Relationship Id="rId4" Type="http://schemas.openxmlformats.org/officeDocument/2006/relationships/hyperlink" Target="https://www.freepik.com/free-vector/flat-design-data-privacy-instagram-stories_29068365.htm#&amp;position=8&amp;from_view=collections/?utm_source=slidesgo_template&amp;utm_medium=referral-link&amp;utm_campaign=sg_resources&amp;utm_content=freepi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4"/>
          <p:cNvSpPr txBox="1">
            <a:spLocks noGrp="1"/>
          </p:cNvSpPr>
          <p:nvPr>
            <p:ph type="ctrTitle"/>
          </p:nvPr>
        </p:nvSpPr>
        <p:spPr>
          <a:xfrm>
            <a:off x="417049" y="1222944"/>
            <a:ext cx="5505600" cy="1738866"/>
          </a:xfrm>
          <a:prstGeom prst="rect">
            <a:avLst/>
          </a:prstGeom>
        </p:spPr>
        <p:txBody>
          <a:bodyPr spcFirstLastPara="1" wrap="square" lIns="90000" tIns="91425" rIns="90000" bIns="91425" anchor="t" anchorCtr="0">
            <a:noAutofit/>
          </a:bodyPr>
          <a:lstStyle/>
          <a:p>
            <a:pPr marL="0" lvl="0" indent="0" algn="l" rtl="0">
              <a:spcBef>
                <a:spcPts val="0"/>
              </a:spcBef>
              <a:spcAft>
                <a:spcPts val="0"/>
              </a:spcAft>
              <a:buNone/>
            </a:pPr>
            <a:r>
              <a:rPr lang="en" sz="4900" b="1" dirty="0" smtClean="0">
                <a:solidFill>
                  <a:schemeClr val="dk2"/>
                </a:solidFill>
                <a:latin typeface="Montserrat"/>
                <a:ea typeface="Montserrat"/>
                <a:cs typeface="Montserrat"/>
                <a:sym typeface="Montserrat"/>
              </a:rPr>
              <a:t>Testing &amp;</a:t>
            </a:r>
            <a:br>
              <a:rPr lang="en" sz="4900" b="1" dirty="0" smtClean="0">
                <a:solidFill>
                  <a:schemeClr val="dk2"/>
                </a:solidFill>
                <a:latin typeface="Montserrat"/>
                <a:ea typeface="Montserrat"/>
                <a:cs typeface="Montserrat"/>
                <a:sym typeface="Montserrat"/>
              </a:rPr>
            </a:br>
            <a:r>
              <a:rPr lang="en" sz="4400" dirty="0" smtClean="0"/>
              <a:t>Evaluation</a:t>
            </a:r>
            <a:endParaRPr sz="4400" dirty="0"/>
          </a:p>
        </p:txBody>
      </p:sp>
      <p:sp>
        <p:nvSpPr>
          <p:cNvPr id="247" name="Google Shape;247;p34"/>
          <p:cNvSpPr txBox="1">
            <a:spLocks noGrp="1"/>
          </p:cNvSpPr>
          <p:nvPr>
            <p:ph type="subTitle" idx="1"/>
          </p:nvPr>
        </p:nvSpPr>
        <p:spPr>
          <a:xfrm>
            <a:off x="349384" y="3132955"/>
            <a:ext cx="6031864" cy="1526131"/>
          </a:xfrm>
          <a:prstGeom prst="rect">
            <a:avLst/>
          </a:prstGeom>
        </p:spPr>
        <p:txBody>
          <a:bodyPr spcFirstLastPara="1" wrap="square" lIns="90000" tIns="91425" rIns="90000" bIns="91425" anchor="t" anchorCtr="0">
            <a:noAutofit/>
          </a:bodyPr>
          <a:lstStyle/>
          <a:p>
            <a:pPr marL="0" lvl="0" indent="0" algn="l" rtl="0">
              <a:spcBef>
                <a:spcPts val="0"/>
              </a:spcBef>
              <a:spcAft>
                <a:spcPts val="0"/>
              </a:spcAft>
              <a:buNone/>
            </a:pPr>
            <a:r>
              <a:rPr lang="en" dirty="0" smtClean="0"/>
              <a:t>Milestone 5 done by:</a:t>
            </a:r>
            <a:br>
              <a:rPr lang="en" dirty="0" smtClean="0"/>
            </a:br>
            <a:r>
              <a:rPr lang="en" dirty="0" smtClean="0"/>
              <a:t>Mehraeel Philip, Fatema Milad, </a:t>
            </a:r>
            <a:r>
              <a:rPr lang="en" dirty="0" smtClean="0"/>
              <a:t>Sama Gehad, Marwan Ahmed, </a:t>
            </a:r>
            <a:r>
              <a:rPr lang="en" dirty="0" smtClean="0"/>
              <a:t>Mo’men Mohie &amp; Jana Mahdy</a:t>
            </a:r>
            <a:endParaRPr dirty="0"/>
          </a:p>
        </p:txBody>
      </p:sp>
      <p:grpSp>
        <p:nvGrpSpPr>
          <p:cNvPr id="248" name="Google Shape;248;p34"/>
          <p:cNvGrpSpPr/>
          <p:nvPr/>
        </p:nvGrpSpPr>
        <p:grpSpPr>
          <a:xfrm>
            <a:off x="5831889" y="1579815"/>
            <a:ext cx="4620746" cy="3556754"/>
            <a:chOff x="5527089" y="1579815"/>
            <a:chExt cx="4620746" cy="3556754"/>
          </a:xfrm>
        </p:grpSpPr>
        <p:sp>
          <p:nvSpPr>
            <p:cNvPr id="249" name="Google Shape;249;p34"/>
            <p:cNvSpPr/>
            <p:nvPr/>
          </p:nvSpPr>
          <p:spPr>
            <a:xfrm>
              <a:off x="6239778" y="2099076"/>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4"/>
            <p:cNvSpPr/>
            <p:nvPr/>
          </p:nvSpPr>
          <p:spPr>
            <a:xfrm>
              <a:off x="9124311" y="4112833"/>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4"/>
            <p:cNvSpPr/>
            <p:nvPr/>
          </p:nvSpPr>
          <p:spPr>
            <a:xfrm flipH="1">
              <a:off x="9407991" y="1801714"/>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4"/>
            <p:cNvSpPr/>
            <p:nvPr/>
          </p:nvSpPr>
          <p:spPr>
            <a:xfrm flipH="1">
              <a:off x="9111945" y="157981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4"/>
            <p:cNvSpPr/>
            <p:nvPr/>
          </p:nvSpPr>
          <p:spPr>
            <a:xfrm flipH="1">
              <a:off x="8924714" y="1897923"/>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4"/>
            <p:cNvSpPr/>
            <p:nvPr/>
          </p:nvSpPr>
          <p:spPr>
            <a:xfrm>
              <a:off x="5527089" y="3925265"/>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4"/>
            <p:cNvSpPr/>
            <p:nvPr/>
          </p:nvSpPr>
          <p:spPr>
            <a:xfrm>
              <a:off x="5983525" y="4306634"/>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4"/>
            <p:cNvSpPr/>
            <p:nvPr/>
          </p:nvSpPr>
          <p:spPr>
            <a:xfrm>
              <a:off x="6203967" y="4021455"/>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7" name="Google Shape;257;p34"/>
            <p:cNvGrpSpPr/>
            <p:nvPr/>
          </p:nvGrpSpPr>
          <p:grpSpPr>
            <a:xfrm>
              <a:off x="6419268" y="2175276"/>
              <a:ext cx="3428123" cy="2427848"/>
              <a:chOff x="6419268" y="2175276"/>
              <a:chExt cx="3428123" cy="2427848"/>
            </a:xfrm>
          </p:grpSpPr>
          <p:sp>
            <p:nvSpPr>
              <p:cNvPr id="258" name="Google Shape;258;p34"/>
              <p:cNvSpPr/>
              <p:nvPr/>
            </p:nvSpPr>
            <p:spPr>
              <a:xfrm>
                <a:off x="6825596" y="2683536"/>
                <a:ext cx="2463278" cy="1555605"/>
              </a:xfrm>
              <a:custGeom>
                <a:avLst/>
                <a:gdLst/>
                <a:ahLst/>
                <a:cxnLst/>
                <a:rect l="l" t="t" r="r" b="b"/>
                <a:pathLst>
                  <a:path w="109479" h="69138" extrusionOk="0">
                    <a:moveTo>
                      <a:pt x="4971" y="1"/>
                    </a:moveTo>
                    <a:cubicBezTo>
                      <a:pt x="2238" y="1"/>
                      <a:pt x="0" y="2237"/>
                      <a:pt x="0" y="4972"/>
                    </a:cubicBezTo>
                    <a:lnTo>
                      <a:pt x="0" y="64165"/>
                    </a:lnTo>
                    <a:cubicBezTo>
                      <a:pt x="0" y="66900"/>
                      <a:pt x="2237" y="69137"/>
                      <a:pt x="4971" y="69137"/>
                    </a:cubicBezTo>
                    <a:lnTo>
                      <a:pt x="104507" y="69137"/>
                    </a:lnTo>
                    <a:cubicBezTo>
                      <a:pt x="107241" y="69137"/>
                      <a:pt x="109479" y="66900"/>
                      <a:pt x="109479" y="64165"/>
                    </a:cubicBezTo>
                    <a:lnTo>
                      <a:pt x="109479" y="4972"/>
                    </a:lnTo>
                    <a:cubicBezTo>
                      <a:pt x="109479" y="2238"/>
                      <a:pt x="107243" y="1"/>
                      <a:pt x="1045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4"/>
              <p:cNvSpPr/>
              <p:nvPr/>
            </p:nvSpPr>
            <p:spPr>
              <a:xfrm>
                <a:off x="6825528" y="3851398"/>
                <a:ext cx="2463323" cy="387765"/>
              </a:xfrm>
              <a:custGeom>
                <a:avLst/>
                <a:gdLst/>
                <a:ahLst/>
                <a:cxnLst/>
                <a:rect l="l" t="t" r="r" b="b"/>
                <a:pathLst>
                  <a:path w="109481" h="17234" extrusionOk="0">
                    <a:moveTo>
                      <a:pt x="1" y="1"/>
                    </a:moveTo>
                    <a:lnTo>
                      <a:pt x="1" y="12261"/>
                    </a:lnTo>
                    <a:cubicBezTo>
                      <a:pt x="1" y="14996"/>
                      <a:pt x="2240" y="17234"/>
                      <a:pt x="4972" y="17234"/>
                    </a:cubicBezTo>
                    <a:lnTo>
                      <a:pt x="104509" y="17234"/>
                    </a:lnTo>
                    <a:cubicBezTo>
                      <a:pt x="107244" y="17234"/>
                      <a:pt x="109481" y="14996"/>
                      <a:pt x="109481" y="12261"/>
                    </a:cubicBezTo>
                    <a:lnTo>
                      <a:pt x="10948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4"/>
              <p:cNvSpPr/>
              <p:nvPr/>
            </p:nvSpPr>
            <p:spPr>
              <a:xfrm>
                <a:off x="6889901" y="2748696"/>
                <a:ext cx="2334645" cy="1046768"/>
              </a:xfrm>
              <a:custGeom>
                <a:avLst/>
                <a:gdLst/>
                <a:ahLst/>
                <a:cxnLst/>
                <a:rect l="l" t="t" r="r" b="b"/>
                <a:pathLst>
                  <a:path w="103762" h="46523" extrusionOk="0">
                    <a:moveTo>
                      <a:pt x="1598" y="1"/>
                    </a:moveTo>
                    <a:cubicBezTo>
                      <a:pt x="719" y="1"/>
                      <a:pt x="1" y="720"/>
                      <a:pt x="1" y="1600"/>
                    </a:cubicBezTo>
                    <a:lnTo>
                      <a:pt x="1" y="44925"/>
                    </a:lnTo>
                    <a:cubicBezTo>
                      <a:pt x="1" y="45804"/>
                      <a:pt x="719" y="46523"/>
                      <a:pt x="1598" y="46523"/>
                    </a:cubicBezTo>
                    <a:lnTo>
                      <a:pt x="102162" y="46523"/>
                    </a:lnTo>
                    <a:cubicBezTo>
                      <a:pt x="103042" y="46523"/>
                      <a:pt x="103761" y="45804"/>
                      <a:pt x="103761" y="44925"/>
                    </a:cubicBezTo>
                    <a:lnTo>
                      <a:pt x="103761" y="1600"/>
                    </a:lnTo>
                    <a:cubicBezTo>
                      <a:pt x="103761" y="720"/>
                      <a:pt x="103042" y="1"/>
                      <a:pt x="1021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4"/>
              <p:cNvSpPr/>
              <p:nvPr/>
            </p:nvSpPr>
            <p:spPr>
              <a:xfrm>
                <a:off x="7451928" y="4474648"/>
                <a:ext cx="1210613" cy="63945"/>
              </a:xfrm>
              <a:custGeom>
                <a:avLst/>
                <a:gdLst/>
                <a:ahLst/>
                <a:cxnLst/>
                <a:rect l="l" t="t" r="r" b="b"/>
                <a:pathLst>
                  <a:path w="53805" h="2842" extrusionOk="0">
                    <a:moveTo>
                      <a:pt x="1" y="1"/>
                    </a:moveTo>
                    <a:lnTo>
                      <a:pt x="1" y="2841"/>
                    </a:lnTo>
                    <a:lnTo>
                      <a:pt x="53805" y="2841"/>
                    </a:lnTo>
                    <a:lnTo>
                      <a:pt x="538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4"/>
              <p:cNvSpPr/>
              <p:nvPr/>
            </p:nvSpPr>
            <p:spPr>
              <a:xfrm>
                <a:off x="7609743" y="4239118"/>
                <a:ext cx="894960" cy="235553"/>
              </a:xfrm>
              <a:custGeom>
                <a:avLst/>
                <a:gdLst/>
                <a:ahLst/>
                <a:cxnLst/>
                <a:rect l="l" t="t" r="r" b="b"/>
                <a:pathLst>
                  <a:path w="39776" h="10469" extrusionOk="0">
                    <a:moveTo>
                      <a:pt x="0" y="0"/>
                    </a:moveTo>
                    <a:lnTo>
                      <a:pt x="0" y="10469"/>
                    </a:lnTo>
                    <a:lnTo>
                      <a:pt x="39776" y="10469"/>
                    </a:lnTo>
                    <a:lnTo>
                      <a:pt x="3977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4"/>
              <p:cNvSpPr/>
              <p:nvPr/>
            </p:nvSpPr>
            <p:spPr>
              <a:xfrm>
                <a:off x="7609743" y="4239118"/>
                <a:ext cx="894960" cy="135675"/>
              </a:xfrm>
              <a:custGeom>
                <a:avLst/>
                <a:gdLst/>
                <a:ahLst/>
                <a:cxnLst/>
                <a:rect l="l" t="t" r="r" b="b"/>
                <a:pathLst>
                  <a:path w="39776" h="6030" extrusionOk="0">
                    <a:moveTo>
                      <a:pt x="0" y="0"/>
                    </a:moveTo>
                    <a:lnTo>
                      <a:pt x="0" y="1945"/>
                    </a:lnTo>
                    <a:lnTo>
                      <a:pt x="39776" y="6030"/>
                    </a:lnTo>
                    <a:lnTo>
                      <a:pt x="3977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4"/>
              <p:cNvSpPr/>
              <p:nvPr/>
            </p:nvSpPr>
            <p:spPr>
              <a:xfrm>
                <a:off x="8869338" y="3487056"/>
                <a:ext cx="978052" cy="558180"/>
              </a:xfrm>
              <a:custGeom>
                <a:avLst/>
                <a:gdLst/>
                <a:ahLst/>
                <a:cxnLst/>
                <a:rect l="l" t="t" r="r" b="b"/>
                <a:pathLst>
                  <a:path w="43469" h="24808" extrusionOk="0">
                    <a:moveTo>
                      <a:pt x="0" y="1"/>
                    </a:moveTo>
                    <a:lnTo>
                      <a:pt x="0" y="24808"/>
                    </a:lnTo>
                    <a:lnTo>
                      <a:pt x="43469" y="24808"/>
                    </a:lnTo>
                    <a:lnTo>
                      <a:pt x="4346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4"/>
              <p:cNvSpPr/>
              <p:nvPr/>
            </p:nvSpPr>
            <p:spPr>
              <a:xfrm>
                <a:off x="8869338" y="3487056"/>
                <a:ext cx="978052" cy="81225"/>
              </a:xfrm>
              <a:custGeom>
                <a:avLst/>
                <a:gdLst/>
                <a:ahLst/>
                <a:cxnLst/>
                <a:rect l="l" t="t" r="r" b="b"/>
                <a:pathLst>
                  <a:path w="43469" h="3610" extrusionOk="0">
                    <a:moveTo>
                      <a:pt x="0" y="1"/>
                    </a:moveTo>
                    <a:lnTo>
                      <a:pt x="0" y="3609"/>
                    </a:lnTo>
                    <a:lnTo>
                      <a:pt x="43469" y="3609"/>
                    </a:lnTo>
                    <a:lnTo>
                      <a:pt x="43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4"/>
              <p:cNvSpPr/>
              <p:nvPr/>
            </p:nvSpPr>
            <p:spPr>
              <a:xfrm>
                <a:off x="8898588" y="3514956"/>
                <a:ext cx="23445" cy="23468"/>
              </a:xfrm>
              <a:custGeom>
                <a:avLst/>
                <a:gdLst/>
                <a:ahLst/>
                <a:cxnLst/>
                <a:rect l="l" t="t" r="r" b="b"/>
                <a:pathLst>
                  <a:path w="1042" h="1043" extrusionOk="0">
                    <a:moveTo>
                      <a:pt x="521" y="0"/>
                    </a:moveTo>
                    <a:cubicBezTo>
                      <a:pt x="233" y="0"/>
                      <a:pt x="0" y="234"/>
                      <a:pt x="0" y="522"/>
                    </a:cubicBezTo>
                    <a:cubicBezTo>
                      <a:pt x="0" y="808"/>
                      <a:pt x="235" y="1043"/>
                      <a:pt x="521" y="1043"/>
                    </a:cubicBezTo>
                    <a:cubicBezTo>
                      <a:pt x="807" y="1043"/>
                      <a:pt x="1042" y="808"/>
                      <a:pt x="1042" y="522"/>
                    </a:cubicBezTo>
                    <a:cubicBezTo>
                      <a:pt x="1042" y="234"/>
                      <a:pt x="807" y="0"/>
                      <a:pt x="5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4"/>
              <p:cNvSpPr/>
              <p:nvPr/>
            </p:nvSpPr>
            <p:spPr>
              <a:xfrm>
                <a:off x="8942643" y="3514956"/>
                <a:ext cx="23490" cy="23468"/>
              </a:xfrm>
              <a:custGeom>
                <a:avLst/>
                <a:gdLst/>
                <a:ahLst/>
                <a:cxnLst/>
                <a:rect l="l" t="t" r="r" b="b"/>
                <a:pathLst>
                  <a:path w="1044" h="1043" extrusionOk="0">
                    <a:moveTo>
                      <a:pt x="522" y="0"/>
                    </a:moveTo>
                    <a:cubicBezTo>
                      <a:pt x="234" y="0"/>
                      <a:pt x="1" y="234"/>
                      <a:pt x="1" y="522"/>
                    </a:cubicBezTo>
                    <a:cubicBezTo>
                      <a:pt x="1" y="808"/>
                      <a:pt x="235" y="1043"/>
                      <a:pt x="522" y="1043"/>
                    </a:cubicBezTo>
                    <a:cubicBezTo>
                      <a:pt x="810" y="1043"/>
                      <a:pt x="1044" y="808"/>
                      <a:pt x="1044" y="522"/>
                    </a:cubicBezTo>
                    <a:cubicBezTo>
                      <a:pt x="1044" y="234"/>
                      <a:pt x="810" y="0"/>
                      <a:pt x="5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4"/>
              <p:cNvSpPr/>
              <p:nvPr/>
            </p:nvSpPr>
            <p:spPr>
              <a:xfrm>
                <a:off x="8986788" y="3514956"/>
                <a:ext cx="23445" cy="23468"/>
              </a:xfrm>
              <a:custGeom>
                <a:avLst/>
                <a:gdLst/>
                <a:ahLst/>
                <a:cxnLst/>
                <a:rect l="l" t="t" r="r" b="b"/>
                <a:pathLst>
                  <a:path w="1042" h="1043" extrusionOk="0">
                    <a:moveTo>
                      <a:pt x="521" y="0"/>
                    </a:moveTo>
                    <a:cubicBezTo>
                      <a:pt x="232" y="0"/>
                      <a:pt x="0" y="234"/>
                      <a:pt x="0" y="522"/>
                    </a:cubicBezTo>
                    <a:cubicBezTo>
                      <a:pt x="0" y="808"/>
                      <a:pt x="232" y="1043"/>
                      <a:pt x="521" y="1043"/>
                    </a:cubicBezTo>
                    <a:cubicBezTo>
                      <a:pt x="808" y="1043"/>
                      <a:pt x="1042" y="808"/>
                      <a:pt x="1042" y="522"/>
                    </a:cubicBezTo>
                    <a:cubicBezTo>
                      <a:pt x="1042" y="234"/>
                      <a:pt x="808" y="0"/>
                      <a:pt x="5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4"/>
              <p:cNvSpPr/>
              <p:nvPr/>
            </p:nvSpPr>
            <p:spPr>
              <a:xfrm>
                <a:off x="8967528" y="3662691"/>
                <a:ext cx="269280" cy="269257"/>
              </a:xfrm>
              <a:custGeom>
                <a:avLst/>
                <a:gdLst/>
                <a:ahLst/>
                <a:cxnLst/>
                <a:rect l="l" t="t" r="r" b="b"/>
                <a:pathLst>
                  <a:path w="11968" h="11967" extrusionOk="0">
                    <a:moveTo>
                      <a:pt x="5983" y="1"/>
                    </a:moveTo>
                    <a:cubicBezTo>
                      <a:pt x="2678" y="1"/>
                      <a:pt x="1" y="2678"/>
                      <a:pt x="1" y="5983"/>
                    </a:cubicBezTo>
                    <a:cubicBezTo>
                      <a:pt x="1" y="9288"/>
                      <a:pt x="2678" y="11967"/>
                      <a:pt x="5983" y="11967"/>
                    </a:cubicBezTo>
                    <a:cubicBezTo>
                      <a:pt x="9289" y="11967"/>
                      <a:pt x="11967" y="9287"/>
                      <a:pt x="11967" y="5983"/>
                    </a:cubicBezTo>
                    <a:cubicBezTo>
                      <a:pt x="11967" y="2679"/>
                      <a:pt x="9289" y="1"/>
                      <a:pt x="598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4"/>
              <p:cNvSpPr/>
              <p:nvPr/>
            </p:nvSpPr>
            <p:spPr>
              <a:xfrm>
                <a:off x="9068868" y="3731698"/>
                <a:ext cx="66600" cy="131175"/>
              </a:xfrm>
              <a:custGeom>
                <a:avLst/>
                <a:gdLst/>
                <a:ahLst/>
                <a:cxnLst/>
                <a:rect l="l" t="t" r="r" b="b"/>
                <a:pathLst>
                  <a:path w="2960" h="5830" extrusionOk="0">
                    <a:moveTo>
                      <a:pt x="1479" y="1"/>
                    </a:moveTo>
                    <a:cubicBezTo>
                      <a:pt x="661" y="1"/>
                      <a:pt x="1" y="663"/>
                      <a:pt x="1" y="1481"/>
                    </a:cubicBezTo>
                    <a:cubicBezTo>
                      <a:pt x="1" y="2066"/>
                      <a:pt x="343" y="2570"/>
                      <a:pt x="838" y="2807"/>
                    </a:cubicBezTo>
                    <a:lnTo>
                      <a:pt x="100" y="5579"/>
                    </a:lnTo>
                    <a:cubicBezTo>
                      <a:pt x="73" y="5716"/>
                      <a:pt x="167" y="5830"/>
                      <a:pt x="307" y="5830"/>
                    </a:cubicBezTo>
                    <a:lnTo>
                      <a:pt x="2650" y="5830"/>
                    </a:lnTo>
                    <a:cubicBezTo>
                      <a:pt x="2792" y="5830"/>
                      <a:pt x="2883" y="5717"/>
                      <a:pt x="2858" y="5579"/>
                    </a:cubicBezTo>
                    <a:lnTo>
                      <a:pt x="2123" y="2807"/>
                    </a:lnTo>
                    <a:cubicBezTo>
                      <a:pt x="2615" y="2568"/>
                      <a:pt x="2959" y="2066"/>
                      <a:pt x="2959" y="1481"/>
                    </a:cubicBezTo>
                    <a:cubicBezTo>
                      <a:pt x="2959" y="665"/>
                      <a:pt x="2297" y="1"/>
                      <a:pt x="14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4"/>
              <p:cNvSpPr/>
              <p:nvPr/>
            </p:nvSpPr>
            <p:spPr>
              <a:xfrm>
                <a:off x="9312633" y="3654186"/>
                <a:ext cx="239850" cy="16672"/>
              </a:xfrm>
              <a:custGeom>
                <a:avLst/>
                <a:gdLst/>
                <a:ahLst/>
                <a:cxnLst/>
                <a:rect l="l" t="t" r="r" b="b"/>
                <a:pathLst>
                  <a:path w="10660" h="741" extrusionOk="0">
                    <a:moveTo>
                      <a:pt x="0" y="1"/>
                    </a:moveTo>
                    <a:lnTo>
                      <a:pt x="0" y="741"/>
                    </a:lnTo>
                    <a:lnTo>
                      <a:pt x="10659" y="741"/>
                    </a:lnTo>
                    <a:lnTo>
                      <a:pt x="1065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4"/>
              <p:cNvSpPr/>
              <p:nvPr/>
            </p:nvSpPr>
            <p:spPr>
              <a:xfrm>
                <a:off x="9312633" y="3698331"/>
                <a:ext cx="432810" cy="16605"/>
              </a:xfrm>
              <a:custGeom>
                <a:avLst/>
                <a:gdLst/>
                <a:ahLst/>
                <a:cxnLst/>
                <a:rect l="l" t="t" r="r" b="b"/>
                <a:pathLst>
                  <a:path w="19236" h="738" extrusionOk="0">
                    <a:moveTo>
                      <a:pt x="0" y="0"/>
                    </a:moveTo>
                    <a:lnTo>
                      <a:pt x="0" y="738"/>
                    </a:lnTo>
                    <a:lnTo>
                      <a:pt x="19235" y="738"/>
                    </a:lnTo>
                    <a:lnTo>
                      <a:pt x="192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4"/>
              <p:cNvSpPr/>
              <p:nvPr/>
            </p:nvSpPr>
            <p:spPr>
              <a:xfrm>
                <a:off x="9312633" y="3758451"/>
                <a:ext cx="432855" cy="92857"/>
              </a:xfrm>
              <a:custGeom>
                <a:avLst/>
                <a:gdLst/>
                <a:ahLst/>
                <a:cxnLst/>
                <a:rect l="l" t="t" r="r" b="b"/>
                <a:pathLst>
                  <a:path w="19238" h="4127" extrusionOk="0">
                    <a:moveTo>
                      <a:pt x="2780" y="0"/>
                    </a:moveTo>
                    <a:cubicBezTo>
                      <a:pt x="1250" y="0"/>
                      <a:pt x="0" y="928"/>
                      <a:pt x="0" y="2063"/>
                    </a:cubicBezTo>
                    <a:cubicBezTo>
                      <a:pt x="0" y="3198"/>
                      <a:pt x="1250" y="4127"/>
                      <a:pt x="2780" y="4127"/>
                    </a:cubicBezTo>
                    <a:lnTo>
                      <a:pt x="16459" y="4127"/>
                    </a:lnTo>
                    <a:cubicBezTo>
                      <a:pt x="17986" y="4127"/>
                      <a:pt x="19238" y="3197"/>
                      <a:pt x="19238" y="2063"/>
                    </a:cubicBezTo>
                    <a:cubicBezTo>
                      <a:pt x="19238" y="929"/>
                      <a:pt x="17986" y="0"/>
                      <a:pt x="164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4"/>
              <p:cNvSpPr/>
              <p:nvPr/>
            </p:nvSpPr>
            <p:spPr>
              <a:xfrm>
                <a:off x="9411183" y="3797263"/>
                <a:ext cx="15210" cy="15188"/>
              </a:xfrm>
              <a:custGeom>
                <a:avLst/>
                <a:gdLst/>
                <a:ahLst/>
                <a:cxnLst/>
                <a:rect l="l" t="t" r="r" b="b"/>
                <a:pathLst>
                  <a:path w="676" h="675" extrusionOk="0">
                    <a:moveTo>
                      <a:pt x="339" y="1"/>
                    </a:moveTo>
                    <a:cubicBezTo>
                      <a:pt x="151" y="1"/>
                      <a:pt x="0" y="152"/>
                      <a:pt x="0" y="338"/>
                    </a:cubicBezTo>
                    <a:cubicBezTo>
                      <a:pt x="0" y="525"/>
                      <a:pt x="152" y="675"/>
                      <a:pt x="339" y="675"/>
                    </a:cubicBezTo>
                    <a:cubicBezTo>
                      <a:pt x="525" y="675"/>
                      <a:pt x="676" y="525"/>
                      <a:pt x="676" y="338"/>
                    </a:cubicBezTo>
                    <a:cubicBezTo>
                      <a:pt x="676" y="152"/>
                      <a:pt x="525" y="2"/>
                      <a:pt x="3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4"/>
              <p:cNvSpPr/>
              <p:nvPr/>
            </p:nvSpPr>
            <p:spPr>
              <a:xfrm>
                <a:off x="9455283" y="3797263"/>
                <a:ext cx="15188" cy="15188"/>
              </a:xfrm>
              <a:custGeom>
                <a:avLst/>
                <a:gdLst/>
                <a:ahLst/>
                <a:cxnLst/>
                <a:rect l="l" t="t" r="r" b="b"/>
                <a:pathLst>
                  <a:path w="675" h="675" extrusionOk="0">
                    <a:moveTo>
                      <a:pt x="337" y="1"/>
                    </a:moveTo>
                    <a:cubicBezTo>
                      <a:pt x="152" y="1"/>
                      <a:pt x="0" y="152"/>
                      <a:pt x="0" y="338"/>
                    </a:cubicBezTo>
                    <a:cubicBezTo>
                      <a:pt x="0" y="525"/>
                      <a:pt x="152" y="675"/>
                      <a:pt x="337" y="675"/>
                    </a:cubicBezTo>
                    <a:cubicBezTo>
                      <a:pt x="526" y="675"/>
                      <a:pt x="674" y="525"/>
                      <a:pt x="674" y="338"/>
                    </a:cubicBezTo>
                    <a:cubicBezTo>
                      <a:pt x="674" y="152"/>
                      <a:pt x="526" y="2"/>
                      <a:pt x="3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4"/>
              <p:cNvSpPr/>
              <p:nvPr/>
            </p:nvSpPr>
            <p:spPr>
              <a:xfrm>
                <a:off x="9499406" y="3797263"/>
                <a:ext cx="15210" cy="15188"/>
              </a:xfrm>
              <a:custGeom>
                <a:avLst/>
                <a:gdLst/>
                <a:ahLst/>
                <a:cxnLst/>
                <a:rect l="l" t="t" r="r" b="b"/>
                <a:pathLst>
                  <a:path w="676" h="675" extrusionOk="0">
                    <a:moveTo>
                      <a:pt x="339" y="1"/>
                    </a:moveTo>
                    <a:cubicBezTo>
                      <a:pt x="151" y="1"/>
                      <a:pt x="0" y="152"/>
                      <a:pt x="0" y="338"/>
                    </a:cubicBezTo>
                    <a:cubicBezTo>
                      <a:pt x="0" y="525"/>
                      <a:pt x="152" y="675"/>
                      <a:pt x="339" y="675"/>
                    </a:cubicBezTo>
                    <a:cubicBezTo>
                      <a:pt x="526" y="675"/>
                      <a:pt x="676" y="525"/>
                      <a:pt x="676" y="338"/>
                    </a:cubicBezTo>
                    <a:cubicBezTo>
                      <a:pt x="676" y="152"/>
                      <a:pt x="525" y="2"/>
                      <a:pt x="3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4"/>
              <p:cNvSpPr/>
              <p:nvPr/>
            </p:nvSpPr>
            <p:spPr>
              <a:xfrm>
                <a:off x="9543528" y="3797263"/>
                <a:ext cx="15165" cy="15188"/>
              </a:xfrm>
              <a:custGeom>
                <a:avLst/>
                <a:gdLst/>
                <a:ahLst/>
                <a:cxnLst/>
                <a:rect l="l" t="t" r="r" b="b"/>
                <a:pathLst>
                  <a:path w="674" h="675" extrusionOk="0">
                    <a:moveTo>
                      <a:pt x="338" y="1"/>
                    </a:moveTo>
                    <a:cubicBezTo>
                      <a:pt x="151" y="1"/>
                      <a:pt x="1" y="152"/>
                      <a:pt x="1" y="338"/>
                    </a:cubicBezTo>
                    <a:cubicBezTo>
                      <a:pt x="1" y="525"/>
                      <a:pt x="153" y="675"/>
                      <a:pt x="338" y="675"/>
                    </a:cubicBezTo>
                    <a:cubicBezTo>
                      <a:pt x="525" y="675"/>
                      <a:pt x="673" y="525"/>
                      <a:pt x="673" y="338"/>
                    </a:cubicBezTo>
                    <a:cubicBezTo>
                      <a:pt x="673" y="152"/>
                      <a:pt x="525" y="2"/>
                      <a:pt x="3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4"/>
              <p:cNvSpPr/>
              <p:nvPr/>
            </p:nvSpPr>
            <p:spPr>
              <a:xfrm>
                <a:off x="9587606" y="3797263"/>
                <a:ext cx="15210" cy="15188"/>
              </a:xfrm>
              <a:custGeom>
                <a:avLst/>
                <a:gdLst/>
                <a:ahLst/>
                <a:cxnLst/>
                <a:rect l="l" t="t" r="r" b="b"/>
                <a:pathLst>
                  <a:path w="676" h="675" extrusionOk="0">
                    <a:moveTo>
                      <a:pt x="337" y="1"/>
                    </a:moveTo>
                    <a:cubicBezTo>
                      <a:pt x="151" y="1"/>
                      <a:pt x="0" y="152"/>
                      <a:pt x="0" y="338"/>
                    </a:cubicBezTo>
                    <a:cubicBezTo>
                      <a:pt x="0" y="525"/>
                      <a:pt x="151" y="675"/>
                      <a:pt x="337" y="675"/>
                    </a:cubicBezTo>
                    <a:cubicBezTo>
                      <a:pt x="526" y="675"/>
                      <a:pt x="676" y="525"/>
                      <a:pt x="676" y="338"/>
                    </a:cubicBezTo>
                    <a:cubicBezTo>
                      <a:pt x="676" y="152"/>
                      <a:pt x="526" y="2"/>
                      <a:pt x="3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4"/>
              <p:cNvSpPr/>
              <p:nvPr/>
            </p:nvSpPr>
            <p:spPr>
              <a:xfrm>
                <a:off x="9631728" y="3797263"/>
                <a:ext cx="15188" cy="15188"/>
              </a:xfrm>
              <a:custGeom>
                <a:avLst/>
                <a:gdLst/>
                <a:ahLst/>
                <a:cxnLst/>
                <a:rect l="l" t="t" r="r" b="b"/>
                <a:pathLst>
                  <a:path w="675" h="675" extrusionOk="0">
                    <a:moveTo>
                      <a:pt x="338" y="1"/>
                    </a:moveTo>
                    <a:cubicBezTo>
                      <a:pt x="153" y="1"/>
                      <a:pt x="1" y="152"/>
                      <a:pt x="1" y="338"/>
                    </a:cubicBezTo>
                    <a:cubicBezTo>
                      <a:pt x="1" y="525"/>
                      <a:pt x="153" y="675"/>
                      <a:pt x="338" y="675"/>
                    </a:cubicBezTo>
                    <a:cubicBezTo>
                      <a:pt x="524" y="675"/>
                      <a:pt x="675" y="525"/>
                      <a:pt x="675" y="338"/>
                    </a:cubicBezTo>
                    <a:cubicBezTo>
                      <a:pt x="675" y="152"/>
                      <a:pt x="526" y="2"/>
                      <a:pt x="3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4"/>
              <p:cNvSpPr/>
              <p:nvPr/>
            </p:nvSpPr>
            <p:spPr>
              <a:xfrm>
                <a:off x="9312633" y="3899548"/>
                <a:ext cx="203220" cy="60907"/>
              </a:xfrm>
              <a:custGeom>
                <a:avLst/>
                <a:gdLst/>
                <a:ahLst/>
                <a:cxnLst/>
                <a:rect l="l" t="t" r="r" b="b"/>
                <a:pathLst>
                  <a:path w="9032" h="2707" extrusionOk="0">
                    <a:moveTo>
                      <a:pt x="0" y="1"/>
                    </a:moveTo>
                    <a:lnTo>
                      <a:pt x="0" y="2707"/>
                    </a:lnTo>
                    <a:lnTo>
                      <a:pt x="9031" y="2707"/>
                    </a:lnTo>
                    <a:lnTo>
                      <a:pt x="90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4"/>
              <p:cNvSpPr/>
              <p:nvPr/>
            </p:nvSpPr>
            <p:spPr>
              <a:xfrm>
                <a:off x="9339161" y="3921666"/>
                <a:ext cx="150165" cy="16650"/>
              </a:xfrm>
              <a:custGeom>
                <a:avLst/>
                <a:gdLst/>
                <a:ahLst/>
                <a:cxnLst/>
                <a:rect l="l" t="t" r="r" b="b"/>
                <a:pathLst>
                  <a:path w="6674" h="740" extrusionOk="0">
                    <a:moveTo>
                      <a:pt x="1" y="1"/>
                    </a:moveTo>
                    <a:lnTo>
                      <a:pt x="1" y="739"/>
                    </a:lnTo>
                    <a:lnTo>
                      <a:pt x="6674" y="739"/>
                    </a:lnTo>
                    <a:lnTo>
                      <a:pt x="66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4"/>
              <p:cNvSpPr/>
              <p:nvPr/>
            </p:nvSpPr>
            <p:spPr>
              <a:xfrm>
                <a:off x="9034466" y="2311926"/>
                <a:ext cx="609682" cy="690503"/>
              </a:xfrm>
              <a:custGeom>
                <a:avLst/>
                <a:gdLst/>
                <a:ahLst/>
                <a:cxnLst/>
                <a:rect l="l" t="t" r="r" b="b"/>
                <a:pathLst>
                  <a:path w="27097" h="30689" extrusionOk="0">
                    <a:moveTo>
                      <a:pt x="1" y="1"/>
                    </a:moveTo>
                    <a:lnTo>
                      <a:pt x="1" y="30688"/>
                    </a:lnTo>
                    <a:lnTo>
                      <a:pt x="27097" y="30688"/>
                    </a:lnTo>
                    <a:lnTo>
                      <a:pt x="27097" y="6594"/>
                    </a:lnTo>
                    <a:lnTo>
                      <a:pt x="209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4"/>
              <p:cNvSpPr/>
              <p:nvPr/>
            </p:nvSpPr>
            <p:spPr>
              <a:xfrm>
                <a:off x="9506876" y="2311926"/>
                <a:ext cx="137273" cy="148365"/>
              </a:xfrm>
              <a:custGeom>
                <a:avLst/>
                <a:gdLst/>
                <a:ahLst/>
                <a:cxnLst/>
                <a:rect l="l" t="t" r="r" b="b"/>
                <a:pathLst>
                  <a:path w="6101" h="6594" extrusionOk="0">
                    <a:moveTo>
                      <a:pt x="0" y="1"/>
                    </a:moveTo>
                    <a:lnTo>
                      <a:pt x="0" y="6594"/>
                    </a:lnTo>
                    <a:lnTo>
                      <a:pt x="6101" y="6594"/>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4"/>
              <p:cNvSpPr/>
              <p:nvPr/>
            </p:nvSpPr>
            <p:spPr>
              <a:xfrm>
                <a:off x="9100728" y="2413468"/>
                <a:ext cx="342293" cy="19417"/>
              </a:xfrm>
              <a:custGeom>
                <a:avLst/>
                <a:gdLst/>
                <a:ahLst/>
                <a:cxnLst/>
                <a:rect l="l" t="t" r="r" b="b"/>
                <a:pathLst>
                  <a:path w="15213" h="863" extrusionOk="0">
                    <a:moveTo>
                      <a:pt x="0" y="1"/>
                    </a:moveTo>
                    <a:lnTo>
                      <a:pt x="0" y="862"/>
                    </a:lnTo>
                    <a:lnTo>
                      <a:pt x="15212" y="862"/>
                    </a:lnTo>
                    <a:lnTo>
                      <a:pt x="152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4"/>
              <p:cNvSpPr/>
              <p:nvPr/>
            </p:nvSpPr>
            <p:spPr>
              <a:xfrm>
                <a:off x="9100728" y="2481913"/>
                <a:ext cx="342293" cy="19463"/>
              </a:xfrm>
              <a:custGeom>
                <a:avLst/>
                <a:gdLst/>
                <a:ahLst/>
                <a:cxnLst/>
                <a:rect l="l" t="t" r="r" b="b"/>
                <a:pathLst>
                  <a:path w="15213" h="865" extrusionOk="0">
                    <a:moveTo>
                      <a:pt x="0" y="1"/>
                    </a:moveTo>
                    <a:lnTo>
                      <a:pt x="0" y="865"/>
                    </a:lnTo>
                    <a:lnTo>
                      <a:pt x="15212" y="865"/>
                    </a:lnTo>
                    <a:lnTo>
                      <a:pt x="152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4"/>
              <p:cNvSpPr/>
              <p:nvPr/>
            </p:nvSpPr>
            <p:spPr>
              <a:xfrm>
                <a:off x="9100728" y="2550381"/>
                <a:ext cx="488318" cy="19417"/>
              </a:xfrm>
              <a:custGeom>
                <a:avLst/>
                <a:gdLst/>
                <a:ahLst/>
                <a:cxnLst/>
                <a:rect l="l" t="t" r="r" b="b"/>
                <a:pathLst>
                  <a:path w="21703" h="863" extrusionOk="0">
                    <a:moveTo>
                      <a:pt x="0" y="1"/>
                    </a:moveTo>
                    <a:lnTo>
                      <a:pt x="0" y="862"/>
                    </a:lnTo>
                    <a:lnTo>
                      <a:pt x="21703" y="862"/>
                    </a:lnTo>
                    <a:lnTo>
                      <a:pt x="21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4"/>
              <p:cNvSpPr/>
              <p:nvPr/>
            </p:nvSpPr>
            <p:spPr>
              <a:xfrm>
                <a:off x="9100728" y="2618826"/>
                <a:ext cx="488318" cy="19417"/>
              </a:xfrm>
              <a:custGeom>
                <a:avLst/>
                <a:gdLst/>
                <a:ahLst/>
                <a:cxnLst/>
                <a:rect l="l" t="t" r="r" b="b"/>
                <a:pathLst>
                  <a:path w="21703" h="863" extrusionOk="0">
                    <a:moveTo>
                      <a:pt x="0" y="1"/>
                    </a:moveTo>
                    <a:lnTo>
                      <a:pt x="0" y="862"/>
                    </a:lnTo>
                    <a:lnTo>
                      <a:pt x="21703" y="862"/>
                    </a:lnTo>
                    <a:lnTo>
                      <a:pt x="21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4"/>
              <p:cNvSpPr/>
              <p:nvPr/>
            </p:nvSpPr>
            <p:spPr>
              <a:xfrm>
                <a:off x="9100728" y="2687271"/>
                <a:ext cx="488318" cy="19417"/>
              </a:xfrm>
              <a:custGeom>
                <a:avLst/>
                <a:gdLst/>
                <a:ahLst/>
                <a:cxnLst/>
                <a:rect l="l" t="t" r="r" b="b"/>
                <a:pathLst>
                  <a:path w="21703" h="863" extrusionOk="0">
                    <a:moveTo>
                      <a:pt x="0" y="1"/>
                    </a:moveTo>
                    <a:lnTo>
                      <a:pt x="0" y="862"/>
                    </a:lnTo>
                    <a:lnTo>
                      <a:pt x="21703" y="862"/>
                    </a:lnTo>
                    <a:lnTo>
                      <a:pt x="21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4"/>
              <p:cNvSpPr/>
              <p:nvPr/>
            </p:nvSpPr>
            <p:spPr>
              <a:xfrm>
                <a:off x="9100728" y="2755738"/>
                <a:ext cx="488318" cy="19417"/>
              </a:xfrm>
              <a:custGeom>
                <a:avLst/>
                <a:gdLst/>
                <a:ahLst/>
                <a:cxnLst/>
                <a:rect l="l" t="t" r="r" b="b"/>
                <a:pathLst>
                  <a:path w="21703" h="863" extrusionOk="0">
                    <a:moveTo>
                      <a:pt x="0" y="1"/>
                    </a:moveTo>
                    <a:lnTo>
                      <a:pt x="0" y="862"/>
                    </a:lnTo>
                    <a:lnTo>
                      <a:pt x="21703" y="862"/>
                    </a:lnTo>
                    <a:lnTo>
                      <a:pt x="21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4"/>
              <p:cNvSpPr/>
              <p:nvPr/>
            </p:nvSpPr>
            <p:spPr>
              <a:xfrm>
                <a:off x="9100728" y="2824183"/>
                <a:ext cx="488318" cy="19417"/>
              </a:xfrm>
              <a:custGeom>
                <a:avLst/>
                <a:gdLst/>
                <a:ahLst/>
                <a:cxnLst/>
                <a:rect l="l" t="t" r="r" b="b"/>
                <a:pathLst>
                  <a:path w="21703" h="863" extrusionOk="0">
                    <a:moveTo>
                      <a:pt x="0" y="1"/>
                    </a:moveTo>
                    <a:lnTo>
                      <a:pt x="0" y="862"/>
                    </a:lnTo>
                    <a:lnTo>
                      <a:pt x="21703" y="862"/>
                    </a:lnTo>
                    <a:lnTo>
                      <a:pt x="21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4"/>
              <p:cNvSpPr/>
              <p:nvPr/>
            </p:nvSpPr>
            <p:spPr>
              <a:xfrm>
                <a:off x="9100728" y="2892628"/>
                <a:ext cx="488318" cy="19417"/>
              </a:xfrm>
              <a:custGeom>
                <a:avLst/>
                <a:gdLst/>
                <a:ahLst/>
                <a:cxnLst/>
                <a:rect l="l" t="t" r="r" b="b"/>
                <a:pathLst>
                  <a:path w="21703" h="863" extrusionOk="0">
                    <a:moveTo>
                      <a:pt x="0" y="1"/>
                    </a:moveTo>
                    <a:lnTo>
                      <a:pt x="0" y="862"/>
                    </a:lnTo>
                    <a:lnTo>
                      <a:pt x="21703" y="862"/>
                    </a:lnTo>
                    <a:lnTo>
                      <a:pt x="21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4"/>
              <p:cNvSpPr/>
              <p:nvPr/>
            </p:nvSpPr>
            <p:spPr>
              <a:xfrm>
                <a:off x="6493383" y="3609546"/>
                <a:ext cx="670410" cy="426938"/>
              </a:xfrm>
              <a:custGeom>
                <a:avLst/>
                <a:gdLst/>
                <a:ahLst/>
                <a:cxnLst/>
                <a:rect l="l" t="t" r="r" b="b"/>
                <a:pathLst>
                  <a:path w="29796" h="18975" extrusionOk="0">
                    <a:moveTo>
                      <a:pt x="1" y="1"/>
                    </a:moveTo>
                    <a:lnTo>
                      <a:pt x="1" y="18975"/>
                    </a:lnTo>
                    <a:lnTo>
                      <a:pt x="29795" y="18975"/>
                    </a:lnTo>
                    <a:lnTo>
                      <a:pt x="297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4"/>
              <p:cNvSpPr/>
              <p:nvPr/>
            </p:nvSpPr>
            <p:spPr>
              <a:xfrm>
                <a:off x="6493383" y="3609546"/>
                <a:ext cx="670410" cy="286605"/>
              </a:xfrm>
              <a:custGeom>
                <a:avLst/>
                <a:gdLst/>
                <a:ahLst/>
                <a:cxnLst/>
                <a:rect l="l" t="t" r="r" b="b"/>
                <a:pathLst>
                  <a:path w="29796" h="12738" extrusionOk="0">
                    <a:moveTo>
                      <a:pt x="1" y="1"/>
                    </a:moveTo>
                    <a:lnTo>
                      <a:pt x="14900" y="12737"/>
                    </a:lnTo>
                    <a:lnTo>
                      <a:pt x="2979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4"/>
              <p:cNvSpPr/>
              <p:nvPr/>
            </p:nvSpPr>
            <p:spPr>
              <a:xfrm>
                <a:off x="6493383" y="3739371"/>
                <a:ext cx="329175" cy="297113"/>
              </a:xfrm>
              <a:custGeom>
                <a:avLst/>
                <a:gdLst/>
                <a:ahLst/>
                <a:cxnLst/>
                <a:rect l="l" t="t" r="r" b="b"/>
                <a:pathLst>
                  <a:path w="14630" h="13205" extrusionOk="0">
                    <a:moveTo>
                      <a:pt x="13722" y="1"/>
                    </a:moveTo>
                    <a:cubicBezTo>
                      <a:pt x="13585" y="1"/>
                      <a:pt x="13444" y="50"/>
                      <a:pt x="13316" y="168"/>
                    </a:cubicBezTo>
                    <a:cubicBezTo>
                      <a:pt x="8877" y="4239"/>
                      <a:pt x="4441" y="8308"/>
                      <a:pt x="1" y="12379"/>
                    </a:cubicBezTo>
                    <a:lnTo>
                      <a:pt x="1" y="13205"/>
                    </a:lnTo>
                    <a:lnTo>
                      <a:pt x="903" y="13205"/>
                    </a:lnTo>
                    <a:cubicBezTo>
                      <a:pt x="5328" y="9144"/>
                      <a:pt x="9752" y="5089"/>
                      <a:pt x="14178" y="1028"/>
                    </a:cubicBezTo>
                    <a:cubicBezTo>
                      <a:pt x="14629" y="614"/>
                      <a:pt x="14205" y="1"/>
                      <a:pt x="137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4"/>
              <p:cNvSpPr/>
              <p:nvPr/>
            </p:nvSpPr>
            <p:spPr>
              <a:xfrm>
                <a:off x="6866816" y="3386143"/>
                <a:ext cx="505282" cy="460350"/>
              </a:xfrm>
              <a:custGeom>
                <a:avLst/>
                <a:gdLst/>
                <a:ahLst/>
                <a:cxnLst/>
                <a:rect l="l" t="t" r="r" b="b"/>
                <a:pathLst>
                  <a:path w="22457" h="20460" extrusionOk="0">
                    <a:moveTo>
                      <a:pt x="11226" y="2319"/>
                    </a:moveTo>
                    <a:cubicBezTo>
                      <a:pt x="13251" y="2319"/>
                      <a:pt x="15275" y="3090"/>
                      <a:pt x="16820" y="4634"/>
                    </a:cubicBezTo>
                    <a:cubicBezTo>
                      <a:pt x="19910" y="7726"/>
                      <a:pt x="19910" y="12734"/>
                      <a:pt x="16820" y="15821"/>
                    </a:cubicBezTo>
                    <a:cubicBezTo>
                      <a:pt x="15275" y="17366"/>
                      <a:pt x="13250" y="18138"/>
                      <a:pt x="11225" y="18138"/>
                    </a:cubicBezTo>
                    <a:cubicBezTo>
                      <a:pt x="9201" y="18138"/>
                      <a:pt x="7177" y="17367"/>
                      <a:pt x="5633" y="15822"/>
                    </a:cubicBezTo>
                    <a:cubicBezTo>
                      <a:pt x="2546" y="12734"/>
                      <a:pt x="2546" y="7726"/>
                      <a:pt x="5633" y="4634"/>
                    </a:cubicBezTo>
                    <a:cubicBezTo>
                      <a:pt x="7178" y="3090"/>
                      <a:pt x="9202" y="2319"/>
                      <a:pt x="11226" y="2319"/>
                    </a:cubicBezTo>
                    <a:close/>
                    <a:moveTo>
                      <a:pt x="11226" y="0"/>
                    </a:moveTo>
                    <a:cubicBezTo>
                      <a:pt x="8608" y="0"/>
                      <a:pt x="5991" y="998"/>
                      <a:pt x="3994" y="2995"/>
                    </a:cubicBezTo>
                    <a:cubicBezTo>
                      <a:pt x="0" y="6991"/>
                      <a:pt x="0" y="13467"/>
                      <a:pt x="3994" y="17463"/>
                    </a:cubicBezTo>
                    <a:cubicBezTo>
                      <a:pt x="5991" y="19461"/>
                      <a:pt x="8610" y="20459"/>
                      <a:pt x="11228" y="20459"/>
                    </a:cubicBezTo>
                    <a:cubicBezTo>
                      <a:pt x="13846" y="20459"/>
                      <a:pt x="16465" y="19461"/>
                      <a:pt x="18462" y="17463"/>
                    </a:cubicBezTo>
                    <a:cubicBezTo>
                      <a:pt x="22457" y="13470"/>
                      <a:pt x="22457" y="6991"/>
                      <a:pt x="18462" y="2997"/>
                    </a:cubicBezTo>
                    <a:cubicBezTo>
                      <a:pt x="16463" y="999"/>
                      <a:pt x="13844" y="0"/>
                      <a:pt x="112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4"/>
              <p:cNvSpPr/>
              <p:nvPr/>
            </p:nvSpPr>
            <p:spPr>
              <a:xfrm>
                <a:off x="6924078" y="3438298"/>
                <a:ext cx="390735" cy="355972"/>
              </a:xfrm>
              <a:custGeom>
                <a:avLst/>
                <a:gdLst/>
                <a:ahLst/>
                <a:cxnLst/>
                <a:rect l="l" t="t" r="r" b="b"/>
                <a:pathLst>
                  <a:path w="17366" h="15821" extrusionOk="0">
                    <a:moveTo>
                      <a:pt x="8681" y="1"/>
                    </a:moveTo>
                    <a:cubicBezTo>
                      <a:pt x="6657" y="1"/>
                      <a:pt x="4633" y="772"/>
                      <a:pt x="3088" y="2316"/>
                    </a:cubicBezTo>
                    <a:cubicBezTo>
                      <a:pt x="1" y="5408"/>
                      <a:pt x="1" y="10416"/>
                      <a:pt x="3088" y="13504"/>
                    </a:cubicBezTo>
                    <a:cubicBezTo>
                      <a:pt x="4632" y="15049"/>
                      <a:pt x="6656" y="15820"/>
                      <a:pt x="8680" y="15820"/>
                    </a:cubicBezTo>
                    <a:cubicBezTo>
                      <a:pt x="10705" y="15820"/>
                      <a:pt x="12730" y="15048"/>
                      <a:pt x="14275" y="13503"/>
                    </a:cubicBezTo>
                    <a:cubicBezTo>
                      <a:pt x="17365" y="10416"/>
                      <a:pt x="17365" y="5408"/>
                      <a:pt x="14275" y="2316"/>
                    </a:cubicBezTo>
                    <a:cubicBezTo>
                      <a:pt x="12730" y="772"/>
                      <a:pt x="10706" y="1"/>
                      <a:pt x="86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4"/>
              <p:cNvSpPr/>
              <p:nvPr/>
            </p:nvSpPr>
            <p:spPr>
              <a:xfrm>
                <a:off x="7225241" y="3722136"/>
                <a:ext cx="226418" cy="226372"/>
              </a:xfrm>
              <a:custGeom>
                <a:avLst/>
                <a:gdLst/>
                <a:ahLst/>
                <a:cxnLst/>
                <a:rect l="l" t="t" r="r" b="b"/>
                <a:pathLst>
                  <a:path w="10063" h="10061" extrusionOk="0">
                    <a:moveTo>
                      <a:pt x="1782" y="0"/>
                    </a:moveTo>
                    <a:lnTo>
                      <a:pt x="1" y="1781"/>
                    </a:lnTo>
                    <a:lnTo>
                      <a:pt x="8282" y="10061"/>
                    </a:lnTo>
                    <a:lnTo>
                      <a:pt x="10063" y="8281"/>
                    </a:lnTo>
                    <a:lnTo>
                      <a:pt x="178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4"/>
              <p:cNvSpPr/>
              <p:nvPr/>
            </p:nvSpPr>
            <p:spPr>
              <a:xfrm>
                <a:off x="7371423" y="3868341"/>
                <a:ext cx="80235" cy="80168"/>
              </a:xfrm>
              <a:custGeom>
                <a:avLst/>
                <a:gdLst/>
                <a:ahLst/>
                <a:cxnLst/>
                <a:rect l="l" t="t" r="r" b="b"/>
                <a:pathLst>
                  <a:path w="3566" h="3563" extrusionOk="0">
                    <a:moveTo>
                      <a:pt x="1785" y="0"/>
                    </a:moveTo>
                    <a:lnTo>
                      <a:pt x="1" y="1783"/>
                    </a:lnTo>
                    <a:lnTo>
                      <a:pt x="1785" y="3563"/>
                    </a:lnTo>
                    <a:lnTo>
                      <a:pt x="3566" y="1783"/>
                    </a:lnTo>
                    <a:lnTo>
                      <a:pt x="1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4"/>
              <p:cNvSpPr/>
              <p:nvPr/>
            </p:nvSpPr>
            <p:spPr>
              <a:xfrm>
                <a:off x="7013088" y="3518848"/>
                <a:ext cx="212648" cy="190035"/>
              </a:xfrm>
              <a:custGeom>
                <a:avLst/>
                <a:gdLst/>
                <a:ahLst/>
                <a:cxnLst/>
                <a:rect l="l" t="t" r="r" b="b"/>
                <a:pathLst>
                  <a:path w="9451" h="8446" extrusionOk="0">
                    <a:moveTo>
                      <a:pt x="4726" y="1"/>
                    </a:moveTo>
                    <a:cubicBezTo>
                      <a:pt x="3911" y="1"/>
                      <a:pt x="3251" y="661"/>
                      <a:pt x="3251" y="1474"/>
                    </a:cubicBezTo>
                    <a:cubicBezTo>
                      <a:pt x="3251" y="1778"/>
                      <a:pt x="3343" y="2062"/>
                      <a:pt x="3503" y="2296"/>
                    </a:cubicBezTo>
                    <a:cubicBezTo>
                      <a:pt x="3299" y="2458"/>
                      <a:pt x="3113" y="2659"/>
                      <a:pt x="2953" y="2892"/>
                    </a:cubicBezTo>
                    <a:cubicBezTo>
                      <a:pt x="2359" y="2519"/>
                      <a:pt x="1766" y="2146"/>
                      <a:pt x="1172" y="1774"/>
                    </a:cubicBezTo>
                    <a:cubicBezTo>
                      <a:pt x="1125" y="1745"/>
                      <a:pt x="1080" y="1732"/>
                      <a:pt x="1037" y="1732"/>
                    </a:cubicBezTo>
                    <a:cubicBezTo>
                      <a:pt x="812" y="1732"/>
                      <a:pt x="666" y="2077"/>
                      <a:pt x="906" y="2228"/>
                    </a:cubicBezTo>
                    <a:cubicBezTo>
                      <a:pt x="1501" y="2602"/>
                      <a:pt x="2096" y="2974"/>
                      <a:pt x="2691" y="3348"/>
                    </a:cubicBezTo>
                    <a:cubicBezTo>
                      <a:pt x="2483" y="3785"/>
                      <a:pt x="2355" y="4293"/>
                      <a:pt x="2330" y="4840"/>
                    </a:cubicBezTo>
                    <a:cubicBezTo>
                      <a:pt x="1665" y="4771"/>
                      <a:pt x="1001" y="4701"/>
                      <a:pt x="337" y="4633"/>
                    </a:cubicBezTo>
                    <a:cubicBezTo>
                      <a:pt x="326" y="4631"/>
                      <a:pt x="315" y="4631"/>
                      <a:pt x="305" y="4631"/>
                    </a:cubicBezTo>
                    <a:cubicBezTo>
                      <a:pt x="1" y="4631"/>
                      <a:pt x="13" y="5124"/>
                      <a:pt x="337" y="5158"/>
                    </a:cubicBezTo>
                    <a:lnTo>
                      <a:pt x="2338" y="5367"/>
                    </a:lnTo>
                    <a:cubicBezTo>
                      <a:pt x="2374" y="5839"/>
                      <a:pt x="2490" y="6281"/>
                      <a:pt x="2663" y="6670"/>
                    </a:cubicBezTo>
                    <a:lnTo>
                      <a:pt x="1238" y="8001"/>
                    </a:lnTo>
                    <a:cubicBezTo>
                      <a:pt x="1045" y="8181"/>
                      <a:pt x="1227" y="8446"/>
                      <a:pt x="1434" y="8446"/>
                    </a:cubicBezTo>
                    <a:cubicBezTo>
                      <a:pt x="1494" y="8446"/>
                      <a:pt x="1555" y="8424"/>
                      <a:pt x="1610" y="8372"/>
                    </a:cubicBezTo>
                    <a:cubicBezTo>
                      <a:pt x="2049" y="7963"/>
                      <a:pt x="2488" y="7554"/>
                      <a:pt x="2927" y="7146"/>
                    </a:cubicBezTo>
                    <a:cubicBezTo>
                      <a:pt x="3366" y="7806"/>
                      <a:pt x="4010" y="8223"/>
                      <a:pt x="4726" y="8223"/>
                    </a:cubicBezTo>
                    <a:cubicBezTo>
                      <a:pt x="5442" y="8223"/>
                      <a:pt x="6084" y="7806"/>
                      <a:pt x="6525" y="7146"/>
                    </a:cubicBezTo>
                    <a:cubicBezTo>
                      <a:pt x="6963" y="7555"/>
                      <a:pt x="7401" y="7965"/>
                      <a:pt x="7841" y="8372"/>
                    </a:cubicBezTo>
                    <a:cubicBezTo>
                      <a:pt x="7896" y="8424"/>
                      <a:pt x="7957" y="8446"/>
                      <a:pt x="8017" y="8446"/>
                    </a:cubicBezTo>
                    <a:cubicBezTo>
                      <a:pt x="8224" y="8446"/>
                      <a:pt x="8407" y="8181"/>
                      <a:pt x="8214" y="8001"/>
                    </a:cubicBezTo>
                    <a:lnTo>
                      <a:pt x="6787" y="6671"/>
                    </a:lnTo>
                    <a:cubicBezTo>
                      <a:pt x="6963" y="6282"/>
                      <a:pt x="7077" y="5841"/>
                      <a:pt x="7114" y="5367"/>
                    </a:cubicBezTo>
                    <a:lnTo>
                      <a:pt x="9114" y="5158"/>
                    </a:lnTo>
                    <a:cubicBezTo>
                      <a:pt x="9438" y="5123"/>
                      <a:pt x="9451" y="4630"/>
                      <a:pt x="9146" y="4630"/>
                    </a:cubicBezTo>
                    <a:cubicBezTo>
                      <a:pt x="9136" y="4630"/>
                      <a:pt x="9125" y="4630"/>
                      <a:pt x="9114" y="4631"/>
                    </a:cubicBezTo>
                    <a:cubicBezTo>
                      <a:pt x="8450" y="4701"/>
                      <a:pt x="7785" y="4768"/>
                      <a:pt x="7121" y="4838"/>
                    </a:cubicBezTo>
                    <a:cubicBezTo>
                      <a:pt x="7096" y="4292"/>
                      <a:pt x="6967" y="3784"/>
                      <a:pt x="6760" y="3348"/>
                    </a:cubicBezTo>
                    <a:cubicBezTo>
                      <a:pt x="7356" y="2974"/>
                      <a:pt x="7951" y="2602"/>
                      <a:pt x="8546" y="2228"/>
                    </a:cubicBezTo>
                    <a:cubicBezTo>
                      <a:pt x="8786" y="2077"/>
                      <a:pt x="8640" y="1732"/>
                      <a:pt x="8415" y="1732"/>
                    </a:cubicBezTo>
                    <a:cubicBezTo>
                      <a:pt x="8372" y="1732"/>
                      <a:pt x="8326" y="1745"/>
                      <a:pt x="8279" y="1774"/>
                    </a:cubicBezTo>
                    <a:cubicBezTo>
                      <a:pt x="7685" y="2146"/>
                      <a:pt x="7091" y="2519"/>
                      <a:pt x="6498" y="2892"/>
                    </a:cubicBezTo>
                    <a:cubicBezTo>
                      <a:pt x="6337" y="2661"/>
                      <a:pt x="6154" y="2458"/>
                      <a:pt x="5948" y="2296"/>
                    </a:cubicBezTo>
                    <a:cubicBezTo>
                      <a:pt x="6107" y="2062"/>
                      <a:pt x="6200" y="1778"/>
                      <a:pt x="6200" y="1474"/>
                    </a:cubicBezTo>
                    <a:cubicBezTo>
                      <a:pt x="6200" y="661"/>
                      <a:pt x="5539" y="1"/>
                      <a:pt x="47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4"/>
              <p:cNvSpPr/>
              <p:nvPr/>
            </p:nvSpPr>
            <p:spPr>
              <a:xfrm>
                <a:off x="6559016" y="2352763"/>
                <a:ext cx="645502" cy="731115"/>
              </a:xfrm>
              <a:custGeom>
                <a:avLst/>
                <a:gdLst/>
                <a:ahLst/>
                <a:cxnLst/>
                <a:rect l="l" t="t" r="r" b="b"/>
                <a:pathLst>
                  <a:path w="28689" h="32494" extrusionOk="0">
                    <a:moveTo>
                      <a:pt x="0" y="0"/>
                    </a:moveTo>
                    <a:lnTo>
                      <a:pt x="0" y="32493"/>
                    </a:lnTo>
                    <a:lnTo>
                      <a:pt x="28689" y="32493"/>
                    </a:lnTo>
                    <a:lnTo>
                      <a:pt x="28689" y="6980"/>
                    </a:lnTo>
                    <a:lnTo>
                      <a:pt x="2223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4"/>
              <p:cNvSpPr/>
              <p:nvPr/>
            </p:nvSpPr>
            <p:spPr>
              <a:xfrm>
                <a:off x="7059168" y="2352763"/>
                <a:ext cx="145350" cy="157050"/>
              </a:xfrm>
              <a:custGeom>
                <a:avLst/>
                <a:gdLst/>
                <a:ahLst/>
                <a:cxnLst/>
                <a:rect l="l" t="t" r="r" b="b"/>
                <a:pathLst>
                  <a:path w="6460" h="6980" extrusionOk="0">
                    <a:moveTo>
                      <a:pt x="1" y="0"/>
                    </a:moveTo>
                    <a:lnTo>
                      <a:pt x="1" y="6980"/>
                    </a:lnTo>
                    <a:lnTo>
                      <a:pt x="6460" y="6980"/>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4"/>
              <p:cNvSpPr/>
              <p:nvPr/>
            </p:nvSpPr>
            <p:spPr>
              <a:xfrm>
                <a:off x="6629193" y="2460268"/>
                <a:ext cx="362385" cy="20520"/>
              </a:xfrm>
              <a:custGeom>
                <a:avLst/>
                <a:gdLst/>
                <a:ahLst/>
                <a:cxnLst/>
                <a:rect l="l" t="t" r="r" b="b"/>
                <a:pathLst>
                  <a:path w="16106" h="912" extrusionOk="0">
                    <a:moveTo>
                      <a:pt x="0" y="1"/>
                    </a:moveTo>
                    <a:lnTo>
                      <a:pt x="0" y="912"/>
                    </a:lnTo>
                    <a:lnTo>
                      <a:pt x="16105" y="912"/>
                    </a:lnTo>
                    <a:lnTo>
                      <a:pt x="161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4"/>
              <p:cNvSpPr/>
              <p:nvPr/>
            </p:nvSpPr>
            <p:spPr>
              <a:xfrm>
                <a:off x="6629193" y="2532741"/>
                <a:ext cx="362385" cy="20542"/>
              </a:xfrm>
              <a:custGeom>
                <a:avLst/>
                <a:gdLst/>
                <a:ahLst/>
                <a:cxnLst/>
                <a:rect l="l" t="t" r="r" b="b"/>
                <a:pathLst>
                  <a:path w="16106" h="913" extrusionOk="0">
                    <a:moveTo>
                      <a:pt x="0" y="0"/>
                    </a:moveTo>
                    <a:lnTo>
                      <a:pt x="0" y="913"/>
                    </a:lnTo>
                    <a:lnTo>
                      <a:pt x="16105" y="913"/>
                    </a:lnTo>
                    <a:lnTo>
                      <a:pt x="161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4"/>
              <p:cNvSpPr/>
              <p:nvPr/>
            </p:nvSpPr>
            <p:spPr>
              <a:xfrm>
                <a:off x="6629193" y="2605213"/>
                <a:ext cx="517005" cy="20542"/>
              </a:xfrm>
              <a:custGeom>
                <a:avLst/>
                <a:gdLst/>
                <a:ahLst/>
                <a:cxnLst/>
                <a:rect l="l" t="t" r="r" b="b"/>
                <a:pathLst>
                  <a:path w="22978" h="913" extrusionOk="0">
                    <a:moveTo>
                      <a:pt x="0" y="0"/>
                    </a:moveTo>
                    <a:lnTo>
                      <a:pt x="0" y="912"/>
                    </a:lnTo>
                    <a:lnTo>
                      <a:pt x="22977" y="912"/>
                    </a:lnTo>
                    <a:lnTo>
                      <a:pt x="229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4"/>
              <p:cNvSpPr/>
              <p:nvPr/>
            </p:nvSpPr>
            <p:spPr>
              <a:xfrm>
                <a:off x="6629193" y="2677686"/>
                <a:ext cx="517005" cy="20565"/>
              </a:xfrm>
              <a:custGeom>
                <a:avLst/>
                <a:gdLst/>
                <a:ahLst/>
                <a:cxnLst/>
                <a:rect l="l" t="t" r="r" b="b"/>
                <a:pathLst>
                  <a:path w="22978" h="914" extrusionOk="0">
                    <a:moveTo>
                      <a:pt x="0" y="1"/>
                    </a:moveTo>
                    <a:lnTo>
                      <a:pt x="0" y="913"/>
                    </a:lnTo>
                    <a:lnTo>
                      <a:pt x="22977" y="913"/>
                    </a:lnTo>
                    <a:lnTo>
                      <a:pt x="229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4"/>
              <p:cNvSpPr/>
              <p:nvPr/>
            </p:nvSpPr>
            <p:spPr>
              <a:xfrm>
                <a:off x="6629193" y="2750181"/>
                <a:ext cx="517005" cy="20542"/>
              </a:xfrm>
              <a:custGeom>
                <a:avLst/>
                <a:gdLst/>
                <a:ahLst/>
                <a:cxnLst/>
                <a:rect l="l" t="t" r="r" b="b"/>
                <a:pathLst>
                  <a:path w="22978" h="913" extrusionOk="0">
                    <a:moveTo>
                      <a:pt x="0" y="1"/>
                    </a:moveTo>
                    <a:lnTo>
                      <a:pt x="0" y="913"/>
                    </a:lnTo>
                    <a:lnTo>
                      <a:pt x="22977" y="913"/>
                    </a:lnTo>
                    <a:lnTo>
                      <a:pt x="229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4"/>
              <p:cNvSpPr/>
              <p:nvPr/>
            </p:nvSpPr>
            <p:spPr>
              <a:xfrm>
                <a:off x="6629193" y="2822653"/>
                <a:ext cx="517005" cy="20542"/>
              </a:xfrm>
              <a:custGeom>
                <a:avLst/>
                <a:gdLst/>
                <a:ahLst/>
                <a:cxnLst/>
                <a:rect l="l" t="t" r="r" b="b"/>
                <a:pathLst>
                  <a:path w="22978" h="913" extrusionOk="0">
                    <a:moveTo>
                      <a:pt x="0" y="0"/>
                    </a:moveTo>
                    <a:lnTo>
                      <a:pt x="0" y="912"/>
                    </a:lnTo>
                    <a:lnTo>
                      <a:pt x="22977" y="912"/>
                    </a:lnTo>
                    <a:lnTo>
                      <a:pt x="229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4"/>
              <p:cNvSpPr/>
              <p:nvPr/>
            </p:nvSpPr>
            <p:spPr>
              <a:xfrm>
                <a:off x="6629193" y="2895103"/>
                <a:ext cx="517005" cy="20542"/>
              </a:xfrm>
              <a:custGeom>
                <a:avLst/>
                <a:gdLst/>
                <a:ahLst/>
                <a:cxnLst/>
                <a:rect l="l" t="t" r="r" b="b"/>
                <a:pathLst>
                  <a:path w="22978" h="913" extrusionOk="0">
                    <a:moveTo>
                      <a:pt x="0" y="1"/>
                    </a:moveTo>
                    <a:lnTo>
                      <a:pt x="0" y="913"/>
                    </a:lnTo>
                    <a:lnTo>
                      <a:pt x="22977" y="913"/>
                    </a:lnTo>
                    <a:lnTo>
                      <a:pt x="229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4"/>
              <p:cNvSpPr/>
              <p:nvPr/>
            </p:nvSpPr>
            <p:spPr>
              <a:xfrm>
                <a:off x="6629193" y="2967598"/>
                <a:ext cx="517005" cy="20542"/>
              </a:xfrm>
              <a:custGeom>
                <a:avLst/>
                <a:gdLst/>
                <a:ahLst/>
                <a:cxnLst/>
                <a:rect l="l" t="t" r="r" b="b"/>
                <a:pathLst>
                  <a:path w="22978" h="913" extrusionOk="0">
                    <a:moveTo>
                      <a:pt x="0" y="1"/>
                    </a:moveTo>
                    <a:lnTo>
                      <a:pt x="0" y="913"/>
                    </a:lnTo>
                    <a:lnTo>
                      <a:pt x="22977" y="913"/>
                    </a:lnTo>
                    <a:lnTo>
                      <a:pt x="229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4"/>
              <p:cNvSpPr/>
              <p:nvPr/>
            </p:nvSpPr>
            <p:spPr>
              <a:xfrm>
                <a:off x="7757748" y="2175298"/>
                <a:ext cx="580973" cy="416723"/>
              </a:xfrm>
              <a:custGeom>
                <a:avLst/>
                <a:gdLst/>
                <a:ahLst/>
                <a:cxnLst/>
                <a:rect l="l" t="t" r="r" b="b"/>
                <a:pathLst>
                  <a:path w="25821" h="18521" extrusionOk="0">
                    <a:moveTo>
                      <a:pt x="12910" y="0"/>
                    </a:moveTo>
                    <a:cubicBezTo>
                      <a:pt x="12051" y="0"/>
                      <a:pt x="11192" y="480"/>
                      <a:pt x="10541" y="1439"/>
                    </a:cubicBezTo>
                    <a:lnTo>
                      <a:pt x="1303" y="15034"/>
                    </a:lnTo>
                    <a:cubicBezTo>
                      <a:pt x="0" y="16952"/>
                      <a:pt x="831" y="18521"/>
                      <a:pt x="3150" y="18521"/>
                    </a:cubicBezTo>
                    <a:lnTo>
                      <a:pt x="22669" y="18521"/>
                    </a:lnTo>
                    <a:cubicBezTo>
                      <a:pt x="24988" y="18521"/>
                      <a:pt x="25820" y="16951"/>
                      <a:pt x="24517" y="15034"/>
                    </a:cubicBezTo>
                    <a:lnTo>
                      <a:pt x="15279" y="1439"/>
                    </a:lnTo>
                    <a:cubicBezTo>
                      <a:pt x="14628" y="480"/>
                      <a:pt x="13769" y="0"/>
                      <a:pt x="129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4"/>
              <p:cNvSpPr/>
              <p:nvPr/>
            </p:nvSpPr>
            <p:spPr>
              <a:xfrm>
                <a:off x="8034003" y="2175276"/>
                <a:ext cx="304718" cy="416745"/>
              </a:xfrm>
              <a:custGeom>
                <a:avLst/>
                <a:gdLst/>
                <a:ahLst/>
                <a:cxnLst/>
                <a:rect l="l" t="t" r="r" b="b"/>
                <a:pathLst>
                  <a:path w="13543" h="18522" extrusionOk="0">
                    <a:moveTo>
                      <a:pt x="631" y="1"/>
                    </a:moveTo>
                    <a:cubicBezTo>
                      <a:pt x="420" y="1"/>
                      <a:pt x="208" y="30"/>
                      <a:pt x="0" y="88"/>
                    </a:cubicBezTo>
                    <a:cubicBezTo>
                      <a:pt x="636" y="268"/>
                      <a:pt x="1244" y="716"/>
                      <a:pt x="1736" y="1440"/>
                    </a:cubicBezTo>
                    <a:lnTo>
                      <a:pt x="10973" y="15035"/>
                    </a:lnTo>
                    <a:cubicBezTo>
                      <a:pt x="12277" y="16953"/>
                      <a:pt x="11444" y="18522"/>
                      <a:pt x="9127" y="18522"/>
                    </a:cubicBezTo>
                    <a:lnTo>
                      <a:pt x="10391" y="18522"/>
                    </a:lnTo>
                    <a:cubicBezTo>
                      <a:pt x="12710" y="18522"/>
                      <a:pt x="13542" y="16953"/>
                      <a:pt x="12239" y="15035"/>
                    </a:cubicBezTo>
                    <a:lnTo>
                      <a:pt x="3001" y="1440"/>
                    </a:lnTo>
                    <a:cubicBezTo>
                      <a:pt x="2349" y="480"/>
                      <a:pt x="1490" y="1"/>
                      <a:pt x="6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4"/>
              <p:cNvSpPr/>
              <p:nvPr/>
            </p:nvSpPr>
            <p:spPr>
              <a:xfrm>
                <a:off x="8029031" y="2278866"/>
                <a:ext cx="38385" cy="207540"/>
              </a:xfrm>
              <a:custGeom>
                <a:avLst/>
                <a:gdLst/>
                <a:ahLst/>
                <a:cxnLst/>
                <a:rect l="l" t="t" r="r" b="b"/>
                <a:pathLst>
                  <a:path w="1706" h="9224" extrusionOk="0">
                    <a:moveTo>
                      <a:pt x="853" y="1"/>
                    </a:moveTo>
                    <a:cubicBezTo>
                      <a:pt x="382" y="1"/>
                      <a:pt x="1" y="383"/>
                      <a:pt x="1" y="855"/>
                    </a:cubicBezTo>
                    <a:lnTo>
                      <a:pt x="1" y="8371"/>
                    </a:lnTo>
                    <a:cubicBezTo>
                      <a:pt x="1" y="8843"/>
                      <a:pt x="382" y="9224"/>
                      <a:pt x="853" y="9224"/>
                    </a:cubicBezTo>
                    <a:cubicBezTo>
                      <a:pt x="1323" y="9224"/>
                      <a:pt x="1706" y="8843"/>
                      <a:pt x="1706" y="8371"/>
                    </a:cubicBezTo>
                    <a:lnTo>
                      <a:pt x="1706" y="855"/>
                    </a:lnTo>
                    <a:cubicBezTo>
                      <a:pt x="1706" y="383"/>
                      <a:pt x="1325" y="1"/>
                      <a:pt x="8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4"/>
              <p:cNvSpPr/>
              <p:nvPr/>
            </p:nvSpPr>
            <p:spPr>
              <a:xfrm>
                <a:off x="8029031" y="2503776"/>
                <a:ext cx="38385" cy="38430"/>
              </a:xfrm>
              <a:custGeom>
                <a:avLst/>
                <a:gdLst/>
                <a:ahLst/>
                <a:cxnLst/>
                <a:rect l="l" t="t" r="r" b="b"/>
                <a:pathLst>
                  <a:path w="1706" h="1708" extrusionOk="0">
                    <a:moveTo>
                      <a:pt x="853" y="1"/>
                    </a:moveTo>
                    <a:cubicBezTo>
                      <a:pt x="382" y="1"/>
                      <a:pt x="1" y="383"/>
                      <a:pt x="1" y="853"/>
                    </a:cubicBezTo>
                    <a:cubicBezTo>
                      <a:pt x="1" y="1325"/>
                      <a:pt x="382" y="1707"/>
                      <a:pt x="853" y="1707"/>
                    </a:cubicBezTo>
                    <a:cubicBezTo>
                      <a:pt x="1323" y="1707"/>
                      <a:pt x="1706" y="1325"/>
                      <a:pt x="1706" y="853"/>
                    </a:cubicBezTo>
                    <a:cubicBezTo>
                      <a:pt x="1706" y="382"/>
                      <a:pt x="1325" y="1"/>
                      <a:pt x="8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4"/>
              <p:cNvSpPr/>
              <p:nvPr/>
            </p:nvSpPr>
            <p:spPr>
              <a:xfrm>
                <a:off x="6836913" y="3739371"/>
                <a:ext cx="326880" cy="297113"/>
              </a:xfrm>
              <a:custGeom>
                <a:avLst/>
                <a:gdLst/>
                <a:ahLst/>
                <a:cxnLst/>
                <a:rect l="l" t="t" r="r" b="b"/>
                <a:pathLst>
                  <a:path w="14528" h="13205" extrusionOk="0">
                    <a:moveTo>
                      <a:pt x="906" y="1"/>
                    </a:moveTo>
                    <a:cubicBezTo>
                      <a:pt x="424" y="1"/>
                      <a:pt x="0" y="614"/>
                      <a:pt x="451" y="1028"/>
                    </a:cubicBezTo>
                    <a:cubicBezTo>
                      <a:pt x="4878" y="5089"/>
                      <a:pt x="9301" y="9144"/>
                      <a:pt x="13726" y="13205"/>
                    </a:cubicBezTo>
                    <a:lnTo>
                      <a:pt x="14527" y="13205"/>
                    </a:lnTo>
                    <a:lnTo>
                      <a:pt x="14527" y="12286"/>
                    </a:lnTo>
                    <a:cubicBezTo>
                      <a:pt x="10123" y="8248"/>
                      <a:pt x="5719" y="4207"/>
                      <a:pt x="1313" y="168"/>
                    </a:cubicBezTo>
                    <a:cubicBezTo>
                      <a:pt x="1185" y="50"/>
                      <a:pt x="1043" y="1"/>
                      <a:pt x="9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4"/>
              <p:cNvSpPr/>
              <p:nvPr/>
            </p:nvSpPr>
            <p:spPr>
              <a:xfrm>
                <a:off x="6419268" y="4532563"/>
                <a:ext cx="3401055" cy="70560"/>
              </a:xfrm>
              <a:custGeom>
                <a:avLst/>
                <a:gdLst/>
                <a:ahLst/>
                <a:cxnLst/>
                <a:rect l="l" t="t" r="r" b="b"/>
                <a:pathLst>
                  <a:path w="151158" h="3136" extrusionOk="0">
                    <a:moveTo>
                      <a:pt x="1568" y="0"/>
                    </a:moveTo>
                    <a:cubicBezTo>
                      <a:pt x="702" y="0"/>
                      <a:pt x="1" y="702"/>
                      <a:pt x="1" y="1567"/>
                    </a:cubicBezTo>
                    <a:cubicBezTo>
                      <a:pt x="1" y="2434"/>
                      <a:pt x="702" y="3136"/>
                      <a:pt x="1568" y="3136"/>
                    </a:cubicBezTo>
                    <a:lnTo>
                      <a:pt x="149589" y="3136"/>
                    </a:lnTo>
                    <a:cubicBezTo>
                      <a:pt x="150455" y="3136"/>
                      <a:pt x="151157" y="2433"/>
                      <a:pt x="151157" y="1567"/>
                    </a:cubicBezTo>
                    <a:cubicBezTo>
                      <a:pt x="151157" y="703"/>
                      <a:pt x="150455" y="1"/>
                      <a:pt x="1495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4"/>
              <p:cNvSpPr/>
              <p:nvPr/>
            </p:nvSpPr>
            <p:spPr>
              <a:xfrm>
                <a:off x="8956886" y="2512648"/>
                <a:ext cx="779625" cy="594248"/>
              </a:xfrm>
              <a:custGeom>
                <a:avLst/>
                <a:gdLst/>
                <a:ahLst/>
                <a:cxnLst/>
                <a:rect l="l" t="t" r="r" b="b"/>
                <a:pathLst>
                  <a:path w="34650" h="26411" extrusionOk="0">
                    <a:moveTo>
                      <a:pt x="1989" y="0"/>
                    </a:moveTo>
                    <a:cubicBezTo>
                      <a:pt x="836" y="0"/>
                      <a:pt x="0" y="937"/>
                      <a:pt x="129" y="2081"/>
                    </a:cubicBezTo>
                    <a:lnTo>
                      <a:pt x="2648" y="24331"/>
                    </a:lnTo>
                    <a:cubicBezTo>
                      <a:pt x="2777" y="25476"/>
                      <a:pt x="3826" y="26411"/>
                      <a:pt x="4978" y="26411"/>
                    </a:cubicBezTo>
                    <a:lnTo>
                      <a:pt x="29691" y="26411"/>
                    </a:lnTo>
                    <a:cubicBezTo>
                      <a:pt x="30842" y="26411"/>
                      <a:pt x="31910" y="25475"/>
                      <a:pt x="32062" y="24334"/>
                    </a:cubicBezTo>
                    <a:lnTo>
                      <a:pt x="34497" y="6227"/>
                    </a:lnTo>
                    <a:cubicBezTo>
                      <a:pt x="34650" y="5086"/>
                      <a:pt x="33832" y="4152"/>
                      <a:pt x="32681" y="4152"/>
                    </a:cubicBezTo>
                    <a:lnTo>
                      <a:pt x="20114" y="4152"/>
                    </a:lnTo>
                    <a:lnTo>
                      <a:pt x="20114" y="4155"/>
                    </a:lnTo>
                    <a:cubicBezTo>
                      <a:pt x="18961" y="4155"/>
                      <a:pt x="18021" y="3222"/>
                      <a:pt x="18021" y="2078"/>
                    </a:cubicBezTo>
                    <a:cubicBezTo>
                      <a:pt x="18021" y="937"/>
                      <a:pt x="17077" y="0"/>
                      <a:pt x="15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4"/>
              <p:cNvSpPr/>
              <p:nvPr/>
            </p:nvSpPr>
            <p:spPr>
              <a:xfrm>
                <a:off x="8913123" y="2512648"/>
                <a:ext cx="779625" cy="594248"/>
              </a:xfrm>
              <a:custGeom>
                <a:avLst/>
                <a:gdLst/>
                <a:ahLst/>
                <a:cxnLst/>
                <a:rect l="l" t="t" r="r" b="b"/>
                <a:pathLst>
                  <a:path w="34650" h="26411" extrusionOk="0">
                    <a:moveTo>
                      <a:pt x="1987" y="0"/>
                    </a:moveTo>
                    <a:cubicBezTo>
                      <a:pt x="835" y="0"/>
                      <a:pt x="0" y="937"/>
                      <a:pt x="128" y="2081"/>
                    </a:cubicBezTo>
                    <a:lnTo>
                      <a:pt x="2647" y="24331"/>
                    </a:lnTo>
                    <a:cubicBezTo>
                      <a:pt x="2776" y="25476"/>
                      <a:pt x="3824" y="26411"/>
                      <a:pt x="4978" y="26411"/>
                    </a:cubicBezTo>
                    <a:lnTo>
                      <a:pt x="29691" y="26411"/>
                    </a:lnTo>
                    <a:cubicBezTo>
                      <a:pt x="30843" y="26411"/>
                      <a:pt x="31909" y="25475"/>
                      <a:pt x="32063" y="24334"/>
                    </a:cubicBezTo>
                    <a:lnTo>
                      <a:pt x="34498" y="6227"/>
                    </a:lnTo>
                    <a:cubicBezTo>
                      <a:pt x="34650" y="5086"/>
                      <a:pt x="33833" y="4152"/>
                      <a:pt x="32680" y="4152"/>
                    </a:cubicBezTo>
                    <a:lnTo>
                      <a:pt x="20113" y="4152"/>
                    </a:lnTo>
                    <a:lnTo>
                      <a:pt x="20113" y="4155"/>
                    </a:lnTo>
                    <a:cubicBezTo>
                      <a:pt x="18961" y="4155"/>
                      <a:pt x="18019" y="3222"/>
                      <a:pt x="18019" y="2078"/>
                    </a:cubicBezTo>
                    <a:cubicBezTo>
                      <a:pt x="18019" y="937"/>
                      <a:pt x="17075" y="0"/>
                      <a:pt x="159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4"/>
              <p:cNvSpPr/>
              <p:nvPr/>
            </p:nvSpPr>
            <p:spPr>
              <a:xfrm>
                <a:off x="7285012" y="2777256"/>
                <a:ext cx="1544355" cy="1338450"/>
              </a:xfrm>
              <a:custGeom>
                <a:avLst/>
                <a:gdLst/>
                <a:ahLst/>
                <a:cxnLst/>
                <a:rect l="l" t="t" r="r" b="b"/>
                <a:pathLst>
                  <a:path w="61898" h="53753" extrusionOk="0">
                    <a:moveTo>
                      <a:pt x="30950" y="0"/>
                    </a:moveTo>
                    <a:cubicBezTo>
                      <a:pt x="28754" y="1744"/>
                      <a:pt x="20519" y="7692"/>
                      <a:pt x="10168" y="7862"/>
                    </a:cubicBezTo>
                    <a:cubicBezTo>
                      <a:pt x="10168" y="7862"/>
                      <a:pt x="1" y="42385"/>
                      <a:pt x="30950" y="53752"/>
                    </a:cubicBezTo>
                    <a:cubicBezTo>
                      <a:pt x="61898" y="42385"/>
                      <a:pt x="51730" y="7862"/>
                      <a:pt x="51730" y="7862"/>
                    </a:cubicBezTo>
                    <a:cubicBezTo>
                      <a:pt x="41380" y="7692"/>
                      <a:pt x="33146" y="1744"/>
                      <a:pt x="309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4"/>
              <p:cNvSpPr/>
              <p:nvPr/>
            </p:nvSpPr>
            <p:spPr>
              <a:xfrm>
                <a:off x="7773898" y="3184982"/>
                <a:ext cx="599049" cy="468917"/>
              </a:xfrm>
              <a:custGeom>
                <a:avLst/>
                <a:gdLst/>
                <a:ahLst/>
                <a:cxnLst/>
                <a:rect l="l" t="t" r="r" b="b"/>
                <a:pathLst>
                  <a:path w="24010" h="18832" extrusionOk="0">
                    <a:moveTo>
                      <a:pt x="21357" y="1"/>
                    </a:moveTo>
                    <a:lnTo>
                      <a:pt x="9034" y="14110"/>
                    </a:lnTo>
                    <a:lnTo>
                      <a:pt x="2048" y="9121"/>
                    </a:lnTo>
                    <a:lnTo>
                      <a:pt x="0" y="11987"/>
                    </a:lnTo>
                    <a:lnTo>
                      <a:pt x="9587" y="18831"/>
                    </a:lnTo>
                    <a:lnTo>
                      <a:pt x="24009" y="2319"/>
                    </a:lnTo>
                    <a:lnTo>
                      <a:pt x="213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4"/>
              <p:cNvSpPr/>
              <p:nvPr/>
            </p:nvSpPr>
            <p:spPr>
              <a:xfrm>
                <a:off x="7852913" y="2961810"/>
                <a:ext cx="976443" cy="1153891"/>
              </a:xfrm>
              <a:custGeom>
                <a:avLst/>
                <a:gdLst/>
                <a:ahLst/>
                <a:cxnLst/>
                <a:rect l="l" t="t" r="r" b="b"/>
                <a:pathLst>
                  <a:path w="39136" h="46341" extrusionOk="0">
                    <a:moveTo>
                      <a:pt x="24380" y="0"/>
                    </a:moveTo>
                    <a:cubicBezTo>
                      <a:pt x="24919" y="13103"/>
                      <a:pt x="21662" y="32654"/>
                      <a:pt x="0" y="42228"/>
                    </a:cubicBezTo>
                    <a:cubicBezTo>
                      <a:pt x="2344" y="43794"/>
                      <a:pt x="5052" y="45188"/>
                      <a:pt x="8188" y="46340"/>
                    </a:cubicBezTo>
                    <a:cubicBezTo>
                      <a:pt x="39136" y="34973"/>
                      <a:pt x="28968" y="450"/>
                      <a:pt x="28968" y="450"/>
                    </a:cubicBezTo>
                    <a:cubicBezTo>
                      <a:pt x="27384" y="423"/>
                      <a:pt x="25851" y="260"/>
                      <a:pt x="243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6"/>
          <p:cNvSpPr/>
          <p:nvPr/>
        </p:nvSpPr>
        <p:spPr>
          <a:xfrm>
            <a:off x="1518900" y="2022800"/>
            <a:ext cx="810000" cy="5544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6"/>
          <p:cNvSpPr/>
          <p:nvPr/>
        </p:nvSpPr>
        <p:spPr>
          <a:xfrm>
            <a:off x="2314500" y="2875450"/>
            <a:ext cx="810000" cy="5544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6"/>
          <p:cNvSpPr/>
          <p:nvPr/>
        </p:nvSpPr>
        <p:spPr>
          <a:xfrm>
            <a:off x="3113700" y="3725100"/>
            <a:ext cx="810000" cy="5544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6"/>
          <p:cNvSpPr/>
          <p:nvPr/>
        </p:nvSpPr>
        <p:spPr>
          <a:xfrm>
            <a:off x="720000" y="1171900"/>
            <a:ext cx="810000" cy="5544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6"/>
          <p:cNvSpPr txBox="1">
            <a:spLocks noGrp="1"/>
          </p:cNvSpPr>
          <p:nvPr>
            <p:ph type="title"/>
          </p:nvPr>
        </p:nvSpPr>
        <p:spPr>
          <a:xfrm>
            <a:off x="1529700" y="1172200"/>
            <a:ext cx="4500000" cy="554100"/>
          </a:xfrm>
          <a:prstGeom prst="rect">
            <a:avLst/>
          </a:prstGeom>
        </p:spPr>
        <p:txBody>
          <a:bodyPr spcFirstLastPara="1" wrap="square" lIns="90000" tIns="91425" rIns="90000" bIns="91425" anchor="b" anchorCtr="0">
            <a:noAutofit/>
          </a:bodyPr>
          <a:lstStyle/>
          <a:p>
            <a:pPr lvl="0"/>
            <a:r>
              <a:rPr lang="en-US" dirty="0"/>
              <a:t>Unit Testing</a:t>
            </a:r>
            <a:endParaRPr dirty="0"/>
          </a:p>
        </p:txBody>
      </p:sp>
      <p:sp>
        <p:nvSpPr>
          <p:cNvPr id="339" name="Google Shape;339;p36"/>
          <p:cNvSpPr txBox="1">
            <a:spLocks noGrp="1"/>
          </p:cNvSpPr>
          <p:nvPr>
            <p:ph type="title" idx="2"/>
          </p:nvPr>
        </p:nvSpPr>
        <p:spPr>
          <a:xfrm>
            <a:off x="720000" y="1172200"/>
            <a:ext cx="809700" cy="5541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01</a:t>
            </a:r>
            <a:endParaRPr/>
          </a:p>
        </p:txBody>
      </p:sp>
      <p:sp>
        <p:nvSpPr>
          <p:cNvPr id="340" name="Google Shape;340;p36"/>
          <p:cNvSpPr txBox="1">
            <a:spLocks noGrp="1"/>
          </p:cNvSpPr>
          <p:nvPr>
            <p:ph type="subTitle" idx="1"/>
          </p:nvPr>
        </p:nvSpPr>
        <p:spPr>
          <a:xfrm>
            <a:off x="1529700" y="1573900"/>
            <a:ext cx="4500000" cy="400200"/>
          </a:xfrm>
          <a:prstGeom prst="rect">
            <a:avLst/>
          </a:prstGeom>
        </p:spPr>
        <p:txBody>
          <a:bodyPr spcFirstLastPara="1" wrap="square" lIns="90000" tIns="91425" rIns="90000" bIns="91425" anchor="t" anchorCtr="0">
            <a:noAutofit/>
          </a:bodyPr>
          <a:lstStyle/>
          <a:p>
            <a:pPr marL="0" lvl="0" indent="0"/>
            <a:r>
              <a:rPr lang="en-US" dirty="0"/>
              <a:t>each module independently</a:t>
            </a:r>
            <a:endParaRPr dirty="0"/>
          </a:p>
        </p:txBody>
      </p:sp>
      <p:sp>
        <p:nvSpPr>
          <p:cNvPr id="341" name="Google Shape;341;p36"/>
          <p:cNvSpPr txBox="1">
            <a:spLocks noGrp="1"/>
          </p:cNvSpPr>
          <p:nvPr>
            <p:ph type="title" idx="3"/>
          </p:nvPr>
        </p:nvSpPr>
        <p:spPr>
          <a:xfrm>
            <a:off x="2328900" y="2023100"/>
            <a:ext cx="4500000" cy="554100"/>
          </a:xfrm>
          <a:prstGeom prst="rect">
            <a:avLst/>
          </a:prstGeom>
        </p:spPr>
        <p:txBody>
          <a:bodyPr spcFirstLastPara="1" wrap="square" lIns="90000" tIns="91425" rIns="90000" bIns="91425" anchor="b" anchorCtr="0">
            <a:noAutofit/>
          </a:bodyPr>
          <a:lstStyle/>
          <a:p>
            <a:pPr lvl="0"/>
            <a:r>
              <a:rPr lang="en-US" dirty="0"/>
              <a:t>Integration Testing</a:t>
            </a:r>
            <a:endParaRPr dirty="0"/>
          </a:p>
        </p:txBody>
      </p:sp>
      <p:sp>
        <p:nvSpPr>
          <p:cNvPr id="342" name="Google Shape;342;p36"/>
          <p:cNvSpPr txBox="1">
            <a:spLocks noGrp="1"/>
          </p:cNvSpPr>
          <p:nvPr>
            <p:ph type="title" idx="4"/>
          </p:nvPr>
        </p:nvSpPr>
        <p:spPr>
          <a:xfrm>
            <a:off x="1519200" y="2023100"/>
            <a:ext cx="809700" cy="5541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02</a:t>
            </a:r>
            <a:endParaRPr/>
          </a:p>
        </p:txBody>
      </p:sp>
      <p:sp>
        <p:nvSpPr>
          <p:cNvPr id="343" name="Google Shape;343;p36"/>
          <p:cNvSpPr txBox="1">
            <a:spLocks noGrp="1"/>
          </p:cNvSpPr>
          <p:nvPr>
            <p:ph type="subTitle" idx="5"/>
          </p:nvPr>
        </p:nvSpPr>
        <p:spPr>
          <a:xfrm>
            <a:off x="2328900" y="2424800"/>
            <a:ext cx="4500000" cy="400200"/>
          </a:xfrm>
          <a:prstGeom prst="rect">
            <a:avLst/>
          </a:prstGeom>
        </p:spPr>
        <p:txBody>
          <a:bodyPr spcFirstLastPara="1" wrap="square" lIns="90000" tIns="91425" rIns="90000" bIns="91425" anchor="t" anchorCtr="0">
            <a:noAutofit/>
          </a:bodyPr>
          <a:lstStyle/>
          <a:p>
            <a:pPr marL="0" lvl="0" indent="0">
              <a:buSzPts val="1100"/>
            </a:pPr>
            <a:r>
              <a:rPr lang="en-US" dirty="0"/>
              <a:t>modules working together</a:t>
            </a:r>
            <a:endParaRPr dirty="0"/>
          </a:p>
        </p:txBody>
      </p:sp>
      <p:sp>
        <p:nvSpPr>
          <p:cNvPr id="344" name="Google Shape;344;p36"/>
          <p:cNvSpPr txBox="1">
            <a:spLocks noGrp="1"/>
          </p:cNvSpPr>
          <p:nvPr>
            <p:ph type="title" idx="6"/>
          </p:nvPr>
        </p:nvSpPr>
        <p:spPr>
          <a:xfrm>
            <a:off x="3124500" y="2875750"/>
            <a:ext cx="4500000" cy="554100"/>
          </a:xfrm>
          <a:prstGeom prst="rect">
            <a:avLst/>
          </a:prstGeom>
        </p:spPr>
        <p:txBody>
          <a:bodyPr spcFirstLastPara="1" wrap="square" lIns="90000" tIns="91425" rIns="90000" bIns="91425" anchor="b" anchorCtr="0">
            <a:noAutofit/>
          </a:bodyPr>
          <a:lstStyle/>
          <a:p>
            <a:pPr lvl="0">
              <a:buClr>
                <a:schemeClr val="dk1"/>
              </a:buClr>
              <a:buSzPts val="1100"/>
            </a:pPr>
            <a:r>
              <a:rPr lang="en-US" dirty="0"/>
              <a:t>System Testing</a:t>
            </a:r>
            <a:endParaRPr dirty="0"/>
          </a:p>
        </p:txBody>
      </p:sp>
      <p:sp>
        <p:nvSpPr>
          <p:cNvPr id="345" name="Google Shape;345;p36"/>
          <p:cNvSpPr txBox="1">
            <a:spLocks noGrp="1"/>
          </p:cNvSpPr>
          <p:nvPr>
            <p:ph type="title" idx="7"/>
          </p:nvPr>
        </p:nvSpPr>
        <p:spPr>
          <a:xfrm>
            <a:off x="2314800" y="2875750"/>
            <a:ext cx="809700" cy="5541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03</a:t>
            </a:r>
            <a:endParaRPr/>
          </a:p>
        </p:txBody>
      </p:sp>
      <p:sp>
        <p:nvSpPr>
          <p:cNvPr id="346" name="Google Shape;346;p36"/>
          <p:cNvSpPr txBox="1">
            <a:spLocks noGrp="1"/>
          </p:cNvSpPr>
          <p:nvPr>
            <p:ph type="subTitle" idx="8"/>
          </p:nvPr>
        </p:nvSpPr>
        <p:spPr>
          <a:xfrm>
            <a:off x="3124500" y="3277450"/>
            <a:ext cx="4500000" cy="400200"/>
          </a:xfrm>
          <a:prstGeom prst="rect">
            <a:avLst/>
          </a:prstGeom>
        </p:spPr>
        <p:txBody>
          <a:bodyPr spcFirstLastPara="1" wrap="square" lIns="90000" tIns="91425" rIns="90000" bIns="91425" anchor="t" anchorCtr="0">
            <a:noAutofit/>
          </a:bodyPr>
          <a:lstStyle/>
          <a:p>
            <a:pPr marL="0" lvl="0" indent="0">
              <a:buSzPts val="1100"/>
            </a:pPr>
            <a:r>
              <a:rPr lang="en-US" dirty="0"/>
              <a:t>full pipeline </a:t>
            </a:r>
            <a:r>
              <a:rPr lang="en-US" dirty="0" smtClean="0"/>
              <a:t>(upload </a:t>
            </a:r>
            <a:r>
              <a:rPr lang="en-US" dirty="0"/>
              <a:t>→ analysis → report)</a:t>
            </a:r>
            <a:endParaRPr dirty="0"/>
          </a:p>
        </p:txBody>
      </p:sp>
      <p:sp>
        <p:nvSpPr>
          <p:cNvPr id="347" name="Google Shape;347;p36"/>
          <p:cNvSpPr txBox="1">
            <a:spLocks noGrp="1"/>
          </p:cNvSpPr>
          <p:nvPr>
            <p:ph type="title" idx="9"/>
          </p:nvPr>
        </p:nvSpPr>
        <p:spPr>
          <a:xfrm>
            <a:off x="720000" y="540000"/>
            <a:ext cx="7704000" cy="676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dirty="0" smtClean="0"/>
              <a:t>TESTING STRATEGY</a:t>
            </a:r>
            <a:endParaRPr dirty="0"/>
          </a:p>
        </p:txBody>
      </p:sp>
      <p:sp>
        <p:nvSpPr>
          <p:cNvPr id="348" name="Google Shape;348;p36"/>
          <p:cNvSpPr txBox="1">
            <a:spLocks noGrp="1"/>
          </p:cNvSpPr>
          <p:nvPr>
            <p:ph type="title" idx="13"/>
          </p:nvPr>
        </p:nvSpPr>
        <p:spPr>
          <a:xfrm>
            <a:off x="3923700" y="3725400"/>
            <a:ext cx="4349444" cy="554100"/>
          </a:xfrm>
          <a:prstGeom prst="rect">
            <a:avLst/>
          </a:prstGeom>
        </p:spPr>
        <p:txBody>
          <a:bodyPr spcFirstLastPara="1" wrap="square" lIns="91425" tIns="91425" rIns="91425" bIns="91425" anchor="b" anchorCtr="0">
            <a:noAutofit/>
          </a:bodyPr>
          <a:lstStyle/>
          <a:p>
            <a:pPr lvl="0"/>
            <a:r>
              <a:rPr lang="en-US" dirty="0"/>
              <a:t>User Acceptance </a:t>
            </a:r>
            <a:r>
              <a:rPr lang="en-US" dirty="0" smtClean="0"/>
              <a:t>Testing</a:t>
            </a:r>
            <a:endParaRPr dirty="0"/>
          </a:p>
        </p:txBody>
      </p:sp>
      <p:sp>
        <p:nvSpPr>
          <p:cNvPr id="349" name="Google Shape;349;p36"/>
          <p:cNvSpPr txBox="1">
            <a:spLocks noGrp="1"/>
          </p:cNvSpPr>
          <p:nvPr>
            <p:ph type="title" idx="14"/>
          </p:nvPr>
        </p:nvSpPr>
        <p:spPr>
          <a:xfrm>
            <a:off x="3114000" y="3725400"/>
            <a:ext cx="809700" cy="55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04</a:t>
            </a:r>
            <a:endParaRPr/>
          </a:p>
        </p:txBody>
      </p:sp>
      <p:sp>
        <p:nvSpPr>
          <p:cNvPr id="350" name="Google Shape;350;p36"/>
          <p:cNvSpPr txBox="1">
            <a:spLocks noGrp="1"/>
          </p:cNvSpPr>
          <p:nvPr>
            <p:ph type="subTitle" idx="15"/>
          </p:nvPr>
        </p:nvSpPr>
        <p:spPr>
          <a:xfrm>
            <a:off x="3923700" y="4127100"/>
            <a:ext cx="4500000" cy="400200"/>
          </a:xfrm>
          <a:prstGeom prst="rect">
            <a:avLst/>
          </a:prstGeom>
        </p:spPr>
        <p:txBody>
          <a:bodyPr spcFirstLastPara="1" wrap="square" lIns="91425" tIns="91425" rIns="91425" bIns="91425" anchor="t" anchorCtr="0">
            <a:noAutofit/>
          </a:bodyPr>
          <a:lstStyle/>
          <a:p>
            <a:pPr marL="0" lvl="0" indent="0"/>
            <a:r>
              <a:rPr lang="en-US" dirty="0"/>
              <a:t>evaluated by directors/users</a:t>
            </a:r>
            <a:endParaRPr dirty="0"/>
          </a:p>
        </p:txBody>
      </p:sp>
      <p:grpSp>
        <p:nvGrpSpPr>
          <p:cNvPr id="351" name="Google Shape;351;p36"/>
          <p:cNvGrpSpPr/>
          <p:nvPr/>
        </p:nvGrpSpPr>
        <p:grpSpPr>
          <a:xfrm>
            <a:off x="-304800" y="3302886"/>
            <a:ext cx="2526009" cy="2145420"/>
            <a:chOff x="-304800" y="3302886"/>
            <a:chExt cx="2526009" cy="2145420"/>
          </a:xfrm>
        </p:grpSpPr>
        <p:sp>
          <p:nvSpPr>
            <p:cNvPr id="352" name="Google Shape;352;p36"/>
            <p:cNvSpPr/>
            <p:nvPr/>
          </p:nvSpPr>
          <p:spPr>
            <a:xfrm flipH="1">
              <a:off x="-304800" y="4424570"/>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6"/>
            <p:cNvSpPr/>
            <p:nvPr/>
          </p:nvSpPr>
          <p:spPr>
            <a:xfrm flipH="1">
              <a:off x="297617" y="3302886"/>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6"/>
            <p:cNvSpPr/>
            <p:nvPr/>
          </p:nvSpPr>
          <p:spPr>
            <a:xfrm flipH="1">
              <a:off x="76203" y="3682662"/>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6"/>
            <p:cNvSpPr/>
            <p:nvPr/>
          </p:nvSpPr>
          <p:spPr>
            <a:xfrm flipH="1">
              <a:off x="2032990" y="4803737"/>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6" name="Google Shape;356;p36"/>
            <p:cNvGrpSpPr/>
            <p:nvPr/>
          </p:nvGrpSpPr>
          <p:grpSpPr>
            <a:xfrm>
              <a:off x="152389" y="3544991"/>
              <a:ext cx="1804419" cy="1446116"/>
              <a:chOff x="1000664" y="3512341"/>
              <a:chExt cx="1804419" cy="1446116"/>
            </a:xfrm>
          </p:grpSpPr>
          <p:sp>
            <p:nvSpPr>
              <p:cNvPr id="357" name="Google Shape;357;p36"/>
              <p:cNvSpPr/>
              <p:nvPr/>
            </p:nvSpPr>
            <p:spPr>
              <a:xfrm>
                <a:off x="1094142" y="3946510"/>
                <a:ext cx="1617416" cy="987006"/>
              </a:xfrm>
              <a:custGeom>
                <a:avLst/>
                <a:gdLst/>
                <a:ahLst/>
                <a:cxnLst/>
                <a:rect l="l" t="t" r="r" b="b"/>
                <a:pathLst>
                  <a:path w="27686" h="16895" extrusionOk="0">
                    <a:moveTo>
                      <a:pt x="867" y="0"/>
                    </a:moveTo>
                    <a:cubicBezTo>
                      <a:pt x="391" y="0"/>
                      <a:pt x="1" y="390"/>
                      <a:pt x="1" y="866"/>
                    </a:cubicBezTo>
                    <a:lnTo>
                      <a:pt x="1" y="16029"/>
                    </a:lnTo>
                    <a:cubicBezTo>
                      <a:pt x="1" y="16506"/>
                      <a:pt x="391" y="16895"/>
                      <a:pt x="867" y="16895"/>
                    </a:cubicBezTo>
                    <a:lnTo>
                      <a:pt x="26820" y="16895"/>
                    </a:lnTo>
                    <a:cubicBezTo>
                      <a:pt x="27295" y="16895"/>
                      <a:pt x="27686" y="16506"/>
                      <a:pt x="27686" y="16029"/>
                    </a:cubicBezTo>
                    <a:lnTo>
                      <a:pt x="27686" y="866"/>
                    </a:lnTo>
                    <a:cubicBezTo>
                      <a:pt x="27686" y="390"/>
                      <a:pt x="27295" y="0"/>
                      <a:pt x="268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6"/>
              <p:cNvSpPr/>
              <p:nvPr/>
            </p:nvSpPr>
            <p:spPr>
              <a:xfrm>
                <a:off x="1147049" y="4000759"/>
                <a:ext cx="1511793" cy="771553"/>
              </a:xfrm>
              <a:custGeom>
                <a:avLst/>
                <a:gdLst/>
                <a:ahLst/>
                <a:cxnLst/>
                <a:rect l="l" t="t" r="r" b="b"/>
                <a:pathLst>
                  <a:path w="25878" h="13207" extrusionOk="0">
                    <a:moveTo>
                      <a:pt x="1" y="1"/>
                    </a:moveTo>
                    <a:lnTo>
                      <a:pt x="1" y="13206"/>
                    </a:lnTo>
                    <a:lnTo>
                      <a:pt x="25877" y="13206"/>
                    </a:lnTo>
                    <a:lnTo>
                      <a:pt x="258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6"/>
              <p:cNvSpPr/>
              <p:nvPr/>
            </p:nvSpPr>
            <p:spPr>
              <a:xfrm>
                <a:off x="1000664" y="4832386"/>
                <a:ext cx="1804419" cy="126070"/>
              </a:xfrm>
              <a:custGeom>
                <a:avLst/>
                <a:gdLst/>
                <a:ahLst/>
                <a:cxnLst/>
                <a:rect l="l" t="t" r="r" b="b"/>
                <a:pathLst>
                  <a:path w="30887" h="2158" extrusionOk="0">
                    <a:moveTo>
                      <a:pt x="0" y="1"/>
                    </a:moveTo>
                    <a:lnTo>
                      <a:pt x="0" y="1192"/>
                    </a:lnTo>
                    <a:cubicBezTo>
                      <a:pt x="0" y="1723"/>
                      <a:pt x="434" y="2157"/>
                      <a:pt x="966" y="2157"/>
                    </a:cubicBezTo>
                    <a:lnTo>
                      <a:pt x="29921" y="2157"/>
                    </a:lnTo>
                    <a:cubicBezTo>
                      <a:pt x="30451" y="2157"/>
                      <a:pt x="30886" y="1723"/>
                      <a:pt x="30886" y="1192"/>
                    </a:cubicBezTo>
                    <a:lnTo>
                      <a:pt x="308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6"/>
              <p:cNvSpPr/>
              <p:nvPr/>
            </p:nvSpPr>
            <p:spPr>
              <a:xfrm>
                <a:off x="1724288" y="4832971"/>
                <a:ext cx="358115" cy="41128"/>
              </a:xfrm>
              <a:custGeom>
                <a:avLst/>
                <a:gdLst/>
                <a:ahLst/>
                <a:cxnLst/>
                <a:rect l="l" t="t" r="r" b="b"/>
                <a:pathLst>
                  <a:path w="6130" h="704" extrusionOk="0">
                    <a:moveTo>
                      <a:pt x="0" y="1"/>
                    </a:moveTo>
                    <a:lnTo>
                      <a:pt x="0" y="389"/>
                    </a:lnTo>
                    <a:cubicBezTo>
                      <a:pt x="0" y="562"/>
                      <a:pt x="141" y="703"/>
                      <a:pt x="315" y="703"/>
                    </a:cubicBezTo>
                    <a:lnTo>
                      <a:pt x="5815" y="703"/>
                    </a:lnTo>
                    <a:cubicBezTo>
                      <a:pt x="5988" y="703"/>
                      <a:pt x="6129" y="561"/>
                      <a:pt x="6129" y="389"/>
                    </a:cubicBezTo>
                    <a:lnTo>
                      <a:pt x="61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6"/>
              <p:cNvSpPr/>
              <p:nvPr/>
            </p:nvSpPr>
            <p:spPr>
              <a:xfrm>
                <a:off x="1265139" y="4128081"/>
                <a:ext cx="554231" cy="554114"/>
              </a:xfrm>
              <a:custGeom>
                <a:avLst/>
                <a:gdLst/>
                <a:ahLst/>
                <a:cxnLst/>
                <a:rect l="l" t="t" r="r" b="b"/>
                <a:pathLst>
                  <a:path w="9487" h="9485" extrusionOk="0">
                    <a:moveTo>
                      <a:pt x="4744" y="0"/>
                    </a:moveTo>
                    <a:cubicBezTo>
                      <a:pt x="2124" y="0"/>
                      <a:pt x="1" y="2124"/>
                      <a:pt x="1" y="4743"/>
                    </a:cubicBezTo>
                    <a:cubicBezTo>
                      <a:pt x="1" y="7362"/>
                      <a:pt x="2125" y="9485"/>
                      <a:pt x="4744" y="9485"/>
                    </a:cubicBezTo>
                    <a:cubicBezTo>
                      <a:pt x="7363" y="9485"/>
                      <a:pt x="9486" y="7362"/>
                      <a:pt x="9486" y="4743"/>
                    </a:cubicBezTo>
                    <a:cubicBezTo>
                      <a:pt x="9486" y="2124"/>
                      <a:pt x="7363" y="0"/>
                      <a:pt x="47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6"/>
              <p:cNvSpPr/>
              <p:nvPr/>
            </p:nvSpPr>
            <p:spPr>
              <a:xfrm>
                <a:off x="1455077" y="4229331"/>
                <a:ext cx="174617" cy="171755"/>
              </a:xfrm>
              <a:custGeom>
                <a:avLst/>
                <a:gdLst/>
                <a:ahLst/>
                <a:cxnLst/>
                <a:rect l="l" t="t" r="r" b="b"/>
                <a:pathLst>
                  <a:path w="2989" h="2940" extrusionOk="0">
                    <a:moveTo>
                      <a:pt x="1704" y="385"/>
                    </a:moveTo>
                    <a:cubicBezTo>
                      <a:pt x="2200" y="385"/>
                      <a:pt x="2604" y="790"/>
                      <a:pt x="2604" y="1286"/>
                    </a:cubicBezTo>
                    <a:lnTo>
                      <a:pt x="2604" y="1653"/>
                    </a:lnTo>
                    <a:cubicBezTo>
                      <a:pt x="2604" y="2149"/>
                      <a:pt x="2199" y="2554"/>
                      <a:pt x="1704" y="2554"/>
                    </a:cubicBezTo>
                    <a:lnTo>
                      <a:pt x="1286" y="2554"/>
                    </a:lnTo>
                    <a:cubicBezTo>
                      <a:pt x="791" y="2554"/>
                      <a:pt x="387" y="2150"/>
                      <a:pt x="387" y="1653"/>
                    </a:cubicBezTo>
                    <a:lnTo>
                      <a:pt x="387" y="1286"/>
                    </a:lnTo>
                    <a:cubicBezTo>
                      <a:pt x="387" y="790"/>
                      <a:pt x="791" y="385"/>
                      <a:pt x="1286" y="385"/>
                    </a:cubicBezTo>
                    <a:close/>
                    <a:moveTo>
                      <a:pt x="1286" y="0"/>
                    </a:moveTo>
                    <a:cubicBezTo>
                      <a:pt x="577" y="0"/>
                      <a:pt x="1" y="577"/>
                      <a:pt x="1" y="1286"/>
                    </a:cubicBezTo>
                    <a:lnTo>
                      <a:pt x="1" y="1653"/>
                    </a:lnTo>
                    <a:cubicBezTo>
                      <a:pt x="1" y="2363"/>
                      <a:pt x="578" y="2940"/>
                      <a:pt x="1286" y="2940"/>
                    </a:cubicBezTo>
                    <a:lnTo>
                      <a:pt x="1704" y="2940"/>
                    </a:lnTo>
                    <a:cubicBezTo>
                      <a:pt x="2412" y="2940"/>
                      <a:pt x="2988" y="2363"/>
                      <a:pt x="2988" y="1653"/>
                    </a:cubicBezTo>
                    <a:lnTo>
                      <a:pt x="2988" y="1286"/>
                    </a:lnTo>
                    <a:cubicBezTo>
                      <a:pt x="2988" y="577"/>
                      <a:pt x="2412" y="0"/>
                      <a:pt x="17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6"/>
              <p:cNvSpPr/>
              <p:nvPr/>
            </p:nvSpPr>
            <p:spPr>
              <a:xfrm>
                <a:off x="1415734" y="4327833"/>
                <a:ext cx="253368" cy="253426"/>
              </a:xfrm>
              <a:custGeom>
                <a:avLst/>
                <a:gdLst/>
                <a:ahLst/>
                <a:cxnLst/>
                <a:rect l="l" t="t" r="r" b="b"/>
                <a:pathLst>
                  <a:path w="4337" h="4338" extrusionOk="0">
                    <a:moveTo>
                      <a:pt x="1260" y="0"/>
                    </a:moveTo>
                    <a:cubicBezTo>
                      <a:pt x="567" y="0"/>
                      <a:pt x="1" y="568"/>
                      <a:pt x="1" y="1262"/>
                    </a:cubicBezTo>
                    <a:lnTo>
                      <a:pt x="1" y="3076"/>
                    </a:lnTo>
                    <a:cubicBezTo>
                      <a:pt x="1" y="3770"/>
                      <a:pt x="567" y="4338"/>
                      <a:pt x="1260" y="4338"/>
                    </a:cubicBezTo>
                    <a:lnTo>
                      <a:pt x="3076" y="4338"/>
                    </a:lnTo>
                    <a:cubicBezTo>
                      <a:pt x="3768" y="4338"/>
                      <a:pt x="4336" y="3770"/>
                      <a:pt x="4336" y="3076"/>
                    </a:cubicBezTo>
                    <a:lnTo>
                      <a:pt x="4336" y="1262"/>
                    </a:lnTo>
                    <a:cubicBezTo>
                      <a:pt x="4336" y="568"/>
                      <a:pt x="3768" y="0"/>
                      <a:pt x="30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6"/>
              <p:cNvSpPr/>
              <p:nvPr/>
            </p:nvSpPr>
            <p:spPr>
              <a:xfrm>
                <a:off x="1431693" y="4343792"/>
                <a:ext cx="237419" cy="237536"/>
              </a:xfrm>
              <a:custGeom>
                <a:avLst/>
                <a:gdLst/>
                <a:ahLst/>
                <a:cxnLst/>
                <a:rect l="l" t="t" r="r" b="b"/>
                <a:pathLst>
                  <a:path w="4064" h="4066" extrusionOk="0">
                    <a:moveTo>
                      <a:pt x="3583" y="1"/>
                    </a:moveTo>
                    <a:cubicBezTo>
                      <a:pt x="3753" y="216"/>
                      <a:pt x="3855" y="487"/>
                      <a:pt x="3855" y="780"/>
                    </a:cubicBezTo>
                    <a:lnTo>
                      <a:pt x="3855" y="2596"/>
                    </a:lnTo>
                    <a:cubicBezTo>
                      <a:pt x="3855" y="3290"/>
                      <a:pt x="3288" y="3857"/>
                      <a:pt x="2595" y="3857"/>
                    </a:cubicBezTo>
                    <a:lnTo>
                      <a:pt x="779" y="3857"/>
                    </a:lnTo>
                    <a:cubicBezTo>
                      <a:pt x="486" y="3857"/>
                      <a:pt x="215" y="3754"/>
                      <a:pt x="0" y="3585"/>
                    </a:cubicBezTo>
                    <a:lnTo>
                      <a:pt x="0" y="3585"/>
                    </a:lnTo>
                    <a:cubicBezTo>
                      <a:pt x="231" y="3877"/>
                      <a:pt x="589" y="4066"/>
                      <a:pt x="987" y="4066"/>
                    </a:cubicBezTo>
                    <a:lnTo>
                      <a:pt x="2803" y="4066"/>
                    </a:lnTo>
                    <a:cubicBezTo>
                      <a:pt x="3495" y="4066"/>
                      <a:pt x="4063" y="3498"/>
                      <a:pt x="4063" y="2804"/>
                    </a:cubicBezTo>
                    <a:lnTo>
                      <a:pt x="4063" y="990"/>
                    </a:lnTo>
                    <a:cubicBezTo>
                      <a:pt x="4063" y="588"/>
                      <a:pt x="3873" y="232"/>
                      <a:pt x="35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6"/>
              <p:cNvSpPr/>
              <p:nvPr/>
            </p:nvSpPr>
            <p:spPr>
              <a:xfrm>
                <a:off x="1504359" y="4387519"/>
                <a:ext cx="76121" cy="149906"/>
              </a:xfrm>
              <a:custGeom>
                <a:avLst/>
                <a:gdLst/>
                <a:ahLst/>
                <a:cxnLst/>
                <a:rect l="l" t="t" r="r" b="b"/>
                <a:pathLst>
                  <a:path w="1303" h="2566" extrusionOk="0">
                    <a:moveTo>
                      <a:pt x="652" y="1"/>
                    </a:moveTo>
                    <a:cubicBezTo>
                      <a:pt x="292" y="1"/>
                      <a:pt x="1" y="292"/>
                      <a:pt x="1" y="652"/>
                    </a:cubicBezTo>
                    <a:cubicBezTo>
                      <a:pt x="1" y="910"/>
                      <a:pt x="152" y="1131"/>
                      <a:pt x="369" y="1235"/>
                    </a:cubicBezTo>
                    <a:lnTo>
                      <a:pt x="46" y="2454"/>
                    </a:lnTo>
                    <a:cubicBezTo>
                      <a:pt x="32" y="2516"/>
                      <a:pt x="74" y="2566"/>
                      <a:pt x="135" y="2566"/>
                    </a:cubicBezTo>
                    <a:lnTo>
                      <a:pt x="1166" y="2566"/>
                    </a:lnTo>
                    <a:cubicBezTo>
                      <a:pt x="1227" y="2566"/>
                      <a:pt x="1269" y="2516"/>
                      <a:pt x="1256" y="2454"/>
                    </a:cubicBezTo>
                    <a:lnTo>
                      <a:pt x="934" y="1235"/>
                    </a:lnTo>
                    <a:cubicBezTo>
                      <a:pt x="1151" y="1131"/>
                      <a:pt x="1303" y="910"/>
                      <a:pt x="1303" y="652"/>
                    </a:cubicBezTo>
                    <a:cubicBezTo>
                      <a:pt x="1303" y="292"/>
                      <a:pt x="1012" y="1"/>
                      <a:pt x="6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6"/>
              <p:cNvSpPr/>
              <p:nvPr/>
            </p:nvSpPr>
            <p:spPr>
              <a:xfrm>
                <a:off x="2074233" y="4175549"/>
                <a:ext cx="317805" cy="22024"/>
              </a:xfrm>
              <a:custGeom>
                <a:avLst/>
                <a:gdLst/>
                <a:ahLst/>
                <a:cxnLst/>
                <a:rect l="l" t="t" r="r" b="b"/>
                <a:pathLst>
                  <a:path w="5440" h="377" extrusionOk="0">
                    <a:moveTo>
                      <a:pt x="0" y="0"/>
                    </a:moveTo>
                    <a:lnTo>
                      <a:pt x="0" y="377"/>
                    </a:lnTo>
                    <a:lnTo>
                      <a:pt x="5440" y="377"/>
                    </a:lnTo>
                    <a:lnTo>
                      <a:pt x="544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6"/>
              <p:cNvSpPr/>
              <p:nvPr/>
            </p:nvSpPr>
            <p:spPr>
              <a:xfrm>
                <a:off x="1946263" y="4233949"/>
                <a:ext cx="573568" cy="22141"/>
              </a:xfrm>
              <a:custGeom>
                <a:avLst/>
                <a:gdLst/>
                <a:ahLst/>
                <a:cxnLst/>
                <a:rect l="l" t="t" r="r" b="b"/>
                <a:pathLst>
                  <a:path w="9818" h="379" extrusionOk="0">
                    <a:moveTo>
                      <a:pt x="0" y="1"/>
                    </a:moveTo>
                    <a:lnTo>
                      <a:pt x="0" y="378"/>
                    </a:lnTo>
                    <a:lnTo>
                      <a:pt x="9818" y="378"/>
                    </a:lnTo>
                    <a:lnTo>
                      <a:pt x="98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6"/>
              <p:cNvSpPr/>
              <p:nvPr/>
            </p:nvSpPr>
            <p:spPr>
              <a:xfrm>
                <a:off x="1946263" y="4349463"/>
                <a:ext cx="573568" cy="123149"/>
              </a:xfrm>
              <a:custGeom>
                <a:avLst/>
                <a:gdLst/>
                <a:ahLst/>
                <a:cxnLst/>
                <a:rect l="l" t="t" r="r" b="b"/>
                <a:pathLst>
                  <a:path w="9818" h="2108" extrusionOk="0">
                    <a:moveTo>
                      <a:pt x="8402" y="1"/>
                    </a:moveTo>
                    <a:cubicBezTo>
                      <a:pt x="8401" y="1"/>
                      <a:pt x="8401" y="1"/>
                      <a:pt x="8400" y="1"/>
                    </a:cubicBezTo>
                    <a:lnTo>
                      <a:pt x="1418" y="1"/>
                    </a:lnTo>
                    <a:cubicBezTo>
                      <a:pt x="638" y="1"/>
                      <a:pt x="0" y="475"/>
                      <a:pt x="0" y="1054"/>
                    </a:cubicBezTo>
                    <a:cubicBezTo>
                      <a:pt x="0" y="1634"/>
                      <a:pt x="638" y="2108"/>
                      <a:pt x="1418" y="2108"/>
                    </a:cubicBezTo>
                    <a:lnTo>
                      <a:pt x="8400" y="2108"/>
                    </a:lnTo>
                    <a:cubicBezTo>
                      <a:pt x="9180" y="2108"/>
                      <a:pt x="9818" y="1633"/>
                      <a:pt x="9818" y="1054"/>
                    </a:cubicBezTo>
                    <a:cubicBezTo>
                      <a:pt x="9818" y="475"/>
                      <a:pt x="9182" y="1"/>
                      <a:pt x="84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6"/>
              <p:cNvSpPr/>
              <p:nvPr/>
            </p:nvSpPr>
            <p:spPr>
              <a:xfrm>
                <a:off x="2076980" y="4400964"/>
                <a:ext cx="20155" cy="20155"/>
              </a:xfrm>
              <a:custGeom>
                <a:avLst/>
                <a:gdLst/>
                <a:ahLst/>
                <a:cxnLst/>
                <a:rect l="l" t="t" r="r" b="b"/>
                <a:pathLst>
                  <a:path w="345" h="345" extrusionOk="0">
                    <a:moveTo>
                      <a:pt x="172" y="1"/>
                    </a:moveTo>
                    <a:cubicBezTo>
                      <a:pt x="76" y="1"/>
                      <a:pt x="0" y="78"/>
                      <a:pt x="0" y="173"/>
                    </a:cubicBezTo>
                    <a:cubicBezTo>
                      <a:pt x="0" y="268"/>
                      <a:pt x="76" y="345"/>
                      <a:pt x="172" y="345"/>
                    </a:cubicBezTo>
                    <a:cubicBezTo>
                      <a:pt x="267" y="345"/>
                      <a:pt x="345" y="268"/>
                      <a:pt x="345" y="173"/>
                    </a:cubicBezTo>
                    <a:cubicBezTo>
                      <a:pt x="345" y="78"/>
                      <a:pt x="267" y="1"/>
                      <a:pt x="1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6"/>
              <p:cNvSpPr/>
              <p:nvPr/>
            </p:nvSpPr>
            <p:spPr>
              <a:xfrm>
                <a:off x="2135382" y="4400964"/>
                <a:ext cx="20213" cy="20155"/>
              </a:xfrm>
              <a:custGeom>
                <a:avLst/>
                <a:gdLst/>
                <a:ahLst/>
                <a:cxnLst/>
                <a:rect l="l" t="t" r="r" b="b"/>
                <a:pathLst>
                  <a:path w="346" h="345" extrusionOk="0">
                    <a:moveTo>
                      <a:pt x="173" y="1"/>
                    </a:moveTo>
                    <a:cubicBezTo>
                      <a:pt x="78" y="1"/>
                      <a:pt x="1" y="78"/>
                      <a:pt x="1" y="173"/>
                    </a:cubicBezTo>
                    <a:cubicBezTo>
                      <a:pt x="1" y="268"/>
                      <a:pt x="78" y="345"/>
                      <a:pt x="173" y="345"/>
                    </a:cubicBezTo>
                    <a:cubicBezTo>
                      <a:pt x="269" y="345"/>
                      <a:pt x="345" y="268"/>
                      <a:pt x="345" y="173"/>
                    </a:cubicBezTo>
                    <a:cubicBezTo>
                      <a:pt x="345" y="78"/>
                      <a:pt x="269" y="1"/>
                      <a:pt x="1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6"/>
              <p:cNvSpPr/>
              <p:nvPr/>
            </p:nvSpPr>
            <p:spPr>
              <a:xfrm>
                <a:off x="2193901" y="4400964"/>
                <a:ext cx="20155" cy="20155"/>
              </a:xfrm>
              <a:custGeom>
                <a:avLst/>
                <a:gdLst/>
                <a:ahLst/>
                <a:cxnLst/>
                <a:rect l="l" t="t" r="r" b="b"/>
                <a:pathLst>
                  <a:path w="345" h="345" extrusionOk="0">
                    <a:moveTo>
                      <a:pt x="173" y="1"/>
                    </a:moveTo>
                    <a:cubicBezTo>
                      <a:pt x="78" y="1"/>
                      <a:pt x="0" y="78"/>
                      <a:pt x="0" y="173"/>
                    </a:cubicBezTo>
                    <a:cubicBezTo>
                      <a:pt x="0" y="268"/>
                      <a:pt x="78" y="345"/>
                      <a:pt x="173" y="345"/>
                    </a:cubicBezTo>
                    <a:cubicBezTo>
                      <a:pt x="268" y="345"/>
                      <a:pt x="345" y="268"/>
                      <a:pt x="345" y="173"/>
                    </a:cubicBezTo>
                    <a:cubicBezTo>
                      <a:pt x="345" y="78"/>
                      <a:pt x="268" y="1"/>
                      <a:pt x="1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6"/>
              <p:cNvSpPr/>
              <p:nvPr/>
            </p:nvSpPr>
            <p:spPr>
              <a:xfrm>
                <a:off x="2252420" y="4400964"/>
                <a:ext cx="20155" cy="20155"/>
              </a:xfrm>
              <a:custGeom>
                <a:avLst/>
                <a:gdLst/>
                <a:ahLst/>
                <a:cxnLst/>
                <a:rect l="l" t="t" r="r" b="b"/>
                <a:pathLst>
                  <a:path w="345" h="345" extrusionOk="0">
                    <a:moveTo>
                      <a:pt x="172" y="1"/>
                    </a:moveTo>
                    <a:cubicBezTo>
                      <a:pt x="77" y="1"/>
                      <a:pt x="0" y="78"/>
                      <a:pt x="0" y="173"/>
                    </a:cubicBezTo>
                    <a:cubicBezTo>
                      <a:pt x="0" y="268"/>
                      <a:pt x="77" y="345"/>
                      <a:pt x="172" y="345"/>
                    </a:cubicBezTo>
                    <a:cubicBezTo>
                      <a:pt x="267" y="345"/>
                      <a:pt x="344" y="268"/>
                      <a:pt x="344" y="173"/>
                    </a:cubicBezTo>
                    <a:cubicBezTo>
                      <a:pt x="344" y="78"/>
                      <a:pt x="267" y="1"/>
                      <a:pt x="1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6"/>
              <p:cNvSpPr/>
              <p:nvPr/>
            </p:nvSpPr>
            <p:spPr>
              <a:xfrm>
                <a:off x="2310881" y="4400964"/>
                <a:ext cx="20213" cy="20155"/>
              </a:xfrm>
              <a:custGeom>
                <a:avLst/>
                <a:gdLst/>
                <a:ahLst/>
                <a:cxnLst/>
                <a:rect l="l" t="t" r="r" b="b"/>
                <a:pathLst>
                  <a:path w="346" h="345" extrusionOk="0">
                    <a:moveTo>
                      <a:pt x="173" y="1"/>
                    </a:moveTo>
                    <a:cubicBezTo>
                      <a:pt x="77" y="1"/>
                      <a:pt x="1" y="78"/>
                      <a:pt x="1" y="173"/>
                    </a:cubicBezTo>
                    <a:cubicBezTo>
                      <a:pt x="1" y="268"/>
                      <a:pt x="77" y="345"/>
                      <a:pt x="173" y="345"/>
                    </a:cubicBezTo>
                    <a:cubicBezTo>
                      <a:pt x="268" y="345"/>
                      <a:pt x="345" y="268"/>
                      <a:pt x="345" y="173"/>
                    </a:cubicBezTo>
                    <a:cubicBezTo>
                      <a:pt x="345" y="78"/>
                      <a:pt x="269" y="1"/>
                      <a:pt x="1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6"/>
              <p:cNvSpPr/>
              <p:nvPr/>
            </p:nvSpPr>
            <p:spPr>
              <a:xfrm>
                <a:off x="2369341" y="4400964"/>
                <a:ext cx="20155" cy="20155"/>
              </a:xfrm>
              <a:custGeom>
                <a:avLst/>
                <a:gdLst/>
                <a:ahLst/>
                <a:cxnLst/>
                <a:rect l="l" t="t" r="r" b="b"/>
                <a:pathLst>
                  <a:path w="345" h="345" extrusionOk="0">
                    <a:moveTo>
                      <a:pt x="172" y="1"/>
                    </a:moveTo>
                    <a:cubicBezTo>
                      <a:pt x="78" y="1"/>
                      <a:pt x="0" y="78"/>
                      <a:pt x="0" y="173"/>
                    </a:cubicBezTo>
                    <a:cubicBezTo>
                      <a:pt x="0" y="268"/>
                      <a:pt x="78" y="345"/>
                      <a:pt x="172" y="345"/>
                    </a:cubicBezTo>
                    <a:cubicBezTo>
                      <a:pt x="268" y="345"/>
                      <a:pt x="345" y="268"/>
                      <a:pt x="345" y="173"/>
                    </a:cubicBezTo>
                    <a:cubicBezTo>
                      <a:pt x="345" y="78"/>
                      <a:pt x="270" y="1"/>
                      <a:pt x="1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6"/>
              <p:cNvSpPr/>
              <p:nvPr/>
            </p:nvSpPr>
            <p:spPr>
              <a:xfrm>
                <a:off x="2133687" y="4554417"/>
                <a:ext cx="199154" cy="80795"/>
              </a:xfrm>
              <a:custGeom>
                <a:avLst/>
                <a:gdLst/>
                <a:ahLst/>
                <a:cxnLst/>
                <a:rect l="l" t="t" r="r" b="b"/>
                <a:pathLst>
                  <a:path w="3409" h="1383" extrusionOk="0">
                    <a:moveTo>
                      <a:pt x="1" y="1"/>
                    </a:moveTo>
                    <a:lnTo>
                      <a:pt x="1" y="1382"/>
                    </a:lnTo>
                    <a:lnTo>
                      <a:pt x="3408" y="1382"/>
                    </a:lnTo>
                    <a:lnTo>
                      <a:pt x="34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6"/>
              <p:cNvSpPr/>
              <p:nvPr/>
            </p:nvSpPr>
            <p:spPr>
              <a:xfrm>
                <a:off x="2168822" y="4583822"/>
                <a:ext cx="128816" cy="22083"/>
              </a:xfrm>
              <a:custGeom>
                <a:avLst/>
                <a:gdLst/>
                <a:ahLst/>
                <a:cxnLst/>
                <a:rect l="l" t="t" r="r" b="b"/>
                <a:pathLst>
                  <a:path w="2205" h="378" extrusionOk="0">
                    <a:moveTo>
                      <a:pt x="1" y="1"/>
                    </a:moveTo>
                    <a:lnTo>
                      <a:pt x="1" y="377"/>
                    </a:lnTo>
                    <a:lnTo>
                      <a:pt x="2204" y="377"/>
                    </a:lnTo>
                    <a:lnTo>
                      <a:pt x="22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6"/>
              <p:cNvSpPr/>
              <p:nvPr/>
            </p:nvSpPr>
            <p:spPr>
              <a:xfrm>
                <a:off x="1533882" y="3512341"/>
                <a:ext cx="750639" cy="651792"/>
              </a:xfrm>
              <a:custGeom>
                <a:avLst/>
                <a:gdLst/>
                <a:ahLst/>
                <a:cxnLst/>
                <a:rect l="l" t="t" r="r" b="b"/>
                <a:pathLst>
                  <a:path w="12849" h="11157" extrusionOk="0">
                    <a:moveTo>
                      <a:pt x="6424" y="0"/>
                    </a:moveTo>
                    <a:cubicBezTo>
                      <a:pt x="5969" y="362"/>
                      <a:pt x="4259" y="1596"/>
                      <a:pt x="2112" y="1632"/>
                    </a:cubicBezTo>
                    <a:cubicBezTo>
                      <a:pt x="2112" y="1632"/>
                      <a:pt x="1" y="8796"/>
                      <a:pt x="6424" y="11156"/>
                    </a:cubicBezTo>
                    <a:cubicBezTo>
                      <a:pt x="12848" y="8796"/>
                      <a:pt x="10737" y="1632"/>
                      <a:pt x="10737" y="1632"/>
                    </a:cubicBezTo>
                    <a:cubicBezTo>
                      <a:pt x="8589" y="1596"/>
                      <a:pt x="6881" y="363"/>
                      <a:pt x="64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6"/>
              <p:cNvSpPr/>
              <p:nvPr/>
            </p:nvSpPr>
            <p:spPr>
              <a:xfrm>
                <a:off x="1771699" y="3711040"/>
                <a:ext cx="291165" cy="228364"/>
              </a:xfrm>
              <a:custGeom>
                <a:avLst/>
                <a:gdLst/>
                <a:ahLst/>
                <a:cxnLst/>
                <a:rect l="l" t="t" r="r" b="b"/>
                <a:pathLst>
                  <a:path w="4984" h="3909" extrusionOk="0">
                    <a:moveTo>
                      <a:pt x="4432" y="1"/>
                    </a:moveTo>
                    <a:lnTo>
                      <a:pt x="1875" y="2927"/>
                    </a:lnTo>
                    <a:lnTo>
                      <a:pt x="425" y="1893"/>
                    </a:lnTo>
                    <a:lnTo>
                      <a:pt x="0" y="2488"/>
                    </a:lnTo>
                    <a:lnTo>
                      <a:pt x="1990" y="3908"/>
                    </a:lnTo>
                    <a:lnTo>
                      <a:pt x="4983" y="480"/>
                    </a:lnTo>
                    <a:lnTo>
                      <a:pt x="4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6"/>
              <p:cNvSpPr/>
              <p:nvPr/>
            </p:nvSpPr>
            <p:spPr>
              <a:xfrm>
                <a:off x="1810167" y="3602249"/>
                <a:ext cx="474546" cy="561825"/>
              </a:xfrm>
              <a:custGeom>
                <a:avLst/>
                <a:gdLst/>
                <a:ahLst/>
                <a:cxnLst/>
                <a:rect l="l" t="t" r="r" b="b"/>
                <a:pathLst>
                  <a:path w="8123" h="9617" extrusionOk="0">
                    <a:moveTo>
                      <a:pt x="5060" y="0"/>
                    </a:moveTo>
                    <a:lnTo>
                      <a:pt x="5060" y="0"/>
                    </a:lnTo>
                    <a:cubicBezTo>
                      <a:pt x="5172" y="2719"/>
                      <a:pt x="4496" y="6777"/>
                      <a:pt x="0" y="8764"/>
                    </a:cubicBezTo>
                    <a:cubicBezTo>
                      <a:pt x="487" y="9088"/>
                      <a:pt x="1049" y="9378"/>
                      <a:pt x="1700" y="9616"/>
                    </a:cubicBezTo>
                    <a:cubicBezTo>
                      <a:pt x="8122" y="7258"/>
                      <a:pt x="6011" y="94"/>
                      <a:pt x="6011" y="94"/>
                    </a:cubicBezTo>
                    <a:cubicBezTo>
                      <a:pt x="5683" y="89"/>
                      <a:pt x="5365" y="55"/>
                      <a:pt x="50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0" name="Google Shape;380;p36"/>
          <p:cNvGrpSpPr/>
          <p:nvPr/>
        </p:nvGrpSpPr>
        <p:grpSpPr>
          <a:xfrm>
            <a:off x="7280189" y="76211"/>
            <a:ext cx="1787631" cy="1977968"/>
            <a:chOff x="7280189" y="76211"/>
            <a:chExt cx="1787631" cy="1977968"/>
          </a:xfrm>
        </p:grpSpPr>
        <p:sp>
          <p:nvSpPr>
            <p:cNvPr id="381" name="Google Shape;381;p36"/>
            <p:cNvSpPr/>
            <p:nvPr/>
          </p:nvSpPr>
          <p:spPr>
            <a:xfrm flipH="1">
              <a:off x="8374848"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6"/>
            <p:cNvSpPr/>
            <p:nvPr/>
          </p:nvSpPr>
          <p:spPr>
            <a:xfrm flipH="1">
              <a:off x="8423992" y="167441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6"/>
            <p:cNvSpPr/>
            <p:nvPr/>
          </p:nvSpPr>
          <p:spPr>
            <a:xfrm flipH="1">
              <a:off x="7280189" y="152412"/>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6"/>
            <p:cNvSpPr/>
            <p:nvPr/>
          </p:nvSpPr>
          <p:spPr>
            <a:xfrm flipH="1">
              <a:off x="8803390" y="1487037"/>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5" name="Google Shape;385;p36"/>
            <p:cNvGrpSpPr/>
            <p:nvPr/>
          </p:nvGrpSpPr>
          <p:grpSpPr>
            <a:xfrm>
              <a:off x="7501625" y="155243"/>
              <a:ext cx="1489976" cy="1255570"/>
              <a:chOff x="616175" y="1570092"/>
              <a:chExt cx="1489976" cy="1255570"/>
            </a:xfrm>
          </p:grpSpPr>
          <p:sp>
            <p:nvSpPr>
              <p:cNvPr id="386" name="Google Shape;386;p36"/>
              <p:cNvSpPr/>
              <p:nvPr/>
            </p:nvSpPr>
            <p:spPr>
              <a:xfrm>
                <a:off x="667023" y="1570092"/>
                <a:ext cx="1439129" cy="1249757"/>
              </a:xfrm>
              <a:custGeom>
                <a:avLst/>
                <a:gdLst/>
                <a:ahLst/>
                <a:cxnLst/>
                <a:rect l="l" t="t" r="r" b="b"/>
                <a:pathLst>
                  <a:path w="61898" h="53753" extrusionOk="0">
                    <a:moveTo>
                      <a:pt x="30950" y="0"/>
                    </a:moveTo>
                    <a:cubicBezTo>
                      <a:pt x="28754" y="1744"/>
                      <a:pt x="20519" y="7692"/>
                      <a:pt x="10168" y="7862"/>
                    </a:cubicBezTo>
                    <a:cubicBezTo>
                      <a:pt x="10168" y="7862"/>
                      <a:pt x="1" y="42385"/>
                      <a:pt x="30950" y="53752"/>
                    </a:cubicBezTo>
                    <a:cubicBezTo>
                      <a:pt x="61898" y="42385"/>
                      <a:pt x="51730" y="7862"/>
                      <a:pt x="51730" y="7862"/>
                    </a:cubicBezTo>
                    <a:cubicBezTo>
                      <a:pt x="41380" y="7692"/>
                      <a:pt x="33146" y="1744"/>
                      <a:pt x="309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6"/>
              <p:cNvSpPr/>
              <p:nvPr/>
            </p:nvSpPr>
            <p:spPr>
              <a:xfrm>
                <a:off x="1122607" y="1950811"/>
                <a:ext cx="558232" cy="437844"/>
              </a:xfrm>
              <a:custGeom>
                <a:avLst/>
                <a:gdLst/>
                <a:ahLst/>
                <a:cxnLst/>
                <a:rect l="l" t="t" r="r" b="b"/>
                <a:pathLst>
                  <a:path w="24010" h="18832" extrusionOk="0">
                    <a:moveTo>
                      <a:pt x="21357" y="1"/>
                    </a:moveTo>
                    <a:lnTo>
                      <a:pt x="9034" y="14110"/>
                    </a:lnTo>
                    <a:lnTo>
                      <a:pt x="2048" y="9121"/>
                    </a:lnTo>
                    <a:lnTo>
                      <a:pt x="0" y="11987"/>
                    </a:lnTo>
                    <a:lnTo>
                      <a:pt x="9587" y="18831"/>
                    </a:lnTo>
                    <a:lnTo>
                      <a:pt x="24009" y="2319"/>
                    </a:lnTo>
                    <a:lnTo>
                      <a:pt x="213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6"/>
              <p:cNvSpPr/>
              <p:nvPr/>
            </p:nvSpPr>
            <p:spPr>
              <a:xfrm>
                <a:off x="1196239" y="1742421"/>
                <a:ext cx="909912" cy="1077428"/>
              </a:xfrm>
              <a:custGeom>
                <a:avLst/>
                <a:gdLst/>
                <a:ahLst/>
                <a:cxnLst/>
                <a:rect l="l" t="t" r="r" b="b"/>
                <a:pathLst>
                  <a:path w="39136" h="46341" extrusionOk="0">
                    <a:moveTo>
                      <a:pt x="24380" y="0"/>
                    </a:moveTo>
                    <a:cubicBezTo>
                      <a:pt x="24919" y="13103"/>
                      <a:pt x="21662" y="32654"/>
                      <a:pt x="0" y="42228"/>
                    </a:cubicBezTo>
                    <a:cubicBezTo>
                      <a:pt x="2344" y="43794"/>
                      <a:pt x="5052" y="45188"/>
                      <a:pt x="8188" y="46340"/>
                    </a:cubicBezTo>
                    <a:cubicBezTo>
                      <a:pt x="39136" y="34973"/>
                      <a:pt x="28968" y="450"/>
                      <a:pt x="28968" y="450"/>
                    </a:cubicBezTo>
                    <a:cubicBezTo>
                      <a:pt x="27384" y="423"/>
                      <a:pt x="25851" y="260"/>
                      <a:pt x="243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6"/>
              <p:cNvSpPr/>
              <p:nvPr/>
            </p:nvSpPr>
            <p:spPr>
              <a:xfrm>
                <a:off x="684646" y="1942580"/>
                <a:ext cx="303273" cy="298344"/>
              </a:xfrm>
              <a:custGeom>
                <a:avLst/>
                <a:gdLst/>
                <a:ahLst/>
                <a:cxnLst/>
                <a:rect l="l" t="t" r="r" b="b"/>
                <a:pathLst>
                  <a:path w="13044" h="12832" extrusionOk="0">
                    <a:moveTo>
                      <a:pt x="7432" y="1682"/>
                    </a:moveTo>
                    <a:cubicBezTo>
                      <a:pt x="9597" y="1682"/>
                      <a:pt x="11360" y="3444"/>
                      <a:pt x="11360" y="5610"/>
                    </a:cubicBezTo>
                    <a:lnTo>
                      <a:pt x="11360" y="7217"/>
                    </a:lnTo>
                    <a:cubicBezTo>
                      <a:pt x="11360" y="9385"/>
                      <a:pt x="9599" y="11147"/>
                      <a:pt x="7432" y="11147"/>
                    </a:cubicBezTo>
                    <a:lnTo>
                      <a:pt x="5612" y="11147"/>
                    </a:lnTo>
                    <a:cubicBezTo>
                      <a:pt x="3447" y="11147"/>
                      <a:pt x="1683" y="9384"/>
                      <a:pt x="1683" y="7217"/>
                    </a:cubicBezTo>
                    <a:lnTo>
                      <a:pt x="1683" y="5610"/>
                    </a:lnTo>
                    <a:cubicBezTo>
                      <a:pt x="1683" y="3444"/>
                      <a:pt x="3445" y="1682"/>
                      <a:pt x="5612" y="1682"/>
                    </a:cubicBezTo>
                    <a:close/>
                    <a:moveTo>
                      <a:pt x="5612" y="0"/>
                    </a:moveTo>
                    <a:cubicBezTo>
                      <a:pt x="2517" y="0"/>
                      <a:pt x="0" y="2517"/>
                      <a:pt x="0" y="5612"/>
                    </a:cubicBezTo>
                    <a:lnTo>
                      <a:pt x="0" y="7219"/>
                    </a:lnTo>
                    <a:cubicBezTo>
                      <a:pt x="0" y="10313"/>
                      <a:pt x="2517" y="12832"/>
                      <a:pt x="5612" y="12832"/>
                    </a:cubicBezTo>
                    <a:lnTo>
                      <a:pt x="7432" y="12832"/>
                    </a:lnTo>
                    <a:cubicBezTo>
                      <a:pt x="10527" y="12832"/>
                      <a:pt x="13043" y="10313"/>
                      <a:pt x="13043" y="7219"/>
                    </a:cubicBezTo>
                    <a:lnTo>
                      <a:pt x="13043" y="5612"/>
                    </a:lnTo>
                    <a:cubicBezTo>
                      <a:pt x="13043" y="2517"/>
                      <a:pt x="10527" y="0"/>
                      <a:pt x="74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6"/>
              <p:cNvSpPr/>
              <p:nvPr/>
            </p:nvSpPr>
            <p:spPr>
              <a:xfrm>
                <a:off x="616175" y="2074152"/>
                <a:ext cx="440216" cy="440239"/>
              </a:xfrm>
              <a:custGeom>
                <a:avLst/>
                <a:gdLst/>
                <a:ahLst/>
                <a:cxnLst/>
                <a:rect l="l" t="t" r="r" b="b"/>
                <a:pathLst>
                  <a:path w="18934" h="18935" extrusionOk="0">
                    <a:moveTo>
                      <a:pt x="5504" y="1"/>
                    </a:moveTo>
                    <a:cubicBezTo>
                      <a:pt x="2477" y="1"/>
                      <a:pt x="0" y="2478"/>
                      <a:pt x="0" y="5507"/>
                    </a:cubicBezTo>
                    <a:lnTo>
                      <a:pt x="0" y="13430"/>
                    </a:lnTo>
                    <a:cubicBezTo>
                      <a:pt x="0" y="16458"/>
                      <a:pt x="2477" y="18934"/>
                      <a:pt x="5504" y="18934"/>
                    </a:cubicBezTo>
                    <a:lnTo>
                      <a:pt x="13429" y="18934"/>
                    </a:lnTo>
                    <a:cubicBezTo>
                      <a:pt x="16456" y="18934"/>
                      <a:pt x="18933" y="16458"/>
                      <a:pt x="18933" y="13430"/>
                    </a:cubicBezTo>
                    <a:lnTo>
                      <a:pt x="18933" y="5507"/>
                    </a:lnTo>
                    <a:cubicBezTo>
                      <a:pt x="18933" y="2478"/>
                      <a:pt x="16456" y="1"/>
                      <a:pt x="1342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6"/>
              <p:cNvSpPr/>
              <p:nvPr/>
            </p:nvSpPr>
            <p:spPr>
              <a:xfrm>
                <a:off x="643866" y="2101866"/>
                <a:ext cx="412525" cy="412478"/>
              </a:xfrm>
              <a:custGeom>
                <a:avLst/>
                <a:gdLst/>
                <a:ahLst/>
                <a:cxnLst/>
                <a:rect l="l" t="t" r="r" b="b"/>
                <a:pathLst>
                  <a:path w="17743" h="17741" extrusionOk="0">
                    <a:moveTo>
                      <a:pt x="15642" y="0"/>
                    </a:moveTo>
                    <a:lnTo>
                      <a:pt x="15642" y="0"/>
                    </a:lnTo>
                    <a:cubicBezTo>
                      <a:pt x="16386" y="940"/>
                      <a:pt x="16832" y="2123"/>
                      <a:pt x="16832" y="3404"/>
                    </a:cubicBezTo>
                    <a:lnTo>
                      <a:pt x="16832" y="11329"/>
                    </a:lnTo>
                    <a:cubicBezTo>
                      <a:pt x="16832" y="14356"/>
                      <a:pt x="14356" y="16834"/>
                      <a:pt x="11328" y="16834"/>
                    </a:cubicBezTo>
                    <a:lnTo>
                      <a:pt x="3405" y="16834"/>
                    </a:lnTo>
                    <a:cubicBezTo>
                      <a:pt x="2121" y="16834"/>
                      <a:pt x="940" y="16384"/>
                      <a:pt x="0" y="15641"/>
                    </a:cubicBezTo>
                    <a:lnTo>
                      <a:pt x="0" y="15641"/>
                    </a:lnTo>
                    <a:cubicBezTo>
                      <a:pt x="1011" y="16915"/>
                      <a:pt x="2568" y="17741"/>
                      <a:pt x="4312" y="17741"/>
                    </a:cubicBezTo>
                    <a:lnTo>
                      <a:pt x="12237" y="17741"/>
                    </a:lnTo>
                    <a:cubicBezTo>
                      <a:pt x="15264" y="17741"/>
                      <a:pt x="17741" y="15265"/>
                      <a:pt x="17741" y="12237"/>
                    </a:cubicBezTo>
                    <a:lnTo>
                      <a:pt x="17741" y="4313"/>
                    </a:lnTo>
                    <a:cubicBezTo>
                      <a:pt x="17742" y="2571"/>
                      <a:pt x="16917" y="1011"/>
                      <a:pt x="156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6"/>
              <p:cNvSpPr/>
              <p:nvPr/>
            </p:nvSpPr>
            <p:spPr>
              <a:xfrm>
                <a:off x="770229" y="2177754"/>
                <a:ext cx="132107" cy="260307"/>
              </a:xfrm>
              <a:custGeom>
                <a:avLst/>
                <a:gdLst/>
                <a:ahLst/>
                <a:cxnLst/>
                <a:rect l="l" t="t" r="r" b="b"/>
                <a:pathLst>
                  <a:path w="5682" h="11196" extrusionOk="0">
                    <a:moveTo>
                      <a:pt x="2841" y="1"/>
                    </a:moveTo>
                    <a:cubicBezTo>
                      <a:pt x="1272" y="1"/>
                      <a:pt x="0" y="1272"/>
                      <a:pt x="0" y="2841"/>
                    </a:cubicBezTo>
                    <a:cubicBezTo>
                      <a:pt x="0" y="3966"/>
                      <a:pt x="659" y="4931"/>
                      <a:pt x="1610" y="5390"/>
                    </a:cubicBezTo>
                    <a:lnTo>
                      <a:pt x="197" y="10712"/>
                    </a:lnTo>
                    <a:cubicBezTo>
                      <a:pt x="142" y="10978"/>
                      <a:pt x="320" y="11195"/>
                      <a:pt x="592" y="11195"/>
                    </a:cubicBezTo>
                    <a:lnTo>
                      <a:pt x="5093" y="11195"/>
                    </a:lnTo>
                    <a:cubicBezTo>
                      <a:pt x="5362" y="11195"/>
                      <a:pt x="5541" y="10979"/>
                      <a:pt x="5487" y="10712"/>
                    </a:cubicBezTo>
                    <a:lnTo>
                      <a:pt x="4074" y="5389"/>
                    </a:lnTo>
                    <a:cubicBezTo>
                      <a:pt x="5021" y="4931"/>
                      <a:pt x="5681" y="3969"/>
                      <a:pt x="5681" y="2841"/>
                    </a:cubicBezTo>
                    <a:cubicBezTo>
                      <a:pt x="5681" y="1272"/>
                      <a:pt x="4409" y="1"/>
                      <a:pt x="28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6"/>
              <p:cNvSpPr/>
              <p:nvPr/>
            </p:nvSpPr>
            <p:spPr>
              <a:xfrm>
                <a:off x="1520181" y="2312813"/>
                <a:ext cx="460792" cy="419849"/>
              </a:xfrm>
              <a:custGeom>
                <a:avLst/>
                <a:gdLst/>
                <a:ahLst/>
                <a:cxnLst/>
                <a:rect l="l" t="t" r="r" b="b"/>
                <a:pathLst>
                  <a:path w="19819" h="18058" extrusionOk="0">
                    <a:moveTo>
                      <a:pt x="9912" y="2045"/>
                    </a:moveTo>
                    <a:cubicBezTo>
                      <a:pt x="11699" y="2045"/>
                      <a:pt x="13486" y="2726"/>
                      <a:pt x="14849" y="4089"/>
                    </a:cubicBezTo>
                    <a:cubicBezTo>
                      <a:pt x="17573" y="6818"/>
                      <a:pt x="17573" y="11238"/>
                      <a:pt x="14849" y="13963"/>
                    </a:cubicBezTo>
                    <a:cubicBezTo>
                      <a:pt x="13485" y="15326"/>
                      <a:pt x="11698" y="16007"/>
                      <a:pt x="9911" y="16007"/>
                    </a:cubicBezTo>
                    <a:cubicBezTo>
                      <a:pt x="8124" y="16007"/>
                      <a:pt x="6338" y="15326"/>
                      <a:pt x="4975" y="13963"/>
                    </a:cubicBezTo>
                    <a:cubicBezTo>
                      <a:pt x="2250" y="11238"/>
                      <a:pt x="2250" y="6817"/>
                      <a:pt x="4975" y="4089"/>
                    </a:cubicBezTo>
                    <a:cubicBezTo>
                      <a:pt x="6338" y="2726"/>
                      <a:pt x="8125" y="2045"/>
                      <a:pt x="9912" y="2045"/>
                    </a:cubicBezTo>
                    <a:close/>
                    <a:moveTo>
                      <a:pt x="9911" y="1"/>
                    </a:moveTo>
                    <a:cubicBezTo>
                      <a:pt x="7601" y="1"/>
                      <a:pt x="5289" y="882"/>
                      <a:pt x="3526" y="2645"/>
                    </a:cubicBezTo>
                    <a:cubicBezTo>
                      <a:pt x="1" y="6171"/>
                      <a:pt x="1" y="11887"/>
                      <a:pt x="3526" y="15413"/>
                    </a:cubicBezTo>
                    <a:cubicBezTo>
                      <a:pt x="5289" y="17176"/>
                      <a:pt x="7600" y="18057"/>
                      <a:pt x="9910" y="18057"/>
                    </a:cubicBezTo>
                    <a:cubicBezTo>
                      <a:pt x="12221" y="18057"/>
                      <a:pt x="14531" y="17176"/>
                      <a:pt x="16294" y="15413"/>
                    </a:cubicBezTo>
                    <a:cubicBezTo>
                      <a:pt x="19819" y="11887"/>
                      <a:pt x="19819" y="6171"/>
                      <a:pt x="16294" y="2645"/>
                    </a:cubicBezTo>
                    <a:cubicBezTo>
                      <a:pt x="14533" y="882"/>
                      <a:pt x="12222" y="1"/>
                      <a:pt x="99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6"/>
              <p:cNvSpPr/>
              <p:nvPr/>
            </p:nvSpPr>
            <p:spPr>
              <a:xfrm>
                <a:off x="1572494" y="2360336"/>
                <a:ext cx="356283" cy="324663"/>
              </a:xfrm>
              <a:custGeom>
                <a:avLst/>
                <a:gdLst/>
                <a:ahLst/>
                <a:cxnLst/>
                <a:rect l="l" t="t" r="r" b="b"/>
                <a:pathLst>
                  <a:path w="15324" h="13964" extrusionOk="0">
                    <a:moveTo>
                      <a:pt x="7662" y="1"/>
                    </a:moveTo>
                    <a:cubicBezTo>
                      <a:pt x="5875" y="1"/>
                      <a:pt x="4088" y="682"/>
                      <a:pt x="2725" y="2045"/>
                    </a:cubicBezTo>
                    <a:cubicBezTo>
                      <a:pt x="0" y="4773"/>
                      <a:pt x="0" y="9194"/>
                      <a:pt x="2725" y="11919"/>
                    </a:cubicBezTo>
                    <a:cubicBezTo>
                      <a:pt x="4088" y="13282"/>
                      <a:pt x="5874" y="13963"/>
                      <a:pt x="7661" y="13963"/>
                    </a:cubicBezTo>
                    <a:cubicBezTo>
                      <a:pt x="9448" y="13963"/>
                      <a:pt x="11235" y="13282"/>
                      <a:pt x="12599" y="11919"/>
                    </a:cubicBezTo>
                    <a:cubicBezTo>
                      <a:pt x="15323" y="9194"/>
                      <a:pt x="15323" y="4774"/>
                      <a:pt x="12599" y="2045"/>
                    </a:cubicBezTo>
                    <a:cubicBezTo>
                      <a:pt x="11236" y="682"/>
                      <a:pt x="9449" y="1"/>
                      <a:pt x="76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6"/>
              <p:cNvSpPr/>
              <p:nvPr/>
            </p:nvSpPr>
            <p:spPr>
              <a:xfrm>
                <a:off x="1847100" y="2619178"/>
                <a:ext cx="206506" cy="206483"/>
              </a:xfrm>
              <a:custGeom>
                <a:avLst/>
                <a:gdLst/>
                <a:ahLst/>
                <a:cxnLst/>
                <a:rect l="l" t="t" r="r" b="b"/>
                <a:pathLst>
                  <a:path w="8882" h="8881" extrusionOk="0">
                    <a:moveTo>
                      <a:pt x="1573" y="0"/>
                    </a:moveTo>
                    <a:lnTo>
                      <a:pt x="0" y="1574"/>
                    </a:lnTo>
                    <a:lnTo>
                      <a:pt x="7309" y="8880"/>
                    </a:lnTo>
                    <a:lnTo>
                      <a:pt x="8882" y="7310"/>
                    </a:lnTo>
                    <a:lnTo>
                      <a:pt x="15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6"/>
              <p:cNvSpPr/>
              <p:nvPr/>
            </p:nvSpPr>
            <p:spPr>
              <a:xfrm>
                <a:off x="1980462" y="2752540"/>
                <a:ext cx="73144" cy="73121"/>
              </a:xfrm>
              <a:custGeom>
                <a:avLst/>
                <a:gdLst/>
                <a:ahLst/>
                <a:cxnLst/>
                <a:rect l="l" t="t" r="r" b="b"/>
                <a:pathLst>
                  <a:path w="3146" h="3145" extrusionOk="0">
                    <a:moveTo>
                      <a:pt x="1573" y="0"/>
                    </a:moveTo>
                    <a:lnTo>
                      <a:pt x="0" y="1574"/>
                    </a:lnTo>
                    <a:lnTo>
                      <a:pt x="1573" y="3144"/>
                    </a:lnTo>
                    <a:lnTo>
                      <a:pt x="3146" y="1574"/>
                    </a:lnTo>
                    <a:lnTo>
                      <a:pt x="15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6"/>
              <p:cNvSpPr/>
              <p:nvPr/>
            </p:nvSpPr>
            <p:spPr>
              <a:xfrm>
                <a:off x="1727339" y="2398978"/>
                <a:ext cx="50057" cy="50034"/>
              </a:xfrm>
              <a:custGeom>
                <a:avLst/>
                <a:gdLst/>
                <a:ahLst/>
                <a:cxnLst/>
                <a:rect l="l" t="t" r="r" b="b"/>
                <a:pathLst>
                  <a:path w="2153" h="2152" extrusionOk="0">
                    <a:moveTo>
                      <a:pt x="1077" y="0"/>
                    </a:moveTo>
                    <a:cubicBezTo>
                      <a:pt x="482" y="0"/>
                      <a:pt x="0" y="482"/>
                      <a:pt x="0" y="1076"/>
                    </a:cubicBezTo>
                    <a:cubicBezTo>
                      <a:pt x="0" y="1669"/>
                      <a:pt x="482" y="2151"/>
                      <a:pt x="1077" y="2151"/>
                    </a:cubicBezTo>
                    <a:cubicBezTo>
                      <a:pt x="1671" y="2151"/>
                      <a:pt x="2153" y="1669"/>
                      <a:pt x="2153" y="1076"/>
                    </a:cubicBezTo>
                    <a:cubicBezTo>
                      <a:pt x="2153" y="482"/>
                      <a:pt x="1671" y="0"/>
                      <a:pt x="10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50"/>
        <p:cNvGrpSpPr/>
        <p:nvPr/>
      </p:nvGrpSpPr>
      <p:grpSpPr>
        <a:xfrm>
          <a:off x="0" y="0"/>
          <a:ext cx="0" cy="0"/>
          <a:chOff x="0" y="0"/>
          <a:chExt cx="0" cy="0"/>
        </a:xfrm>
      </p:grpSpPr>
      <p:sp>
        <p:nvSpPr>
          <p:cNvPr id="1951" name="Google Shape;1951;p61"/>
          <p:cNvSpPr txBox="1">
            <a:spLocks noGrp="1"/>
          </p:cNvSpPr>
          <p:nvPr>
            <p:ph type="title"/>
          </p:nvPr>
        </p:nvSpPr>
        <p:spPr>
          <a:xfrm>
            <a:off x="720000" y="540000"/>
            <a:ext cx="7704000" cy="676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dirty="0" smtClean="0"/>
              <a:t>TEST PLAN (high level)</a:t>
            </a:r>
            <a:endParaRPr dirty="0"/>
          </a:p>
        </p:txBody>
      </p:sp>
      <p:sp>
        <p:nvSpPr>
          <p:cNvPr id="1952" name="Google Shape;1952;p61"/>
          <p:cNvSpPr txBox="1">
            <a:spLocks noGrp="1"/>
          </p:cNvSpPr>
          <p:nvPr>
            <p:ph type="body" idx="1"/>
          </p:nvPr>
        </p:nvSpPr>
        <p:spPr>
          <a:xfrm>
            <a:off x="720000" y="1216800"/>
            <a:ext cx="3408092" cy="3386700"/>
          </a:xfrm>
          <a:prstGeom prst="rect">
            <a:avLst/>
          </a:prstGeom>
        </p:spPr>
        <p:txBody>
          <a:bodyPr spcFirstLastPara="1" wrap="square" lIns="90000" tIns="91425" rIns="90000" bIns="91425" anchor="t" anchorCtr="0">
            <a:noAutofit/>
          </a:bodyPr>
          <a:lstStyle/>
          <a:p>
            <a:pPr marL="0" lvl="0" indent="0" algn="l" rtl="0">
              <a:spcBef>
                <a:spcPts val="1000"/>
              </a:spcBef>
              <a:spcAft>
                <a:spcPts val="0"/>
              </a:spcAft>
              <a:buNone/>
            </a:pPr>
            <a:r>
              <a:rPr lang="en" sz="2200" dirty="0" smtClean="0">
                <a:solidFill>
                  <a:schemeClr val="lt1"/>
                </a:solidFill>
                <a:latin typeface="Montserrat Black"/>
                <a:ea typeface="Montserrat Black"/>
                <a:cs typeface="Montserrat Black"/>
                <a:sym typeface="Montserrat Black"/>
              </a:rPr>
              <a:t>OBJECTIVES</a:t>
            </a:r>
          </a:p>
          <a:p>
            <a:pPr marL="0" lvl="0" indent="0">
              <a:spcBef>
                <a:spcPts val="1000"/>
              </a:spcBef>
              <a:buNone/>
            </a:pPr>
            <a:r>
              <a:rPr lang="en" b="1" dirty="0" smtClean="0">
                <a:solidFill>
                  <a:srgbClr val="666466"/>
                </a:solidFill>
              </a:rPr>
              <a:t>Ensures the system:</a:t>
            </a:r>
            <a:endParaRPr sz="2200" dirty="0">
              <a:solidFill>
                <a:schemeClr val="lt1"/>
              </a:solidFill>
              <a:latin typeface="Montserrat Black"/>
              <a:ea typeface="Montserrat Black"/>
              <a:cs typeface="Montserrat Black"/>
              <a:sym typeface="Montserrat Black"/>
            </a:endParaRPr>
          </a:p>
          <a:p>
            <a:pPr lvl="0">
              <a:spcBef>
                <a:spcPts val="1000"/>
              </a:spcBef>
            </a:pPr>
            <a:r>
              <a:rPr lang="en-US" sz="1400" dirty="0">
                <a:solidFill>
                  <a:schemeClr val="hlink"/>
                </a:solidFill>
                <a:uFill>
                  <a:noFill/>
                </a:uFill>
              </a:rPr>
              <a:t>Accurately detects gaze, emotion, voice, gestures, </a:t>
            </a:r>
            <a:r>
              <a:rPr lang="en-US" sz="1400" dirty="0" smtClean="0">
                <a:solidFill>
                  <a:schemeClr val="hlink"/>
                </a:solidFill>
                <a:uFill>
                  <a:noFill/>
                </a:uFill>
              </a:rPr>
              <a:t>posture</a:t>
            </a:r>
          </a:p>
          <a:p>
            <a:pPr lvl="0">
              <a:spcBef>
                <a:spcPts val="1000"/>
              </a:spcBef>
            </a:pPr>
            <a:r>
              <a:rPr lang="en-US" sz="1400" dirty="0" smtClean="0">
                <a:solidFill>
                  <a:schemeClr val="hlink"/>
                </a:solidFill>
                <a:uFill>
                  <a:noFill/>
                </a:uFill>
              </a:rPr>
              <a:t>Segments </a:t>
            </a:r>
            <a:r>
              <a:rPr lang="en-US" sz="1400" dirty="0">
                <a:solidFill>
                  <a:schemeClr val="hlink"/>
                </a:solidFill>
                <a:uFill>
                  <a:noFill/>
                </a:uFill>
              </a:rPr>
              <a:t>actions </a:t>
            </a:r>
            <a:r>
              <a:rPr lang="en-US" sz="1400" dirty="0" smtClean="0">
                <a:solidFill>
                  <a:schemeClr val="hlink"/>
                </a:solidFill>
                <a:uFill>
                  <a:noFill/>
                </a:uFill>
              </a:rPr>
              <a:t>correctly</a:t>
            </a:r>
          </a:p>
          <a:p>
            <a:pPr lvl="0">
              <a:spcBef>
                <a:spcPts val="1000"/>
              </a:spcBef>
            </a:pPr>
            <a:r>
              <a:rPr lang="en-US" sz="1400" dirty="0" smtClean="0">
                <a:solidFill>
                  <a:schemeClr val="hlink"/>
                </a:solidFill>
                <a:uFill>
                  <a:noFill/>
                </a:uFill>
              </a:rPr>
              <a:t>Produces </a:t>
            </a:r>
            <a:r>
              <a:rPr lang="en-US" sz="1400" dirty="0">
                <a:solidFill>
                  <a:schemeClr val="hlink"/>
                </a:solidFill>
                <a:uFill>
                  <a:noFill/>
                </a:uFill>
              </a:rPr>
              <a:t>meaningful performance reports</a:t>
            </a:r>
            <a:endParaRPr sz="1400" dirty="0"/>
          </a:p>
        </p:txBody>
      </p:sp>
      <p:grpSp>
        <p:nvGrpSpPr>
          <p:cNvPr id="1954" name="Google Shape;1954;p61"/>
          <p:cNvGrpSpPr/>
          <p:nvPr/>
        </p:nvGrpSpPr>
        <p:grpSpPr>
          <a:xfrm>
            <a:off x="6598316" y="3069361"/>
            <a:ext cx="2839384" cy="2378945"/>
            <a:chOff x="6598316" y="3069361"/>
            <a:chExt cx="2839384" cy="2378945"/>
          </a:xfrm>
        </p:grpSpPr>
        <p:sp>
          <p:nvSpPr>
            <p:cNvPr id="1955" name="Google Shape;1955;p61"/>
            <p:cNvSpPr/>
            <p:nvPr/>
          </p:nvSpPr>
          <p:spPr>
            <a:xfrm>
              <a:off x="8414176" y="4424570"/>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61"/>
            <p:cNvSpPr/>
            <p:nvPr/>
          </p:nvSpPr>
          <p:spPr>
            <a:xfrm>
              <a:off x="8377237" y="306936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61"/>
            <p:cNvSpPr/>
            <p:nvPr/>
          </p:nvSpPr>
          <p:spPr>
            <a:xfrm>
              <a:off x="8759066" y="3449137"/>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61"/>
            <p:cNvSpPr/>
            <p:nvPr/>
          </p:nvSpPr>
          <p:spPr>
            <a:xfrm>
              <a:off x="6598316" y="4811237"/>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9" name="Google Shape;1959;p61"/>
            <p:cNvGrpSpPr/>
            <p:nvPr/>
          </p:nvGrpSpPr>
          <p:grpSpPr>
            <a:xfrm>
              <a:off x="6784341" y="3801484"/>
              <a:ext cx="2196152" cy="1197112"/>
              <a:chOff x="152407" y="3801484"/>
              <a:chExt cx="2196152" cy="1197112"/>
            </a:xfrm>
          </p:grpSpPr>
          <p:sp>
            <p:nvSpPr>
              <p:cNvPr id="1960" name="Google Shape;1960;p61"/>
              <p:cNvSpPr/>
              <p:nvPr/>
            </p:nvSpPr>
            <p:spPr>
              <a:xfrm>
                <a:off x="364479" y="3983372"/>
                <a:ext cx="1623440" cy="990808"/>
              </a:xfrm>
              <a:custGeom>
                <a:avLst/>
                <a:gdLst/>
                <a:ahLst/>
                <a:cxnLst/>
                <a:rect l="l" t="t" r="r" b="b"/>
                <a:pathLst>
                  <a:path w="28990" h="17693" extrusionOk="0">
                    <a:moveTo>
                      <a:pt x="907" y="0"/>
                    </a:moveTo>
                    <a:cubicBezTo>
                      <a:pt x="410" y="0"/>
                      <a:pt x="1" y="409"/>
                      <a:pt x="1" y="907"/>
                    </a:cubicBezTo>
                    <a:lnTo>
                      <a:pt x="1" y="16787"/>
                    </a:lnTo>
                    <a:cubicBezTo>
                      <a:pt x="1" y="17284"/>
                      <a:pt x="410" y="17693"/>
                      <a:pt x="907" y="17693"/>
                    </a:cubicBezTo>
                    <a:lnTo>
                      <a:pt x="28081" y="17693"/>
                    </a:lnTo>
                    <a:cubicBezTo>
                      <a:pt x="28579" y="17693"/>
                      <a:pt x="28988" y="17284"/>
                      <a:pt x="28988" y="16787"/>
                    </a:cubicBezTo>
                    <a:lnTo>
                      <a:pt x="28989" y="16787"/>
                    </a:lnTo>
                    <a:lnTo>
                      <a:pt x="28989" y="907"/>
                    </a:lnTo>
                    <a:cubicBezTo>
                      <a:pt x="28989" y="409"/>
                      <a:pt x="28581" y="0"/>
                      <a:pt x="280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61"/>
              <p:cNvSpPr/>
              <p:nvPr/>
            </p:nvSpPr>
            <p:spPr>
              <a:xfrm>
                <a:off x="417399" y="4037804"/>
                <a:ext cx="1517432" cy="774424"/>
              </a:xfrm>
              <a:custGeom>
                <a:avLst/>
                <a:gdLst/>
                <a:ahLst/>
                <a:cxnLst/>
                <a:rect l="l" t="t" r="r" b="b"/>
                <a:pathLst>
                  <a:path w="27097" h="13829" extrusionOk="0">
                    <a:moveTo>
                      <a:pt x="0" y="1"/>
                    </a:moveTo>
                    <a:lnTo>
                      <a:pt x="0" y="13829"/>
                    </a:lnTo>
                    <a:lnTo>
                      <a:pt x="27096" y="13829"/>
                    </a:lnTo>
                    <a:lnTo>
                      <a:pt x="2709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61"/>
              <p:cNvSpPr/>
              <p:nvPr/>
            </p:nvSpPr>
            <p:spPr>
              <a:xfrm>
                <a:off x="270567" y="4872091"/>
                <a:ext cx="1811208" cy="126504"/>
              </a:xfrm>
              <a:custGeom>
                <a:avLst/>
                <a:gdLst/>
                <a:ahLst/>
                <a:cxnLst/>
                <a:rect l="l" t="t" r="r" b="b"/>
                <a:pathLst>
                  <a:path w="32343" h="2259" extrusionOk="0">
                    <a:moveTo>
                      <a:pt x="1" y="1"/>
                    </a:moveTo>
                    <a:lnTo>
                      <a:pt x="1" y="1247"/>
                    </a:lnTo>
                    <a:cubicBezTo>
                      <a:pt x="1" y="1803"/>
                      <a:pt x="456" y="2258"/>
                      <a:pt x="1012" y="2258"/>
                    </a:cubicBezTo>
                    <a:lnTo>
                      <a:pt x="31331" y="2258"/>
                    </a:lnTo>
                    <a:cubicBezTo>
                      <a:pt x="31887" y="2258"/>
                      <a:pt x="32342" y="1803"/>
                      <a:pt x="32342" y="1247"/>
                    </a:cubicBezTo>
                    <a:lnTo>
                      <a:pt x="323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61"/>
              <p:cNvSpPr/>
              <p:nvPr/>
            </p:nvSpPr>
            <p:spPr>
              <a:xfrm>
                <a:off x="996495" y="4872596"/>
                <a:ext cx="359408" cy="41328"/>
              </a:xfrm>
              <a:custGeom>
                <a:avLst/>
                <a:gdLst/>
                <a:ahLst/>
                <a:cxnLst/>
                <a:rect l="l" t="t" r="r" b="b"/>
                <a:pathLst>
                  <a:path w="6418" h="738" extrusionOk="0">
                    <a:moveTo>
                      <a:pt x="1" y="1"/>
                    </a:moveTo>
                    <a:lnTo>
                      <a:pt x="1" y="407"/>
                    </a:lnTo>
                    <a:cubicBezTo>
                      <a:pt x="1" y="589"/>
                      <a:pt x="148" y="737"/>
                      <a:pt x="330" y="737"/>
                    </a:cubicBezTo>
                    <a:lnTo>
                      <a:pt x="6089" y="737"/>
                    </a:lnTo>
                    <a:cubicBezTo>
                      <a:pt x="6270" y="737"/>
                      <a:pt x="6417" y="589"/>
                      <a:pt x="6417" y="407"/>
                    </a:cubicBezTo>
                    <a:lnTo>
                      <a:pt x="64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61"/>
              <p:cNvSpPr/>
              <p:nvPr/>
            </p:nvSpPr>
            <p:spPr>
              <a:xfrm>
                <a:off x="1353551" y="4213196"/>
                <a:ext cx="319032" cy="22176"/>
              </a:xfrm>
              <a:custGeom>
                <a:avLst/>
                <a:gdLst/>
                <a:ahLst/>
                <a:cxnLst/>
                <a:rect l="l" t="t" r="r" b="b"/>
                <a:pathLst>
                  <a:path w="5697" h="396" extrusionOk="0">
                    <a:moveTo>
                      <a:pt x="0" y="0"/>
                    </a:moveTo>
                    <a:lnTo>
                      <a:pt x="0" y="396"/>
                    </a:lnTo>
                    <a:lnTo>
                      <a:pt x="5696" y="396"/>
                    </a:lnTo>
                    <a:lnTo>
                      <a:pt x="56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61"/>
              <p:cNvSpPr/>
              <p:nvPr/>
            </p:nvSpPr>
            <p:spPr>
              <a:xfrm>
                <a:off x="1225199" y="4271772"/>
                <a:ext cx="575736" cy="22232"/>
              </a:xfrm>
              <a:custGeom>
                <a:avLst/>
                <a:gdLst/>
                <a:ahLst/>
                <a:cxnLst/>
                <a:rect l="l" t="t" r="r" b="b"/>
                <a:pathLst>
                  <a:path w="10281" h="397" extrusionOk="0">
                    <a:moveTo>
                      <a:pt x="0" y="1"/>
                    </a:moveTo>
                    <a:lnTo>
                      <a:pt x="0" y="397"/>
                    </a:lnTo>
                    <a:lnTo>
                      <a:pt x="10281" y="397"/>
                    </a:lnTo>
                    <a:lnTo>
                      <a:pt x="102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61"/>
              <p:cNvSpPr/>
              <p:nvPr/>
            </p:nvSpPr>
            <p:spPr>
              <a:xfrm>
                <a:off x="1225199" y="4387580"/>
                <a:ext cx="575736" cy="123592"/>
              </a:xfrm>
              <a:custGeom>
                <a:avLst/>
                <a:gdLst/>
                <a:ahLst/>
                <a:cxnLst/>
                <a:rect l="l" t="t" r="r" b="b"/>
                <a:pathLst>
                  <a:path w="10281" h="2207" extrusionOk="0">
                    <a:moveTo>
                      <a:pt x="1485" y="1"/>
                    </a:moveTo>
                    <a:cubicBezTo>
                      <a:pt x="668" y="1"/>
                      <a:pt x="0" y="498"/>
                      <a:pt x="0" y="1104"/>
                    </a:cubicBezTo>
                    <a:cubicBezTo>
                      <a:pt x="0" y="1711"/>
                      <a:pt x="668" y="2207"/>
                      <a:pt x="1485" y="2207"/>
                    </a:cubicBezTo>
                    <a:lnTo>
                      <a:pt x="8796" y="2207"/>
                    </a:lnTo>
                    <a:cubicBezTo>
                      <a:pt x="9613" y="2207"/>
                      <a:pt x="10281" y="1711"/>
                      <a:pt x="10281" y="1104"/>
                    </a:cubicBezTo>
                    <a:cubicBezTo>
                      <a:pt x="10281" y="498"/>
                      <a:pt x="9613" y="1"/>
                      <a:pt x="87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61"/>
              <p:cNvSpPr/>
              <p:nvPr/>
            </p:nvSpPr>
            <p:spPr>
              <a:xfrm>
                <a:off x="1308471" y="4430420"/>
                <a:ext cx="37856" cy="37856"/>
              </a:xfrm>
              <a:custGeom>
                <a:avLst/>
                <a:gdLst/>
                <a:ahLst/>
                <a:cxnLst/>
                <a:rect l="l" t="t" r="r" b="b"/>
                <a:pathLst>
                  <a:path w="676" h="676" extrusionOk="0">
                    <a:moveTo>
                      <a:pt x="338" y="1"/>
                    </a:moveTo>
                    <a:cubicBezTo>
                      <a:pt x="152" y="1"/>
                      <a:pt x="1" y="152"/>
                      <a:pt x="1" y="338"/>
                    </a:cubicBezTo>
                    <a:cubicBezTo>
                      <a:pt x="1" y="523"/>
                      <a:pt x="152" y="676"/>
                      <a:pt x="338" y="676"/>
                    </a:cubicBezTo>
                    <a:cubicBezTo>
                      <a:pt x="523" y="676"/>
                      <a:pt x="673" y="523"/>
                      <a:pt x="673" y="338"/>
                    </a:cubicBezTo>
                    <a:cubicBezTo>
                      <a:pt x="676" y="153"/>
                      <a:pt x="523" y="1"/>
                      <a:pt x="3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61"/>
              <p:cNvSpPr/>
              <p:nvPr/>
            </p:nvSpPr>
            <p:spPr>
              <a:xfrm>
                <a:off x="1382671" y="4430420"/>
                <a:ext cx="37912" cy="37856"/>
              </a:xfrm>
              <a:custGeom>
                <a:avLst/>
                <a:gdLst/>
                <a:ahLst/>
                <a:cxnLst/>
                <a:rect l="l" t="t" r="r" b="b"/>
                <a:pathLst>
                  <a:path w="677" h="676" extrusionOk="0">
                    <a:moveTo>
                      <a:pt x="339" y="1"/>
                    </a:moveTo>
                    <a:cubicBezTo>
                      <a:pt x="153" y="1"/>
                      <a:pt x="0" y="152"/>
                      <a:pt x="0" y="338"/>
                    </a:cubicBezTo>
                    <a:cubicBezTo>
                      <a:pt x="0" y="523"/>
                      <a:pt x="150" y="676"/>
                      <a:pt x="339" y="676"/>
                    </a:cubicBezTo>
                    <a:cubicBezTo>
                      <a:pt x="524" y="676"/>
                      <a:pt x="674" y="523"/>
                      <a:pt x="674" y="338"/>
                    </a:cubicBezTo>
                    <a:cubicBezTo>
                      <a:pt x="677" y="153"/>
                      <a:pt x="524" y="1"/>
                      <a:pt x="3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61"/>
              <p:cNvSpPr/>
              <p:nvPr/>
            </p:nvSpPr>
            <p:spPr>
              <a:xfrm>
                <a:off x="1456927" y="4430420"/>
                <a:ext cx="37912" cy="37856"/>
              </a:xfrm>
              <a:custGeom>
                <a:avLst/>
                <a:gdLst/>
                <a:ahLst/>
                <a:cxnLst/>
                <a:rect l="l" t="t" r="r" b="b"/>
                <a:pathLst>
                  <a:path w="677" h="676" extrusionOk="0">
                    <a:moveTo>
                      <a:pt x="339" y="1"/>
                    </a:moveTo>
                    <a:cubicBezTo>
                      <a:pt x="153" y="1"/>
                      <a:pt x="0" y="152"/>
                      <a:pt x="0" y="338"/>
                    </a:cubicBezTo>
                    <a:cubicBezTo>
                      <a:pt x="0" y="523"/>
                      <a:pt x="152" y="676"/>
                      <a:pt x="339" y="676"/>
                    </a:cubicBezTo>
                    <a:cubicBezTo>
                      <a:pt x="524" y="676"/>
                      <a:pt x="677" y="523"/>
                      <a:pt x="677" y="338"/>
                    </a:cubicBezTo>
                    <a:cubicBezTo>
                      <a:pt x="677" y="153"/>
                      <a:pt x="526" y="1"/>
                      <a:pt x="3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61"/>
              <p:cNvSpPr/>
              <p:nvPr/>
            </p:nvSpPr>
            <p:spPr>
              <a:xfrm>
                <a:off x="1531239" y="4430420"/>
                <a:ext cx="37968" cy="37856"/>
              </a:xfrm>
              <a:custGeom>
                <a:avLst/>
                <a:gdLst/>
                <a:ahLst/>
                <a:cxnLst/>
                <a:rect l="l" t="t" r="r" b="b"/>
                <a:pathLst>
                  <a:path w="678" h="676" extrusionOk="0">
                    <a:moveTo>
                      <a:pt x="339" y="1"/>
                    </a:moveTo>
                    <a:cubicBezTo>
                      <a:pt x="153" y="1"/>
                      <a:pt x="1" y="152"/>
                      <a:pt x="1" y="338"/>
                    </a:cubicBezTo>
                    <a:cubicBezTo>
                      <a:pt x="1" y="523"/>
                      <a:pt x="152" y="676"/>
                      <a:pt x="339" y="676"/>
                    </a:cubicBezTo>
                    <a:cubicBezTo>
                      <a:pt x="525" y="676"/>
                      <a:pt x="677" y="523"/>
                      <a:pt x="677" y="338"/>
                    </a:cubicBezTo>
                    <a:cubicBezTo>
                      <a:pt x="677" y="153"/>
                      <a:pt x="525" y="1"/>
                      <a:pt x="3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61"/>
              <p:cNvSpPr/>
              <p:nvPr/>
            </p:nvSpPr>
            <p:spPr>
              <a:xfrm>
                <a:off x="1605495" y="4430420"/>
                <a:ext cx="37968" cy="37856"/>
              </a:xfrm>
              <a:custGeom>
                <a:avLst/>
                <a:gdLst/>
                <a:ahLst/>
                <a:cxnLst/>
                <a:rect l="l" t="t" r="r" b="b"/>
                <a:pathLst>
                  <a:path w="678" h="676" extrusionOk="0">
                    <a:moveTo>
                      <a:pt x="339" y="1"/>
                    </a:moveTo>
                    <a:cubicBezTo>
                      <a:pt x="153" y="1"/>
                      <a:pt x="1" y="152"/>
                      <a:pt x="1" y="338"/>
                    </a:cubicBezTo>
                    <a:cubicBezTo>
                      <a:pt x="1" y="523"/>
                      <a:pt x="152" y="676"/>
                      <a:pt x="339" y="676"/>
                    </a:cubicBezTo>
                    <a:cubicBezTo>
                      <a:pt x="525" y="676"/>
                      <a:pt x="675" y="523"/>
                      <a:pt x="675" y="338"/>
                    </a:cubicBezTo>
                    <a:cubicBezTo>
                      <a:pt x="677" y="153"/>
                      <a:pt x="525" y="1"/>
                      <a:pt x="3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61"/>
              <p:cNvSpPr/>
              <p:nvPr/>
            </p:nvSpPr>
            <p:spPr>
              <a:xfrm>
                <a:off x="1679919" y="4430420"/>
                <a:ext cx="37800" cy="37856"/>
              </a:xfrm>
              <a:custGeom>
                <a:avLst/>
                <a:gdLst/>
                <a:ahLst/>
                <a:cxnLst/>
                <a:rect l="l" t="t" r="r" b="b"/>
                <a:pathLst>
                  <a:path w="675" h="676" extrusionOk="0">
                    <a:moveTo>
                      <a:pt x="336" y="1"/>
                    </a:moveTo>
                    <a:cubicBezTo>
                      <a:pt x="150" y="1"/>
                      <a:pt x="0" y="152"/>
                      <a:pt x="0" y="338"/>
                    </a:cubicBezTo>
                    <a:cubicBezTo>
                      <a:pt x="0" y="523"/>
                      <a:pt x="150" y="676"/>
                      <a:pt x="336" y="676"/>
                    </a:cubicBezTo>
                    <a:cubicBezTo>
                      <a:pt x="522" y="676"/>
                      <a:pt x="674" y="523"/>
                      <a:pt x="674" y="338"/>
                    </a:cubicBezTo>
                    <a:cubicBezTo>
                      <a:pt x="674" y="153"/>
                      <a:pt x="522"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61"/>
              <p:cNvSpPr/>
              <p:nvPr/>
            </p:nvSpPr>
            <p:spPr>
              <a:xfrm>
                <a:off x="1413135" y="4593212"/>
                <a:ext cx="199920" cy="81088"/>
              </a:xfrm>
              <a:custGeom>
                <a:avLst/>
                <a:gdLst/>
                <a:ahLst/>
                <a:cxnLst/>
                <a:rect l="l" t="t" r="r" b="b"/>
                <a:pathLst>
                  <a:path w="3570" h="1448" extrusionOk="0">
                    <a:moveTo>
                      <a:pt x="1" y="1"/>
                    </a:moveTo>
                    <a:lnTo>
                      <a:pt x="1" y="1447"/>
                    </a:lnTo>
                    <a:lnTo>
                      <a:pt x="3569" y="1447"/>
                    </a:lnTo>
                    <a:lnTo>
                      <a:pt x="35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61"/>
              <p:cNvSpPr/>
              <p:nvPr/>
            </p:nvSpPr>
            <p:spPr>
              <a:xfrm>
                <a:off x="1448359" y="4622612"/>
                <a:ext cx="129360" cy="22232"/>
              </a:xfrm>
              <a:custGeom>
                <a:avLst/>
                <a:gdLst/>
                <a:ahLst/>
                <a:cxnLst/>
                <a:rect l="l" t="t" r="r" b="b"/>
                <a:pathLst>
                  <a:path w="2310" h="397" extrusionOk="0">
                    <a:moveTo>
                      <a:pt x="1" y="1"/>
                    </a:moveTo>
                    <a:lnTo>
                      <a:pt x="1" y="397"/>
                    </a:lnTo>
                    <a:lnTo>
                      <a:pt x="2310" y="397"/>
                    </a:lnTo>
                    <a:lnTo>
                      <a:pt x="231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61"/>
              <p:cNvSpPr/>
              <p:nvPr/>
            </p:nvSpPr>
            <p:spPr>
              <a:xfrm>
                <a:off x="511143" y="4119675"/>
                <a:ext cx="610680" cy="610848"/>
              </a:xfrm>
              <a:custGeom>
                <a:avLst/>
                <a:gdLst/>
                <a:ahLst/>
                <a:cxnLst/>
                <a:rect l="l" t="t" r="r" b="b"/>
                <a:pathLst>
                  <a:path w="10905" h="10908" extrusionOk="0">
                    <a:moveTo>
                      <a:pt x="5453" y="1"/>
                    </a:moveTo>
                    <a:cubicBezTo>
                      <a:pt x="2440" y="1"/>
                      <a:pt x="1" y="2443"/>
                      <a:pt x="1" y="5454"/>
                    </a:cubicBezTo>
                    <a:cubicBezTo>
                      <a:pt x="1" y="8467"/>
                      <a:pt x="2443" y="10908"/>
                      <a:pt x="5453" y="10908"/>
                    </a:cubicBezTo>
                    <a:cubicBezTo>
                      <a:pt x="8464" y="10908"/>
                      <a:pt x="10905" y="8464"/>
                      <a:pt x="10905" y="5454"/>
                    </a:cubicBezTo>
                    <a:cubicBezTo>
                      <a:pt x="10905" y="2441"/>
                      <a:pt x="8462" y="1"/>
                      <a:pt x="54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61"/>
              <p:cNvSpPr/>
              <p:nvPr/>
            </p:nvSpPr>
            <p:spPr>
              <a:xfrm>
                <a:off x="738671" y="4268356"/>
                <a:ext cx="155512" cy="208992"/>
              </a:xfrm>
              <a:custGeom>
                <a:avLst/>
                <a:gdLst/>
                <a:ahLst/>
                <a:cxnLst/>
                <a:rect l="l" t="t" r="r" b="b"/>
                <a:pathLst>
                  <a:path w="2777" h="3732" extrusionOk="0">
                    <a:moveTo>
                      <a:pt x="1388" y="0"/>
                    </a:moveTo>
                    <a:cubicBezTo>
                      <a:pt x="622" y="0"/>
                      <a:pt x="0" y="834"/>
                      <a:pt x="0" y="1866"/>
                    </a:cubicBezTo>
                    <a:cubicBezTo>
                      <a:pt x="0" y="2897"/>
                      <a:pt x="622" y="3731"/>
                      <a:pt x="1388" y="3731"/>
                    </a:cubicBezTo>
                    <a:cubicBezTo>
                      <a:pt x="2155" y="3731"/>
                      <a:pt x="2777" y="2897"/>
                      <a:pt x="2777" y="1866"/>
                    </a:cubicBezTo>
                    <a:cubicBezTo>
                      <a:pt x="2777" y="836"/>
                      <a:pt x="2155" y="0"/>
                      <a:pt x="13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61"/>
              <p:cNvSpPr/>
              <p:nvPr/>
            </p:nvSpPr>
            <p:spPr>
              <a:xfrm>
                <a:off x="654671" y="4492972"/>
                <a:ext cx="323456" cy="237552"/>
              </a:xfrm>
              <a:custGeom>
                <a:avLst/>
                <a:gdLst/>
                <a:ahLst/>
                <a:cxnLst/>
                <a:rect l="l" t="t" r="r" b="b"/>
                <a:pathLst>
                  <a:path w="5776" h="4242" extrusionOk="0">
                    <a:moveTo>
                      <a:pt x="2888" y="1"/>
                    </a:moveTo>
                    <a:cubicBezTo>
                      <a:pt x="1293" y="1"/>
                      <a:pt x="0" y="1294"/>
                      <a:pt x="0" y="2887"/>
                    </a:cubicBezTo>
                    <a:cubicBezTo>
                      <a:pt x="0" y="3078"/>
                      <a:pt x="19" y="3267"/>
                      <a:pt x="54" y="3447"/>
                    </a:cubicBezTo>
                    <a:cubicBezTo>
                      <a:pt x="880" y="3949"/>
                      <a:pt x="1851" y="4242"/>
                      <a:pt x="2888" y="4242"/>
                    </a:cubicBezTo>
                    <a:cubicBezTo>
                      <a:pt x="3926" y="4242"/>
                      <a:pt x="4897" y="3951"/>
                      <a:pt x="5722" y="3449"/>
                    </a:cubicBezTo>
                    <a:cubicBezTo>
                      <a:pt x="5756" y="3268"/>
                      <a:pt x="5776" y="3080"/>
                      <a:pt x="5776" y="2890"/>
                    </a:cubicBezTo>
                    <a:cubicBezTo>
                      <a:pt x="5776" y="1294"/>
                      <a:pt x="4484" y="1"/>
                      <a:pt x="28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61"/>
              <p:cNvSpPr/>
              <p:nvPr/>
            </p:nvSpPr>
            <p:spPr>
              <a:xfrm>
                <a:off x="152407" y="3801484"/>
                <a:ext cx="507080" cy="363832"/>
              </a:xfrm>
              <a:custGeom>
                <a:avLst/>
                <a:gdLst/>
                <a:ahLst/>
                <a:cxnLst/>
                <a:rect l="l" t="t" r="r" b="b"/>
                <a:pathLst>
                  <a:path w="9055" h="6497" extrusionOk="0">
                    <a:moveTo>
                      <a:pt x="4528" y="1"/>
                    </a:moveTo>
                    <a:cubicBezTo>
                      <a:pt x="4227" y="1"/>
                      <a:pt x="3926" y="169"/>
                      <a:pt x="3697" y="505"/>
                    </a:cubicBezTo>
                    <a:lnTo>
                      <a:pt x="457" y="5274"/>
                    </a:lnTo>
                    <a:cubicBezTo>
                      <a:pt x="1" y="5947"/>
                      <a:pt x="291" y="6496"/>
                      <a:pt x="1105" y="6496"/>
                    </a:cubicBezTo>
                    <a:lnTo>
                      <a:pt x="7952" y="6496"/>
                    </a:lnTo>
                    <a:cubicBezTo>
                      <a:pt x="8765" y="6496"/>
                      <a:pt x="9055" y="5945"/>
                      <a:pt x="8599" y="5274"/>
                    </a:cubicBezTo>
                    <a:lnTo>
                      <a:pt x="5359" y="505"/>
                    </a:lnTo>
                    <a:cubicBezTo>
                      <a:pt x="5131" y="169"/>
                      <a:pt x="4829" y="1"/>
                      <a:pt x="452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61"/>
              <p:cNvSpPr/>
              <p:nvPr/>
            </p:nvSpPr>
            <p:spPr>
              <a:xfrm>
                <a:off x="393543" y="3801484"/>
                <a:ext cx="265888" cy="363832"/>
              </a:xfrm>
              <a:custGeom>
                <a:avLst/>
                <a:gdLst/>
                <a:ahLst/>
                <a:cxnLst/>
                <a:rect l="l" t="t" r="r" b="b"/>
                <a:pathLst>
                  <a:path w="4748" h="6497" extrusionOk="0">
                    <a:moveTo>
                      <a:pt x="222" y="1"/>
                    </a:moveTo>
                    <a:cubicBezTo>
                      <a:pt x="148" y="1"/>
                      <a:pt x="74" y="11"/>
                      <a:pt x="1" y="31"/>
                    </a:cubicBezTo>
                    <a:cubicBezTo>
                      <a:pt x="225" y="94"/>
                      <a:pt x="438" y="252"/>
                      <a:pt x="609" y="505"/>
                    </a:cubicBezTo>
                    <a:lnTo>
                      <a:pt x="3848" y="5274"/>
                    </a:lnTo>
                    <a:cubicBezTo>
                      <a:pt x="4306" y="5947"/>
                      <a:pt x="4013" y="6496"/>
                      <a:pt x="3201" y="6496"/>
                    </a:cubicBezTo>
                    <a:lnTo>
                      <a:pt x="3646" y="6496"/>
                    </a:lnTo>
                    <a:cubicBezTo>
                      <a:pt x="4458" y="6496"/>
                      <a:pt x="4748" y="5945"/>
                      <a:pt x="4291" y="5274"/>
                    </a:cubicBezTo>
                    <a:lnTo>
                      <a:pt x="1053" y="505"/>
                    </a:lnTo>
                    <a:cubicBezTo>
                      <a:pt x="824" y="168"/>
                      <a:pt x="524" y="1"/>
                      <a:pt x="2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61"/>
              <p:cNvSpPr/>
              <p:nvPr/>
            </p:nvSpPr>
            <p:spPr>
              <a:xfrm>
                <a:off x="389063" y="3891868"/>
                <a:ext cx="33600" cy="181160"/>
              </a:xfrm>
              <a:custGeom>
                <a:avLst/>
                <a:gdLst/>
                <a:ahLst/>
                <a:cxnLst/>
                <a:rect l="l" t="t" r="r" b="b"/>
                <a:pathLst>
                  <a:path w="600" h="3235" extrusionOk="0">
                    <a:moveTo>
                      <a:pt x="300" y="1"/>
                    </a:moveTo>
                    <a:cubicBezTo>
                      <a:pt x="135" y="1"/>
                      <a:pt x="0" y="135"/>
                      <a:pt x="0" y="301"/>
                    </a:cubicBezTo>
                    <a:lnTo>
                      <a:pt x="0" y="2937"/>
                    </a:lnTo>
                    <a:cubicBezTo>
                      <a:pt x="0" y="3101"/>
                      <a:pt x="133" y="3235"/>
                      <a:pt x="300" y="3235"/>
                    </a:cubicBezTo>
                    <a:cubicBezTo>
                      <a:pt x="465" y="3235"/>
                      <a:pt x="600" y="3101"/>
                      <a:pt x="600" y="2937"/>
                    </a:cubicBezTo>
                    <a:lnTo>
                      <a:pt x="600" y="301"/>
                    </a:lnTo>
                    <a:cubicBezTo>
                      <a:pt x="600" y="135"/>
                      <a:pt x="466" y="1"/>
                      <a:pt x="3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61"/>
              <p:cNvSpPr/>
              <p:nvPr/>
            </p:nvSpPr>
            <p:spPr>
              <a:xfrm>
                <a:off x="389063" y="4088260"/>
                <a:ext cx="33600" cy="33544"/>
              </a:xfrm>
              <a:custGeom>
                <a:avLst/>
                <a:gdLst/>
                <a:ahLst/>
                <a:cxnLst/>
                <a:rect l="l" t="t" r="r" b="b"/>
                <a:pathLst>
                  <a:path w="600" h="599" extrusionOk="0">
                    <a:moveTo>
                      <a:pt x="300" y="1"/>
                    </a:moveTo>
                    <a:cubicBezTo>
                      <a:pt x="135" y="1"/>
                      <a:pt x="0" y="132"/>
                      <a:pt x="0" y="299"/>
                    </a:cubicBezTo>
                    <a:cubicBezTo>
                      <a:pt x="0" y="464"/>
                      <a:pt x="133" y="599"/>
                      <a:pt x="300" y="599"/>
                    </a:cubicBezTo>
                    <a:cubicBezTo>
                      <a:pt x="465" y="599"/>
                      <a:pt x="600" y="464"/>
                      <a:pt x="600" y="299"/>
                    </a:cubicBezTo>
                    <a:cubicBezTo>
                      <a:pt x="600" y="135"/>
                      <a:pt x="466" y="1"/>
                      <a:pt x="3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61"/>
              <p:cNvSpPr/>
              <p:nvPr/>
            </p:nvSpPr>
            <p:spPr>
              <a:xfrm>
                <a:off x="1658079" y="3819796"/>
                <a:ext cx="690480" cy="858872"/>
              </a:xfrm>
              <a:custGeom>
                <a:avLst/>
                <a:gdLst/>
                <a:ahLst/>
                <a:cxnLst/>
                <a:rect l="l" t="t" r="r" b="b"/>
                <a:pathLst>
                  <a:path w="12330" h="15337" extrusionOk="0">
                    <a:moveTo>
                      <a:pt x="1" y="0"/>
                    </a:moveTo>
                    <a:lnTo>
                      <a:pt x="1" y="15336"/>
                    </a:lnTo>
                    <a:lnTo>
                      <a:pt x="12330" y="15336"/>
                    </a:lnTo>
                    <a:lnTo>
                      <a:pt x="1233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61"/>
              <p:cNvSpPr/>
              <p:nvPr/>
            </p:nvSpPr>
            <p:spPr>
              <a:xfrm>
                <a:off x="1658079" y="3819796"/>
                <a:ext cx="690480" cy="125104"/>
              </a:xfrm>
              <a:custGeom>
                <a:avLst/>
                <a:gdLst/>
                <a:ahLst/>
                <a:cxnLst/>
                <a:rect l="l" t="t" r="r" b="b"/>
                <a:pathLst>
                  <a:path w="12330" h="2234" extrusionOk="0">
                    <a:moveTo>
                      <a:pt x="1" y="0"/>
                    </a:moveTo>
                    <a:lnTo>
                      <a:pt x="1" y="2233"/>
                    </a:lnTo>
                    <a:lnTo>
                      <a:pt x="12330" y="2233"/>
                    </a:lnTo>
                    <a:lnTo>
                      <a:pt x="123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61"/>
              <p:cNvSpPr/>
              <p:nvPr/>
            </p:nvSpPr>
            <p:spPr>
              <a:xfrm>
                <a:off x="1703103" y="3862747"/>
                <a:ext cx="36120" cy="36176"/>
              </a:xfrm>
              <a:custGeom>
                <a:avLst/>
                <a:gdLst/>
                <a:ahLst/>
                <a:cxnLst/>
                <a:rect l="l" t="t" r="r" b="b"/>
                <a:pathLst>
                  <a:path w="645" h="646" extrusionOk="0">
                    <a:moveTo>
                      <a:pt x="323" y="1"/>
                    </a:moveTo>
                    <a:cubicBezTo>
                      <a:pt x="145" y="1"/>
                      <a:pt x="0" y="144"/>
                      <a:pt x="0" y="322"/>
                    </a:cubicBezTo>
                    <a:cubicBezTo>
                      <a:pt x="0" y="500"/>
                      <a:pt x="145" y="645"/>
                      <a:pt x="323" y="645"/>
                    </a:cubicBezTo>
                    <a:cubicBezTo>
                      <a:pt x="500" y="645"/>
                      <a:pt x="645" y="500"/>
                      <a:pt x="645" y="322"/>
                    </a:cubicBezTo>
                    <a:cubicBezTo>
                      <a:pt x="645" y="144"/>
                      <a:pt x="500" y="1"/>
                      <a:pt x="3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61"/>
              <p:cNvSpPr/>
              <p:nvPr/>
            </p:nvSpPr>
            <p:spPr>
              <a:xfrm>
                <a:off x="1771031" y="3862747"/>
                <a:ext cx="36064" cy="36176"/>
              </a:xfrm>
              <a:custGeom>
                <a:avLst/>
                <a:gdLst/>
                <a:ahLst/>
                <a:cxnLst/>
                <a:rect l="l" t="t" r="r" b="b"/>
                <a:pathLst>
                  <a:path w="644" h="646" extrusionOk="0">
                    <a:moveTo>
                      <a:pt x="322" y="1"/>
                    </a:moveTo>
                    <a:cubicBezTo>
                      <a:pt x="144" y="1"/>
                      <a:pt x="1" y="144"/>
                      <a:pt x="1" y="322"/>
                    </a:cubicBezTo>
                    <a:cubicBezTo>
                      <a:pt x="1" y="500"/>
                      <a:pt x="144" y="645"/>
                      <a:pt x="322" y="645"/>
                    </a:cubicBezTo>
                    <a:cubicBezTo>
                      <a:pt x="500" y="645"/>
                      <a:pt x="644" y="500"/>
                      <a:pt x="644" y="322"/>
                    </a:cubicBezTo>
                    <a:cubicBezTo>
                      <a:pt x="644" y="144"/>
                      <a:pt x="500" y="1"/>
                      <a:pt x="3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61"/>
              <p:cNvSpPr/>
              <p:nvPr/>
            </p:nvSpPr>
            <p:spPr>
              <a:xfrm>
                <a:off x="1838847" y="3862747"/>
                <a:ext cx="36064" cy="36176"/>
              </a:xfrm>
              <a:custGeom>
                <a:avLst/>
                <a:gdLst/>
                <a:ahLst/>
                <a:cxnLst/>
                <a:rect l="l" t="t" r="r" b="b"/>
                <a:pathLst>
                  <a:path w="644" h="646" extrusionOk="0">
                    <a:moveTo>
                      <a:pt x="322" y="1"/>
                    </a:moveTo>
                    <a:cubicBezTo>
                      <a:pt x="144" y="1"/>
                      <a:pt x="0" y="144"/>
                      <a:pt x="0" y="322"/>
                    </a:cubicBezTo>
                    <a:cubicBezTo>
                      <a:pt x="0" y="500"/>
                      <a:pt x="144" y="645"/>
                      <a:pt x="322" y="645"/>
                    </a:cubicBezTo>
                    <a:cubicBezTo>
                      <a:pt x="500" y="645"/>
                      <a:pt x="643" y="500"/>
                      <a:pt x="643" y="322"/>
                    </a:cubicBezTo>
                    <a:cubicBezTo>
                      <a:pt x="643" y="144"/>
                      <a:pt x="500" y="1"/>
                      <a:pt x="3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61"/>
              <p:cNvSpPr/>
              <p:nvPr/>
            </p:nvSpPr>
            <p:spPr>
              <a:xfrm>
                <a:off x="1743815" y="4089772"/>
                <a:ext cx="514667" cy="448623"/>
              </a:xfrm>
              <a:custGeom>
                <a:avLst/>
                <a:gdLst/>
                <a:ahLst/>
                <a:cxnLst/>
                <a:rect l="l" t="t" r="r" b="b"/>
                <a:pathLst>
                  <a:path w="12849" h="11157" extrusionOk="0">
                    <a:moveTo>
                      <a:pt x="6424" y="0"/>
                    </a:moveTo>
                    <a:cubicBezTo>
                      <a:pt x="5969" y="362"/>
                      <a:pt x="4259" y="1596"/>
                      <a:pt x="2112" y="1632"/>
                    </a:cubicBezTo>
                    <a:cubicBezTo>
                      <a:pt x="2112" y="1632"/>
                      <a:pt x="1" y="8796"/>
                      <a:pt x="6424" y="11156"/>
                    </a:cubicBezTo>
                    <a:cubicBezTo>
                      <a:pt x="12848" y="8796"/>
                      <a:pt x="10737" y="1632"/>
                      <a:pt x="10737" y="1632"/>
                    </a:cubicBezTo>
                    <a:cubicBezTo>
                      <a:pt x="8589" y="1596"/>
                      <a:pt x="6881" y="363"/>
                      <a:pt x="64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61"/>
              <p:cNvSpPr/>
              <p:nvPr/>
            </p:nvSpPr>
            <p:spPr>
              <a:xfrm>
                <a:off x="1906875" y="4226527"/>
                <a:ext cx="199634" cy="157181"/>
              </a:xfrm>
              <a:custGeom>
                <a:avLst/>
                <a:gdLst/>
                <a:ahLst/>
                <a:cxnLst/>
                <a:rect l="l" t="t" r="r" b="b"/>
                <a:pathLst>
                  <a:path w="4984" h="3909" extrusionOk="0">
                    <a:moveTo>
                      <a:pt x="4432" y="1"/>
                    </a:moveTo>
                    <a:lnTo>
                      <a:pt x="1875" y="2927"/>
                    </a:lnTo>
                    <a:lnTo>
                      <a:pt x="425" y="1893"/>
                    </a:lnTo>
                    <a:lnTo>
                      <a:pt x="0" y="2488"/>
                    </a:lnTo>
                    <a:lnTo>
                      <a:pt x="1990" y="3908"/>
                    </a:lnTo>
                    <a:lnTo>
                      <a:pt x="4983" y="480"/>
                    </a:lnTo>
                    <a:lnTo>
                      <a:pt x="443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61"/>
              <p:cNvSpPr/>
              <p:nvPr/>
            </p:nvSpPr>
            <p:spPr>
              <a:xfrm>
                <a:off x="1933250" y="4151651"/>
                <a:ext cx="325367" cy="386700"/>
              </a:xfrm>
              <a:custGeom>
                <a:avLst/>
                <a:gdLst/>
                <a:ahLst/>
                <a:cxnLst/>
                <a:rect l="l" t="t" r="r" b="b"/>
                <a:pathLst>
                  <a:path w="8123" h="9617" extrusionOk="0">
                    <a:moveTo>
                      <a:pt x="5060" y="0"/>
                    </a:moveTo>
                    <a:lnTo>
                      <a:pt x="5060" y="0"/>
                    </a:lnTo>
                    <a:cubicBezTo>
                      <a:pt x="5172" y="2719"/>
                      <a:pt x="4496" y="6777"/>
                      <a:pt x="0" y="8764"/>
                    </a:cubicBezTo>
                    <a:cubicBezTo>
                      <a:pt x="487" y="9088"/>
                      <a:pt x="1049" y="9378"/>
                      <a:pt x="1700" y="9616"/>
                    </a:cubicBezTo>
                    <a:cubicBezTo>
                      <a:pt x="8122" y="7258"/>
                      <a:pt x="6011" y="94"/>
                      <a:pt x="6011" y="94"/>
                    </a:cubicBezTo>
                    <a:cubicBezTo>
                      <a:pt x="5683" y="89"/>
                      <a:pt x="5365" y="55"/>
                      <a:pt x="5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 name="Google Shape;1952;p61"/>
          <p:cNvSpPr txBox="1">
            <a:spLocks noGrp="1"/>
          </p:cNvSpPr>
          <p:nvPr>
            <p:ph type="body" idx="1"/>
          </p:nvPr>
        </p:nvSpPr>
        <p:spPr>
          <a:xfrm>
            <a:off x="4788511" y="1182097"/>
            <a:ext cx="3852000" cy="3386700"/>
          </a:xfrm>
          <a:prstGeom prst="rect">
            <a:avLst/>
          </a:prstGeom>
        </p:spPr>
        <p:txBody>
          <a:bodyPr spcFirstLastPara="1" wrap="square" lIns="90000" tIns="91425" rIns="90000" bIns="91425" anchor="t" anchorCtr="0">
            <a:noAutofit/>
          </a:bodyPr>
          <a:lstStyle/>
          <a:p>
            <a:pPr marL="0" lvl="0" indent="0" algn="l" rtl="0">
              <a:spcBef>
                <a:spcPts val="1000"/>
              </a:spcBef>
              <a:spcAft>
                <a:spcPts val="0"/>
              </a:spcAft>
              <a:buNone/>
            </a:pPr>
            <a:r>
              <a:rPr lang="en" sz="2200" dirty="0" smtClean="0">
                <a:solidFill>
                  <a:schemeClr val="lt1"/>
                </a:solidFill>
                <a:latin typeface="Montserrat Black"/>
                <a:ea typeface="Montserrat Black"/>
                <a:cs typeface="Montserrat Black"/>
                <a:sym typeface="Montserrat Black"/>
              </a:rPr>
              <a:t>SCOPE</a:t>
            </a:r>
          </a:p>
          <a:p>
            <a:pPr marL="0" lvl="0" indent="0">
              <a:spcBef>
                <a:spcPts val="1000"/>
              </a:spcBef>
              <a:buNone/>
            </a:pPr>
            <a:r>
              <a:rPr lang="en" b="1" dirty="0" smtClean="0">
                <a:solidFill>
                  <a:srgbClr val="666466"/>
                </a:solidFill>
              </a:rPr>
              <a:t>Includes</a:t>
            </a:r>
            <a:r>
              <a:rPr lang="en" b="1" dirty="0">
                <a:solidFill>
                  <a:srgbClr val="666466"/>
                </a:solidFill>
              </a:rPr>
              <a:t>:</a:t>
            </a:r>
            <a:endParaRPr sz="2200" dirty="0">
              <a:solidFill>
                <a:schemeClr val="lt1"/>
              </a:solidFill>
              <a:latin typeface="Montserrat Black"/>
              <a:ea typeface="Montserrat Black"/>
              <a:cs typeface="Montserrat Black"/>
              <a:sym typeface="Montserrat Black"/>
            </a:endParaRPr>
          </a:p>
          <a:p>
            <a:pPr lvl="0">
              <a:spcBef>
                <a:spcPts val="1000"/>
              </a:spcBef>
            </a:pPr>
            <a:r>
              <a:rPr lang="en-US" sz="1400" dirty="0" smtClean="0">
                <a:solidFill>
                  <a:schemeClr val="hlink"/>
                </a:solidFill>
                <a:uFill>
                  <a:noFill/>
                </a:uFill>
              </a:rPr>
              <a:t>Video uploading testing</a:t>
            </a:r>
          </a:p>
          <a:p>
            <a:pPr lvl="0">
              <a:spcBef>
                <a:spcPts val="1000"/>
              </a:spcBef>
            </a:pPr>
            <a:r>
              <a:rPr lang="en-US" sz="1400" dirty="0" smtClean="0">
                <a:solidFill>
                  <a:schemeClr val="hlink"/>
                </a:solidFill>
                <a:uFill>
                  <a:noFill/>
                </a:uFill>
              </a:rPr>
              <a:t>Video </a:t>
            </a:r>
            <a:r>
              <a:rPr lang="en-US" sz="1400" dirty="0">
                <a:solidFill>
                  <a:schemeClr val="hlink"/>
                </a:solidFill>
                <a:uFill>
                  <a:noFill/>
                </a:uFill>
              </a:rPr>
              <a:t>dataset testing (Sample Videos</a:t>
            </a:r>
            <a:r>
              <a:rPr lang="en-US" sz="1400" dirty="0" smtClean="0">
                <a:solidFill>
                  <a:schemeClr val="hlink"/>
                </a:solidFill>
                <a:uFill>
                  <a:noFill/>
                </a:uFill>
              </a:rPr>
              <a:t>)</a:t>
            </a:r>
          </a:p>
          <a:p>
            <a:pPr lvl="0">
              <a:spcBef>
                <a:spcPts val="1000"/>
              </a:spcBef>
            </a:pPr>
            <a:r>
              <a:rPr lang="en-US" sz="1400" dirty="0" smtClean="0">
                <a:solidFill>
                  <a:schemeClr val="hlink"/>
                </a:solidFill>
                <a:uFill>
                  <a:noFill/>
                </a:uFill>
              </a:rPr>
              <a:t>ML </a:t>
            </a:r>
            <a:r>
              <a:rPr lang="en-US" sz="1400" dirty="0">
                <a:solidFill>
                  <a:schemeClr val="hlink"/>
                </a:solidFill>
                <a:uFill>
                  <a:noFill/>
                </a:uFill>
              </a:rPr>
              <a:t>model </a:t>
            </a:r>
            <a:r>
              <a:rPr lang="en-US" sz="1400" dirty="0" smtClean="0">
                <a:solidFill>
                  <a:schemeClr val="hlink"/>
                </a:solidFill>
                <a:uFill>
                  <a:noFill/>
                </a:uFill>
              </a:rPr>
              <a:t>evaluation</a:t>
            </a:r>
          </a:p>
          <a:p>
            <a:pPr lvl="0">
              <a:spcBef>
                <a:spcPts val="1000"/>
              </a:spcBef>
            </a:pPr>
            <a:r>
              <a:rPr lang="en-US" sz="1400" dirty="0" smtClean="0">
                <a:solidFill>
                  <a:schemeClr val="hlink"/>
                </a:solidFill>
                <a:uFill>
                  <a:noFill/>
                </a:uFill>
              </a:rPr>
              <a:t>UI </a:t>
            </a:r>
            <a:r>
              <a:rPr lang="en-US" sz="1400" dirty="0">
                <a:solidFill>
                  <a:schemeClr val="hlink"/>
                </a:solidFill>
                <a:uFill>
                  <a:noFill/>
                </a:uFill>
              </a:rPr>
              <a:t>usability</a:t>
            </a:r>
            <a:endParaRP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12"/>
        <p:cNvGrpSpPr/>
        <p:nvPr/>
      </p:nvGrpSpPr>
      <p:grpSpPr>
        <a:xfrm>
          <a:off x="0" y="0"/>
          <a:ext cx="0" cy="0"/>
          <a:chOff x="0" y="0"/>
          <a:chExt cx="0" cy="0"/>
        </a:xfrm>
      </p:grpSpPr>
      <p:sp>
        <p:nvSpPr>
          <p:cNvPr id="1613" name="Google Shape;1613;p57"/>
          <p:cNvSpPr txBox="1">
            <a:spLocks noGrp="1"/>
          </p:cNvSpPr>
          <p:nvPr>
            <p:ph type="title"/>
          </p:nvPr>
        </p:nvSpPr>
        <p:spPr>
          <a:xfrm>
            <a:off x="1746135" y="228600"/>
            <a:ext cx="5558400" cy="836928"/>
          </a:xfrm>
          <a:prstGeom prst="rect">
            <a:avLst/>
          </a:prstGeom>
        </p:spPr>
        <p:txBody>
          <a:bodyPr spcFirstLastPara="1" wrap="square" lIns="90000" tIns="91425" rIns="90000" bIns="91425" anchor="ctr" anchorCtr="0">
            <a:noAutofit/>
          </a:bodyPr>
          <a:lstStyle/>
          <a:p>
            <a:pPr marL="0" lvl="0" indent="0" algn="ctr" rtl="0">
              <a:spcBef>
                <a:spcPts val="0"/>
              </a:spcBef>
              <a:spcAft>
                <a:spcPts val="0"/>
              </a:spcAft>
              <a:buNone/>
            </a:pPr>
            <a:r>
              <a:rPr lang="en" sz="3600" dirty="0" smtClean="0"/>
              <a:t>A. Functional Cases</a:t>
            </a:r>
            <a:endParaRPr sz="3600" dirty="0"/>
          </a:p>
        </p:txBody>
      </p:sp>
      <p:grpSp>
        <p:nvGrpSpPr>
          <p:cNvPr id="1643" name="Google Shape;1643;p57"/>
          <p:cNvGrpSpPr/>
          <p:nvPr/>
        </p:nvGrpSpPr>
        <p:grpSpPr>
          <a:xfrm>
            <a:off x="8005641" y="76211"/>
            <a:ext cx="1062179" cy="1172018"/>
            <a:chOff x="7280189" y="76211"/>
            <a:chExt cx="1787631" cy="1977968"/>
          </a:xfrm>
        </p:grpSpPr>
        <p:sp>
          <p:nvSpPr>
            <p:cNvPr id="1644" name="Google Shape;1644;p57"/>
            <p:cNvSpPr/>
            <p:nvPr/>
          </p:nvSpPr>
          <p:spPr>
            <a:xfrm flipH="1">
              <a:off x="8374848"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7"/>
            <p:cNvSpPr/>
            <p:nvPr/>
          </p:nvSpPr>
          <p:spPr>
            <a:xfrm flipH="1">
              <a:off x="8423992" y="167441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7"/>
            <p:cNvSpPr/>
            <p:nvPr/>
          </p:nvSpPr>
          <p:spPr>
            <a:xfrm flipH="1">
              <a:off x="7280189" y="152412"/>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7"/>
            <p:cNvSpPr/>
            <p:nvPr/>
          </p:nvSpPr>
          <p:spPr>
            <a:xfrm flipH="1">
              <a:off x="8803390" y="1487037"/>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8" name="Google Shape;1648;p57"/>
            <p:cNvGrpSpPr/>
            <p:nvPr/>
          </p:nvGrpSpPr>
          <p:grpSpPr>
            <a:xfrm>
              <a:off x="7501625" y="155243"/>
              <a:ext cx="1489976" cy="1255570"/>
              <a:chOff x="616175" y="1570092"/>
              <a:chExt cx="1489976" cy="1255570"/>
            </a:xfrm>
          </p:grpSpPr>
          <p:sp>
            <p:nvSpPr>
              <p:cNvPr id="1649" name="Google Shape;1649;p57"/>
              <p:cNvSpPr/>
              <p:nvPr/>
            </p:nvSpPr>
            <p:spPr>
              <a:xfrm>
                <a:off x="667023" y="1570092"/>
                <a:ext cx="1439129" cy="1249757"/>
              </a:xfrm>
              <a:custGeom>
                <a:avLst/>
                <a:gdLst/>
                <a:ahLst/>
                <a:cxnLst/>
                <a:rect l="l" t="t" r="r" b="b"/>
                <a:pathLst>
                  <a:path w="61898" h="53753" extrusionOk="0">
                    <a:moveTo>
                      <a:pt x="30950" y="0"/>
                    </a:moveTo>
                    <a:cubicBezTo>
                      <a:pt x="28754" y="1744"/>
                      <a:pt x="20519" y="7692"/>
                      <a:pt x="10168" y="7862"/>
                    </a:cubicBezTo>
                    <a:cubicBezTo>
                      <a:pt x="10168" y="7862"/>
                      <a:pt x="1" y="42385"/>
                      <a:pt x="30950" y="53752"/>
                    </a:cubicBezTo>
                    <a:cubicBezTo>
                      <a:pt x="61898" y="42385"/>
                      <a:pt x="51730" y="7862"/>
                      <a:pt x="51730" y="7862"/>
                    </a:cubicBezTo>
                    <a:cubicBezTo>
                      <a:pt x="41380" y="7692"/>
                      <a:pt x="33146" y="1744"/>
                      <a:pt x="309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7"/>
              <p:cNvSpPr/>
              <p:nvPr/>
            </p:nvSpPr>
            <p:spPr>
              <a:xfrm>
                <a:off x="1122607" y="1950811"/>
                <a:ext cx="558232" cy="437844"/>
              </a:xfrm>
              <a:custGeom>
                <a:avLst/>
                <a:gdLst/>
                <a:ahLst/>
                <a:cxnLst/>
                <a:rect l="l" t="t" r="r" b="b"/>
                <a:pathLst>
                  <a:path w="24010" h="18832" extrusionOk="0">
                    <a:moveTo>
                      <a:pt x="21357" y="1"/>
                    </a:moveTo>
                    <a:lnTo>
                      <a:pt x="9034" y="14110"/>
                    </a:lnTo>
                    <a:lnTo>
                      <a:pt x="2048" y="9121"/>
                    </a:lnTo>
                    <a:lnTo>
                      <a:pt x="0" y="11987"/>
                    </a:lnTo>
                    <a:lnTo>
                      <a:pt x="9587" y="18831"/>
                    </a:lnTo>
                    <a:lnTo>
                      <a:pt x="24009" y="2319"/>
                    </a:lnTo>
                    <a:lnTo>
                      <a:pt x="213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57"/>
              <p:cNvSpPr/>
              <p:nvPr/>
            </p:nvSpPr>
            <p:spPr>
              <a:xfrm>
                <a:off x="1196239" y="1742421"/>
                <a:ext cx="909912" cy="1077428"/>
              </a:xfrm>
              <a:custGeom>
                <a:avLst/>
                <a:gdLst/>
                <a:ahLst/>
                <a:cxnLst/>
                <a:rect l="l" t="t" r="r" b="b"/>
                <a:pathLst>
                  <a:path w="39136" h="46341" extrusionOk="0">
                    <a:moveTo>
                      <a:pt x="24380" y="0"/>
                    </a:moveTo>
                    <a:cubicBezTo>
                      <a:pt x="24919" y="13103"/>
                      <a:pt x="21662" y="32654"/>
                      <a:pt x="0" y="42228"/>
                    </a:cubicBezTo>
                    <a:cubicBezTo>
                      <a:pt x="2344" y="43794"/>
                      <a:pt x="5052" y="45188"/>
                      <a:pt x="8188" y="46340"/>
                    </a:cubicBezTo>
                    <a:cubicBezTo>
                      <a:pt x="39136" y="34973"/>
                      <a:pt x="28968" y="450"/>
                      <a:pt x="28968" y="450"/>
                    </a:cubicBezTo>
                    <a:cubicBezTo>
                      <a:pt x="27384" y="423"/>
                      <a:pt x="25851" y="260"/>
                      <a:pt x="243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57"/>
              <p:cNvSpPr/>
              <p:nvPr/>
            </p:nvSpPr>
            <p:spPr>
              <a:xfrm>
                <a:off x="684646" y="1942580"/>
                <a:ext cx="303273" cy="298344"/>
              </a:xfrm>
              <a:custGeom>
                <a:avLst/>
                <a:gdLst/>
                <a:ahLst/>
                <a:cxnLst/>
                <a:rect l="l" t="t" r="r" b="b"/>
                <a:pathLst>
                  <a:path w="13044" h="12832" extrusionOk="0">
                    <a:moveTo>
                      <a:pt x="7432" y="1682"/>
                    </a:moveTo>
                    <a:cubicBezTo>
                      <a:pt x="9597" y="1682"/>
                      <a:pt x="11360" y="3444"/>
                      <a:pt x="11360" y="5610"/>
                    </a:cubicBezTo>
                    <a:lnTo>
                      <a:pt x="11360" y="7217"/>
                    </a:lnTo>
                    <a:cubicBezTo>
                      <a:pt x="11360" y="9385"/>
                      <a:pt x="9599" y="11147"/>
                      <a:pt x="7432" y="11147"/>
                    </a:cubicBezTo>
                    <a:lnTo>
                      <a:pt x="5612" y="11147"/>
                    </a:lnTo>
                    <a:cubicBezTo>
                      <a:pt x="3447" y="11147"/>
                      <a:pt x="1683" y="9384"/>
                      <a:pt x="1683" y="7217"/>
                    </a:cubicBezTo>
                    <a:lnTo>
                      <a:pt x="1683" y="5610"/>
                    </a:lnTo>
                    <a:cubicBezTo>
                      <a:pt x="1683" y="3444"/>
                      <a:pt x="3445" y="1682"/>
                      <a:pt x="5612" y="1682"/>
                    </a:cubicBezTo>
                    <a:close/>
                    <a:moveTo>
                      <a:pt x="5612" y="0"/>
                    </a:moveTo>
                    <a:cubicBezTo>
                      <a:pt x="2517" y="0"/>
                      <a:pt x="0" y="2517"/>
                      <a:pt x="0" y="5612"/>
                    </a:cubicBezTo>
                    <a:lnTo>
                      <a:pt x="0" y="7219"/>
                    </a:lnTo>
                    <a:cubicBezTo>
                      <a:pt x="0" y="10313"/>
                      <a:pt x="2517" y="12832"/>
                      <a:pt x="5612" y="12832"/>
                    </a:cubicBezTo>
                    <a:lnTo>
                      <a:pt x="7432" y="12832"/>
                    </a:lnTo>
                    <a:cubicBezTo>
                      <a:pt x="10527" y="12832"/>
                      <a:pt x="13043" y="10313"/>
                      <a:pt x="13043" y="7219"/>
                    </a:cubicBezTo>
                    <a:lnTo>
                      <a:pt x="13043" y="5612"/>
                    </a:lnTo>
                    <a:cubicBezTo>
                      <a:pt x="13043" y="2517"/>
                      <a:pt x="10527" y="0"/>
                      <a:pt x="74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7"/>
              <p:cNvSpPr/>
              <p:nvPr/>
            </p:nvSpPr>
            <p:spPr>
              <a:xfrm>
                <a:off x="616175" y="2074152"/>
                <a:ext cx="440216" cy="440239"/>
              </a:xfrm>
              <a:custGeom>
                <a:avLst/>
                <a:gdLst/>
                <a:ahLst/>
                <a:cxnLst/>
                <a:rect l="l" t="t" r="r" b="b"/>
                <a:pathLst>
                  <a:path w="18934" h="18935" extrusionOk="0">
                    <a:moveTo>
                      <a:pt x="5504" y="1"/>
                    </a:moveTo>
                    <a:cubicBezTo>
                      <a:pt x="2477" y="1"/>
                      <a:pt x="0" y="2478"/>
                      <a:pt x="0" y="5507"/>
                    </a:cubicBezTo>
                    <a:lnTo>
                      <a:pt x="0" y="13430"/>
                    </a:lnTo>
                    <a:cubicBezTo>
                      <a:pt x="0" y="16458"/>
                      <a:pt x="2477" y="18934"/>
                      <a:pt x="5504" y="18934"/>
                    </a:cubicBezTo>
                    <a:lnTo>
                      <a:pt x="13429" y="18934"/>
                    </a:lnTo>
                    <a:cubicBezTo>
                      <a:pt x="16456" y="18934"/>
                      <a:pt x="18933" y="16458"/>
                      <a:pt x="18933" y="13430"/>
                    </a:cubicBezTo>
                    <a:lnTo>
                      <a:pt x="18933" y="5507"/>
                    </a:lnTo>
                    <a:cubicBezTo>
                      <a:pt x="18933" y="2478"/>
                      <a:pt x="16456" y="1"/>
                      <a:pt x="1342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7"/>
              <p:cNvSpPr/>
              <p:nvPr/>
            </p:nvSpPr>
            <p:spPr>
              <a:xfrm>
                <a:off x="643866" y="2101866"/>
                <a:ext cx="412525" cy="412478"/>
              </a:xfrm>
              <a:custGeom>
                <a:avLst/>
                <a:gdLst/>
                <a:ahLst/>
                <a:cxnLst/>
                <a:rect l="l" t="t" r="r" b="b"/>
                <a:pathLst>
                  <a:path w="17743" h="17741" extrusionOk="0">
                    <a:moveTo>
                      <a:pt x="15642" y="0"/>
                    </a:moveTo>
                    <a:lnTo>
                      <a:pt x="15642" y="0"/>
                    </a:lnTo>
                    <a:cubicBezTo>
                      <a:pt x="16386" y="940"/>
                      <a:pt x="16832" y="2123"/>
                      <a:pt x="16832" y="3404"/>
                    </a:cubicBezTo>
                    <a:lnTo>
                      <a:pt x="16832" y="11329"/>
                    </a:lnTo>
                    <a:cubicBezTo>
                      <a:pt x="16832" y="14356"/>
                      <a:pt x="14356" y="16834"/>
                      <a:pt x="11328" y="16834"/>
                    </a:cubicBezTo>
                    <a:lnTo>
                      <a:pt x="3405" y="16834"/>
                    </a:lnTo>
                    <a:cubicBezTo>
                      <a:pt x="2121" y="16834"/>
                      <a:pt x="940" y="16384"/>
                      <a:pt x="0" y="15641"/>
                    </a:cubicBezTo>
                    <a:lnTo>
                      <a:pt x="0" y="15641"/>
                    </a:lnTo>
                    <a:cubicBezTo>
                      <a:pt x="1011" y="16915"/>
                      <a:pt x="2568" y="17741"/>
                      <a:pt x="4312" y="17741"/>
                    </a:cubicBezTo>
                    <a:lnTo>
                      <a:pt x="12237" y="17741"/>
                    </a:lnTo>
                    <a:cubicBezTo>
                      <a:pt x="15264" y="17741"/>
                      <a:pt x="17741" y="15265"/>
                      <a:pt x="17741" y="12237"/>
                    </a:cubicBezTo>
                    <a:lnTo>
                      <a:pt x="17741" y="4313"/>
                    </a:lnTo>
                    <a:cubicBezTo>
                      <a:pt x="17742" y="2571"/>
                      <a:pt x="16917" y="1011"/>
                      <a:pt x="156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57"/>
              <p:cNvSpPr/>
              <p:nvPr/>
            </p:nvSpPr>
            <p:spPr>
              <a:xfrm>
                <a:off x="770229" y="2177754"/>
                <a:ext cx="132107" cy="260307"/>
              </a:xfrm>
              <a:custGeom>
                <a:avLst/>
                <a:gdLst/>
                <a:ahLst/>
                <a:cxnLst/>
                <a:rect l="l" t="t" r="r" b="b"/>
                <a:pathLst>
                  <a:path w="5682" h="11196" extrusionOk="0">
                    <a:moveTo>
                      <a:pt x="2841" y="1"/>
                    </a:moveTo>
                    <a:cubicBezTo>
                      <a:pt x="1272" y="1"/>
                      <a:pt x="0" y="1272"/>
                      <a:pt x="0" y="2841"/>
                    </a:cubicBezTo>
                    <a:cubicBezTo>
                      <a:pt x="0" y="3966"/>
                      <a:pt x="659" y="4931"/>
                      <a:pt x="1610" y="5390"/>
                    </a:cubicBezTo>
                    <a:lnTo>
                      <a:pt x="197" y="10712"/>
                    </a:lnTo>
                    <a:cubicBezTo>
                      <a:pt x="142" y="10978"/>
                      <a:pt x="320" y="11195"/>
                      <a:pt x="592" y="11195"/>
                    </a:cubicBezTo>
                    <a:lnTo>
                      <a:pt x="5093" y="11195"/>
                    </a:lnTo>
                    <a:cubicBezTo>
                      <a:pt x="5362" y="11195"/>
                      <a:pt x="5541" y="10979"/>
                      <a:pt x="5487" y="10712"/>
                    </a:cubicBezTo>
                    <a:lnTo>
                      <a:pt x="4074" y="5389"/>
                    </a:lnTo>
                    <a:cubicBezTo>
                      <a:pt x="5021" y="4931"/>
                      <a:pt x="5681" y="3969"/>
                      <a:pt x="5681" y="2841"/>
                    </a:cubicBezTo>
                    <a:cubicBezTo>
                      <a:pt x="5681" y="1272"/>
                      <a:pt x="4409" y="1"/>
                      <a:pt x="28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57"/>
              <p:cNvSpPr/>
              <p:nvPr/>
            </p:nvSpPr>
            <p:spPr>
              <a:xfrm>
                <a:off x="1520181" y="2312813"/>
                <a:ext cx="460792" cy="419849"/>
              </a:xfrm>
              <a:custGeom>
                <a:avLst/>
                <a:gdLst/>
                <a:ahLst/>
                <a:cxnLst/>
                <a:rect l="l" t="t" r="r" b="b"/>
                <a:pathLst>
                  <a:path w="19819" h="18058" extrusionOk="0">
                    <a:moveTo>
                      <a:pt x="9912" y="2045"/>
                    </a:moveTo>
                    <a:cubicBezTo>
                      <a:pt x="11699" y="2045"/>
                      <a:pt x="13486" y="2726"/>
                      <a:pt x="14849" y="4089"/>
                    </a:cubicBezTo>
                    <a:cubicBezTo>
                      <a:pt x="17573" y="6818"/>
                      <a:pt x="17573" y="11238"/>
                      <a:pt x="14849" y="13963"/>
                    </a:cubicBezTo>
                    <a:cubicBezTo>
                      <a:pt x="13485" y="15326"/>
                      <a:pt x="11698" y="16007"/>
                      <a:pt x="9911" y="16007"/>
                    </a:cubicBezTo>
                    <a:cubicBezTo>
                      <a:pt x="8124" y="16007"/>
                      <a:pt x="6338" y="15326"/>
                      <a:pt x="4975" y="13963"/>
                    </a:cubicBezTo>
                    <a:cubicBezTo>
                      <a:pt x="2250" y="11238"/>
                      <a:pt x="2250" y="6817"/>
                      <a:pt x="4975" y="4089"/>
                    </a:cubicBezTo>
                    <a:cubicBezTo>
                      <a:pt x="6338" y="2726"/>
                      <a:pt x="8125" y="2045"/>
                      <a:pt x="9912" y="2045"/>
                    </a:cubicBezTo>
                    <a:close/>
                    <a:moveTo>
                      <a:pt x="9911" y="1"/>
                    </a:moveTo>
                    <a:cubicBezTo>
                      <a:pt x="7601" y="1"/>
                      <a:pt x="5289" y="882"/>
                      <a:pt x="3526" y="2645"/>
                    </a:cubicBezTo>
                    <a:cubicBezTo>
                      <a:pt x="1" y="6171"/>
                      <a:pt x="1" y="11887"/>
                      <a:pt x="3526" y="15413"/>
                    </a:cubicBezTo>
                    <a:cubicBezTo>
                      <a:pt x="5289" y="17176"/>
                      <a:pt x="7600" y="18057"/>
                      <a:pt x="9910" y="18057"/>
                    </a:cubicBezTo>
                    <a:cubicBezTo>
                      <a:pt x="12221" y="18057"/>
                      <a:pt x="14531" y="17176"/>
                      <a:pt x="16294" y="15413"/>
                    </a:cubicBezTo>
                    <a:cubicBezTo>
                      <a:pt x="19819" y="11887"/>
                      <a:pt x="19819" y="6171"/>
                      <a:pt x="16294" y="2645"/>
                    </a:cubicBezTo>
                    <a:cubicBezTo>
                      <a:pt x="14533" y="882"/>
                      <a:pt x="12222" y="1"/>
                      <a:pt x="99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57"/>
              <p:cNvSpPr/>
              <p:nvPr/>
            </p:nvSpPr>
            <p:spPr>
              <a:xfrm>
                <a:off x="1572494" y="2360336"/>
                <a:ext cx="356283" cy="324663"/>
              </a:xfrm>
              <a:custGeom>
                <a:avLst/>
                <a:gdLst/>
                <a:ahLst/>
                <a:cxnLst/>
                <a:rect l="l" t="t" r="r" b="b"/>
                <a:pathLst>
                  <a:path w="15324" h="13964" extrusionOk="0">
                    <a:moveTo>
                      <a:pt x="7662" y="1"/>
                    </a:moveTo>
                    <a:cubicBezTo>
                      <a:pt x="5875" y="1"/>
                      <a:pt x="4088" y="682"/>
                      <a:pt x="2725" y="2045"/>
                    </a:cubicBezTo>
                    <a:cubicBezTo>
                      <a:pt x="0" y="4773"/>
                      <a:pt x="0" y="9194"/>
                      <a:pt x="2725" y="11919"/>
                    </a:cubicBezTo>
                    <a:cubicBezTo>
                      <a:pt x="4088" y="13282"/>
                      <a:pt x="5874" y="13963"/>
                      <a:pt x="7661" y="13963"/>
                    </a:cubicBezTo>
                    <a:cubicBezTo>
                      <a:pt x="9448" y="13963"/>
                      <a:pt x="11235" y="13282"/>
                      <a:pt x="12599" y="11919"/>
                    </a:cubicBezTo>
                    <a:cubicBezTo>
                      <a:pt x="15323" y="9194"/>
                      <a:pt x="15323" y="4774"/>
                      <a:pt x="12599" y="2045"/>
                    </a:cubicBezTo>
                    <a:cubicBezTo>
                      <a:pt x="11236" y="682"/>
                      <a:pt x="9449" y="1"/>
                      <a:pt x="76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57"/>
              <p:cNvSpPr/>
              <p:nvPr/>
            </p:nvSpPr>
            <p:spPr>
              <a:xfrm>
                <a:off x="1847100" y="2619178"/>
                <a:ext cx="206506" cy="206483"/>
              </a:xfrm>
              <a:custGeom>
                <a:avLst/>
                <a:gdLst/>
                <a:ahLst/>
                <a:cxnLst/>
                <a:rect l="l" t="t" r="r" b="b"/>
                <a:pathLst>
                  <a:path w="8882" h="8881" extrusionOk="0">
                    <a:moveTo>
                      <a:pt x="1573" y="0"/>
                    </a:moveTo>
                    <a:lnTo>
                      <a:pt x="0" y="1574"/>
                    </a:lnTo>
                    <a:lnTo>
                      <a:pt x="7309" y="8880"/>
                    </a:lnTo>
                    <a:lnTo>
                      <a:pt x="8882" y="7310"/>
                    </a:lnTo>
                    <a:lnTo>
                      <a:pt x="15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57"/>
              <p:cNvSpPr/>
              <p:nvPr/>
            </p:nvSpPr>
            <p:spPr>
              <a:xfrm>
                <a:off x="1980462" y="2752540"/>
                <a:ext cx="73144" cy="73121"/>
              </a:xfrm>
              <a:custGeom>
                <a:avLst/>
                <a:gdLst/>
                <a:ahLst/>
                <a:cxnLst/>
                <a:rect l="l" t="t" r="r" b="b"/>
                <a:pathLst>
                  <a:path w="3146" h="3145" extrusionOk="0">
                    <a:moveTo>
                      <a:pt x="1573" y="0"/>
                    </a:moveTo>
                    <a:lnTo>
                      <a:pt x="0" y="1574"/>
                    </a:lnTo>
                    <a:lnTo>
                      <a:pt x="1573" y="3144"/>
                    </a:lnTo>
                    <a:lnTo>
                      <a:pt x="3146" y="1574"/>
                    </a:lnTo>
                    <a:lnTo>
                      <a:pt x="15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57"/>
              <p:cNvSpPr/>
              <p:nvPr/>
            </p:nvSpPr>
            <p:spPr>
              <a:xfrm>
                <a:off x="1727339" y="2398978"/>
                <a:ext cx="50057" cy="50034"/>
              </a:xfrm>
              <a:custGeom>
                <a:avLst/>
                <a:gdLst/>
                <a:ahLst/>
                <a:cxnLst/>
                <a:rect l="l" t="t" r="r" b="b"/>
                <a:pathLst>
                  <a:path w="2153" h="2152" extrusionOk="0">
                    <a:moveTo>
                      <a:pt x="1077" y="0"/>
                    </a:moveTo>
                    <a:cubicBezTo>
                      <a:pt x="482" y="0"/>
                      <a:pt x="0" y="482"/>
                      <a:pt x="0" y="1076"/>
                    </a:cubicBezTo>
                    <a:cubicBezTo>
                      <a:pt x="0" y="1669"/>
                      <a:pt x="482" y="2151"/>
                      <a:pt x="1077" y="2151"/>
                    </a:cubicBezTo>
                    <a:cubicBezTo>
                      <a:pt x="1671" y="2151"/>
                      <a:pt x="2153" y="1669"/>
                      <a:pt x="2153" y="1076"/>
                    </a:cubicBezTo>
                    <a:cubicBezTo>
                      <a:pt x="2153" y="482"/>
                      <a:pt x="1671" y="0"/>
                      <a:pt x="10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61" name="Google Shape;1661;p57"/>
          <p:cNvGrpSpPr/>
          <p:nvPr/>
        </p:nvGrpSpPr>
        <p:grpSpPr>
          <a:xfrm>
            <a:off x="185047" y="76212"/>
            <a:ext cx="859982" cy="1261480"/>
            <a:chOff x="76190" y="76211"/>
            <a:chExt cx="1399466" cy="1919431"/>
          </a:xfrm>
        </p:grpSpPr>
        <p:sp>
          <p:nvSpPr>
            <p:cNvPr id="1662" name="Google Shape;1662;p57"/>
            <p:cNvSpPr/>
            <p:nvPr/>
          </p:nvSpPr>
          <p:spPr>
            <a:xfrm>
              <a:off x="76190"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63" name="Google Shape;1663;p57"/>
            <p:cNvGrpSpPr/>
            <p:nvPr/>
          </p:nvGrpSpPr>
          <p:grpSpPr>
            <a:xfrm>
              <a:off x="228600" y="228600"/>
              <a:ext cx="1023557" cy="1199891"/>
              <a:chOff x="112075" y="-185574"/>
              <a:chExt cx="1023557" cy="1199891"/>
            </a:xfrm>
          </p:grpSpPr>
          <p:sp>
            <p:nvSpPr>
              <p:cNvPr id="1664" name="Google Shape;1664;p57"/>
              <p:cNvSpPr/>
              <p:nvPr/>
            </p:nvSpPr>
            <p:spPr>
              <a:xfrm>
                <a:off x="112075" y="-185574"/>
                <a:ext cx="1023557" cy="437592"/>
              </a:xfrm>
              <a:custGeom>
                <a:avLst/>
                <a:gdLst/>
                <a:ahLst/>
                <a:cxnLst/>
                <a:rect l="l" t="t" r="r" b="b"/>
                <a:pathLst>
                  <a:path w="28277" h="12089" extrusionOk="0">
                    <a:moveTo>
                      <a:pt x="14140" y="1"/>
                    </a:moveTo>
                    <a:lnTo>
                      <a:pt x="0" y="12088"/>
                    </a:lnTo>
                    <a:lnTo>
                      <a:pt x="28277" y="12088"/>
                    </a:lnTo>
                    <a:lnTo>
                      <a:pt x="141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57"/>
              <p:cNvSpPr/>
              <p:nvPr/>
            </p:nvSpPr>
            <p:spPr>
              <a:xfrm>
                <a:off x="112075" y="251967"/>
                <a:ext cx="1023557" cy="651881"/>
              </a:xfrm>
              <a:custGeom>
                <a:avLst/>
                <a:gdLst/>
                <a:ahLst/>
                <a:cxnLst/>
                <a:rect l="l" t="t" r="r" b="b"/>
                <a:pathLst>
                  <a:path w="28277" h="18009" extrusionOk="0">
                    <a:moveTo>
                      <a:pt x="0" y="0"/>
                    </a:moveTo>
                    <a:lnTo>
                      <a:pt x="0" y="18008"/>
                    </a:lnTo>
                    <a:lnTo>
                      <a:pt x="28277" y="18008"/>
                    </a:lnTo>
                    <a:lnTo>
                      <a:pt x="282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57"/>
              <p:cNvSpPr/>
              <p:nvPr/>
            </p:nvSpPr>
            <p:spPr>
              <a:xfrm>
                <a:off x="112075" y="251967"/>
                <a:ext cx="1023557" cy="437628"/>
              </a:xfrm>
              <a:custGeom>
                <a:avLst/>
                <a:gdLst/>
                <a:ahLst/>
                <a:cxnLst/>
                <a:rect l="l" t="t" r="r" b="b"/>
                <a:pathLst>
                  <a:path w="28277" h="12090" extrusionOk="0">
                    <a:moveTo>
                      <a:pt x="0" y="0"/>
                    </a:moveTo>
                    <a:lnTo>
                      <a:pt x="14140" y="12089"/>
                    </a:lnTo>
                    <a:lnTo>
                      <a:pt x="282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57"/>
              <p:cNvSpPr/>
              <p:nvPr/>
            </p:nvSpPr>
            <p:spPr>
              <a:xfrm>
                <a:off x="245386" y="33233"/>
                <a:ext cx="756926" cy="656369"/>
              </a:xfrm>
              <a:custGeom>
                <a:avLst/>
                <a:gdLst/>
                <a:ahLst/>
                <a:cxnLst/>
                <a:rect l="l" t="t" r="r" b="b"/>
                <a:pathLst>
                  <a:path w="20911" h="18133" extrusionOk="0">
                    <a:moveTo>
                      <a:pt x="1" y="1"/>
                    </a:moveTo>
                    <a:lnTo>
                      <a:pt x="1" y="9194"/>
                    </a:lnTo>
                    <a:lnTo>
                      <a:pt x="10457" y="18132"/>
                    </a:lnTo>
                    <a:lnTo>
                      <a:pt x="20910" y="9194"/>
                    </a:lnTo>
                    <a:lnTo>
                      <a:pt x="2091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57"/>
              <p:cNvSpPr/>
              <p:nvPr/>
            </p:nvSpPr>
            <p:spPr>
              <a:xfrm>
                <a:off x="636561" y="450251"/>
                <a:ext cx="499055" cy="453591"/>
              </a:xfrm>
              <a:custGeom>
                <a:avLst/>
                <a:gdLst/>
                <a:ahLst/>
                <a:cxnLst/>
                <a:rect l="l" t="t" r="r" b="b"/>
                <a:pathLst>
                  <a:path w="13787" h="12531" extrusionOk="0">
                    <a:moveTo>
                      <a:pt x="861" y="1"/>
                    </a:moveTo>
                    <a:cubicBezTo>
                      <a:pt x="403" y="1"/>
                      <a:pt x="0" y="582"/>
                      <a:pt x="428" y="976"/>
                    </a:cubicBezTo>
                    <a:cubicBezTo>
                      <a:pt x="4626" y="4829"/>
                      <a:pt x="8828" y="8680"/>
                      <a:pt x="13028" y="12530"/>
                    </a:cubicBezTo>
                    <a:lnTo>
                      <a:pt x="13787" y="12530"/>
                    </a:lnTo>
                    <a:lnTo>
                      <a:pt x="13787" y="11659"/>
                    </a:lnTo>
                    <a:cubicBezTo>
                      <a:pt x="9606" y="7825"/>
                      <a:pt x="5426" y="3993"/>
                      <a:pt x="1247" y="159"/>
                    </a:cubicBezTo>
                    <a:cubicBezTo>
                      <a:pt x="1126" y="48"/>
                      <a:pt x="991" y="1"/>
                      <a:pt x="8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57"/>
              <p:cNvSpPr/>
              <p:nvPr/>
            </p:nvSpPr>
            <p:spPr>
              <a:xfrm>
                <a:off x="112075" y="450251"/>
                <a:ext cx="502566" cy="453627"/>
              </a:xfrm>
              <a:custGeom>
                <a:avLst/>
                <a:gdLst/>
                <a:ahLst/>
                <a:cxnLst/>
                <a:rect l="l" t="t" r="r" b="b"/>
                <a:pathLst>
                  <a:path w="13884" h="12532" extrusionOk="0">
                    <a:moveTo>
                      <a:pt x="13023" y="1"/>
                    </a:moveTo>
                    <a:cubicBezTo>
                      <a:pt x="12893" y="1"/>
                      <a:pt x="12758" y="48"/>
                      <a:pt x="12637" y="159"/>
                    </a:cubicBezTo>
                    <a:lnTo>
                      <a:pt x="0" y="11748"/>
                    </a:lnTo>
                    <a:lnTo>
                      <a:pt x="0" y="12531"/>
                    </a:lnTo>
                    <a:lnTo>
                      <a:pt x="856" y="12531"/>
                    </a:lnTo>
                    <a:cubicBezTo>
                      <a:pt x="5055" y="8680"/>
                      <a:pt x="9256" y="4829"/>
                      <a:pt x="13455" y="977"/>
                    </a:cubicBezTo>
                    <a:cubicBezTo>
                      <a:pt x="13884" y="582"/>
                      <a:pt x="13481" y="1"/>
                      <a:pt x="130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57"/>
              <p:cNvSpPr/>
              <p:nvPr/>
            </p:nvSpPr>
            <p:spPr>
              <a:xfrm>
                <a:off x="415763" y="175195"/>
                <a:ext cx="416199" cy="409502"/>
              </a:xfrm>
              <a:custGeom>
                <a:avLst/>
                <a:gdLst/>
                <a:ahLst/>
                <a:cxnLst/>
                <a:rect l="l" t="t" r="r" b="b"/>
                <a:pathLst>
                  <a:path w="11498" h="11313" extrusionOk="0">
                    <a:moveTo>
                      <a:pt x="6551" y="1486"/>
                    </a:moveTo>
                    <a:cubicBezTo>
                      <a:pt x="8461" y="1486"/>
                      <a:pt x="10014" y="3039"/>
                      <a:pt x="10014" y="4949"/>
                    </a:cubicBezTo>
                    <a:lnTo>
                      <a:pt x="10014" y="6366"/>
                    </a:lnTo>
                    <a:cubicBezTo>
                      <a:pt x="10014" y="8275"/>
                      <a:pt x="8462" y="9828"/>
                      <a:pt x="6551" y="9828"/>
                    </a:cubicBezTo>
                    <a:lnTo>
                      <a:pt x="4946" y="9828"/>
                    </a:lnTo>
                    <a:cubicBezTo>
                      <a:pt x="3038" y="9828"/>
                      <a:pt x="1484" y="8275"/>
                      <a:pt x="1484" y="6366"/>
                    </a:cubicBezTo>
                    <a:lnTo>
                      <a:pt x="1484" y="4949"/>
                    </a:lnTo>
                    <a:cubicBezTo>
                      <a:pt x="1484" y="3039"/>
                      <a:pt x="3038" y="1486"/>
                      <a:pt x="4946" y="1486"/>
                    </a:cubicBezTo>
                    <a:close/>
                    <a:moveTo>
                      <a:pt x="4946" y="1"/>
                    </a:moveTo>
                    <a:cubicBezTo>
                      <a:pt x="2220" y="1"/>
                      <a:pt x="1" y="2220"/>
                      <a:pt x="1" y="4949"/>
                    </a:cubicBezTo>
                    <a:lnTo>
                      <a:pt x="1" y="6366"/>
                    </a:lnTo>
                    <a:cubicBezTo>
                      <a:pt x="1" y="9094"/>
                      <a:pt x="2220" y="11313"/>
                      <a:pt x="4946" y="11313"/>
                    </a:cubicBezTo>
                    <a:lnTo>
                      <a:pt x="6551" y="11313"/>
                    </a:lnTo>
                    <a:cubicBezTo>
                      <a:pt x="9278" y="11313"/>
                      <a:pt x="11498" y="9094"/>
                      <a:pt x="11498" y="6366"/>
                    </a:cubicBezTo>
                    <a:lnTo>
                      <a:pt x="11498" y="4949"/>
                    </a:lnTo>
                    <a:cubicBezTo>
                      <a:pt x="11498" y="2220"/>
                      <a:pt x="9278" y="1"/>
                      <a:pt x="6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57"/>
              <p:cNvSpPr/>
              <p:nvPr/>
            </p:nvSpPr>
            <p:spPr>
              <a:xfrm>
                <a:off x="321797" y="410182"/>
                <a:ext cx="604100" cy="604028"/>
              </a:xfrm>
              <a:custGeom>
                <a:avLst/>
                <a:gdLst/>
                <a:ahLst/>
                <a:cxnLst/>
                <a:rect l="l" t="t" r="r" b="b"/>
                <a:pathLst>
                  <a:path w="16689" h="16687" extrusionOk="0">
                    <a:moveTo>
                      <a:pt x="4853" y="0"/>
                    </a:moveTo>
                    <a:cubicBezTo>
                      <a:pt x="2184" y="0"/>
                      <a:pt x="1" y="2183"/>
                      <a:pt x="1" y="4851"/>
                    </a:cubicBezTo>
                    <a:lnTo>
                      <a:pt x="1" y="11836"/>
                    </a:lnTo>
                    <a:cubicBezTo>
                      <a:pt x="1" y="14504"/>
                      <a:pt x="2183" y="16686"/>
                      <a:pt x="4853" y="16686"/>
                    </a:cubicBezTo>
                    <a:lnTo>
                      <a:pt x="11836" y="16686"/>
                    </a:lnTo>
                    <a:cubicBezTo>
                      <a:pt x="14505" y="16686"/>
                      <a:pt x="16688" y="14504"/>
                      <a:pt x="16688" y="11836"/>
                    </a:cubicBezTo>
                    <a:lnTo>
                      <a:pt x="16688" y="4851"/>
                    </a:lnTo>
                    <a:cubicBezTo>
                      <a:pt x="16688" y="2184"/>
                      <a:pt x="14506" y="0"/>
                      <a:pt x="1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57"/>
              <p:cNvSpPr/>
              <p:nvPr/>
            </p:nvSpPr>
            <p:spPr>
              <a:xfrm>
                <a:off x="359875" y="448152"/>
                <a:ext cx="566057" cy="566165"/>
              </a:xfrm>
              <a:custGeom>
                <a:avLst/>
                <a:gdLst/>
                <a:ahLst/>
                <a:cxnLst/>
                <a:rect l="l" t="t" r="r" b="b"/>
                <a:pathLst>
                  <a:path w="15638" h="15641" extrusionOk="0">
                    <a:moveTo>
                      <a:pt x="13784" y="1"/>
                    </a:moveTo>
                    <a:lnTo>
                      <a:pt x="13784" y="1"/>
                    </a:lnTo>
                    <a:cubicBezTo>
                      <a:pt x="14440" y="829"/>
                      <a:pt x="14833" y="1869"/>
                      <a:pt x="14833" y="3001"/>
                    </a:cubicBezTo>
                    <a:lnTo>
                      <a:pt x="14833" y="9987"/>
                    </a:lnTo>
                    <a:cubicBezTo>
                      <a:pt x="14833" y="12655"/>
                      <a:pt x="12653" y="14839"/>
                      <a:pt x="9983" y="14839"/>
                    </a:cubicBezTo>
                    <a:lnTo>
                      <a:pt x="3001" y="14839"/>
                    </a:lnTo>
                    <a:cubicBezTo>
                      <a:pt x="1869" y="14839"/>
                      <a:pt x="828" y="14444"/>
                      <a:pt x="1" y="13788"/>
                    </a:cubicBezTo>
                    <a:lnTo>
                      <a:pt x="1" y="13788"/>
                    </a:lnTo>
                    <a:cubicBezTo>
                      <a:pt x="891" y="14913"/>
                      <a:pt x="2264" y="15640"/>
                      <a:pt x="3802" y="15640"/>
                    </a:cubicBezTo>
                    <a:lnTo>
                      <a:pt x="10787" y="15640"/>
                    </a:lnTo>
                    <a:cubicBezTo>
                      <a:pt x="13455" y="15640"/>
                      <a:pt x="15637" y="13457"/>
                      <a:pt x="15637" y="10788"/>
                    </a:cubicBezTo>
                    <a:lnTo>
                      <a:pt x="15637" y="3805"/>
                    </a:lnTo>
                    <a:cubicBezTo>
                      <a:pt x="15636" y="2265"/>
                      <a:pt x="14910" y="891"/>
                      <a:pt x="137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57"/>
              <p:cNvSpPr/>
              <p:nvPr/>
            </p:nvSpPr>
            <p:spPr>
              <a:xfrm>
                <a:off x="533184" y="552397"/>
                <a:ext cx="181313" cy="357125"/>
              </a:xfrm>
              <a:custGeom>
                <a:avLst/>
                <a:gdLst/>
                <a:ahLst/>
                <a:cxnLst/>
                <a:rect l="l" t="t" r="r" b="b"/>
                <a:pathLst>
                  <a:path w="5009" h="9866" extrusionOk="0">
                    <a:moveTo>
                      <a:pt x="2506" y="0"/>
                    </a:moveTo>
                    <a:cubicBezTo>
                      <a:pt x="1122" y="0"/>
                      <a:pt x="0" y="1121"/>
                      <a:pt x="0" y="2503"/>
                    </a:cubicBezTo>
                    <a:cubicBezTo>
                      <a:pt x="0" y="3495"/>
                      <a:pt x="583" y="4344"/>
                      <a:pt x="1418" y="4751"/>
                    </a:cubicBezTo>
                    <a:lnTo>
                      <a:pt x="173" y="9441"/>
                    </a:lnTo>
                    <a:cubicBezTo>
                      <a:pt x="125" y="9674"/>
                      <a:pt x="281" y="9866"/>
                      <a:pt x="522" y="9866"/>
                    </a:cubicBezTo>
                    <a:lnTo>
                      <a:pt x="4488" y="9866"/>
                    </a:lnTo>
                    <a:cubicBezTo>
                      <a:pt x="4726" y="9866"/>
                      <a:pt x="4884" y="9674"/>
                      <a:pt x="4836" y="9441"/>
                    </a:cubicBezTo>
                    <a:lnTo>
                      <a:pt x="3591" y="4749"/>
                    </a:lnTo>
                    <a:cubicBezTo>
                      <a:pt x="4426" y="4344"/>
                      <a:pt x="5008" y="3495"/>
                      <a:pt x="5008" y="2503"/>
                    </a:cubicBezTo>
                    <a:cubicBezTo>
                      <a:pt x="5008" y="1121"/>
                      <a:pt x="3889" y="0"/>
                      <a:pt x="25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4" name="Google Shape;1674;p57"/>
            <p:cNvSpPr/>
            <p:nvPr/>
          </p:nvSpPr>
          <p:spPr>
            <a:xfrm>
              <a:off x="264421" y="1615874"/>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57"/>
            <p:cNvSpPr/>
            <p:nvPr/>
          </p:nvSpPr>
          <p:spPr>
            <a:xfrm>
              <a:off x="1254225" y="20237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57"/>
            <p:cNvSpPr/>
            <p:nvPr/>
          </p:nvSpPr>
          <p:spPr>
            <a:xfrm>
              <a:off x="76200" y="1428501"/>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89" name="Google Shape;698;p43"/>
          <p:cNvGraphicFramePr/>
          <p:nvPr>
            <p:extLst>
              <p:ext uri="{D42A27DB-BD31-4B8C-83A1-F6EECF244321}">
                <p14:modId xmlns:p14="http://schemas.microsoft.com/office/powerpoint/2010/main" val="2391457320"/>
              </p:ext>
            </p:extLst>
          </p:nvPr>
        </p:nvGraphicFramePr>
        <p:xfrm>
          <a:off x="719999" y="1249859"/>
          <a:ext cx="7678784" cy="3363971"/>
        </p:xfrm>
        <a:graphic>
          <a:graphicData uri="http://schemas.openxmlformats.org/drawingml/2006/table">
            <a:tbl>
              <a:tblPr>
                <a:noFill/>
                <a:tableStyleId>{E07A7369-85E4-47C4-8D66-556326131C27}</a:tableStyleId>
              </a:tblPr>
              <a:tblGrid>
                <a:gridCol w="1919696">
                  <a:extLst>
                    <a:ext uri="{9D8B030D-6E8A-4147-A177-3AD203B41FA5}">
                      <a16:colId xmlns:a16="http://schemas.microsoft.com/office/drawing/2014/main" val="20000"/>
                    </a:ext>
                  </a:extLst>
                </a:gridCol>
                <a:gridCol w="1919696">
                  <a:extLst>
                    <a:ext uri="{9D8B030D-6E8A-4147-A177-3AD203B41FA5}">
                      <a16:colId xmlns:a16="http://schemas.microsoft.com/office/drawing/2014/main" val="1186318376"/>
                    </a:ext>
                  </a:extLst>
                </a:gridCol>
                <a:gridCol w="1919696">
                  <a:extLst>
                    <a:ext uri="{9D8B030D-6E8A-4147-A177-3AD203B41FA5}">
                      <a16:colId xmlns:a16="http://schemas.microsoft.com/office/drawing/2014/main" val="3204050409"/>
                    </a:ext>
                  </a:extLst>
                </a:gridCol>
                <a:gridCol w="1919696">
                  <a:extLst>
                    <a:ext uri="{9D8B030D-6E8A-4147-A177-3AD203B41FA5}">
                      <a16:colId xmlns:a16="http://schemas.microsoft.com/office/drawing/2014/main" val="3049769508"/>
                    </a:ext>
                  </a:extLst>
                </a:gridCol>
              </a:tblGrid>
              <a:tr h="567777">
                <a:tc gridSpan="4">
                  <a:txBody>
                    <a:bodyPr/>
                    <a:lstStyle/>
                    <a:p>
                      <a:pPr marL="0" lvl="0" indent="0" algn="ctr" rtl="0">
                        <a:spcBef>
                          <a:spcPts val="0"/>
                        </a:spcBef>
                        <a:spcAft>
                          <a:spcPts val="0"/>
                        </a:spcAft>
                        <a:buNone/>
                      </a:pPr>
                      <a:r>
                        <a:rPr lang="en" sz="2400" dirty="0" smtClean="0">
                          <a:solidFill>
                            <a:schemeClr val="lt1"/>
                          </a:solidFill>
                          <a:latin typeface="Montserrat Black"/>
                          <a:ea typeface="Montserrat Black"/>
                          <a:cs typeface="Montserrat Black"/>
                          <a:sym typeface="Montserrat Black"/>
                        </a:rPr>
                        <a:t>A1. Video Input</a:t>
                      </a:r>
                      <a:endParaRPr sz="2400" dirty="0">
                        <a:solidFill>
                          <a:schemeClr val="lt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30877">
                <a:tc>
                  <a:txBody>
                    <a:bodyPr/>
                    <a:lstStyle/>
                    <a:p>
                      <a:pPr marL="0" lvl="0" indent="0" algn="ctr" rtl="0">
                        <a:spcBef>
                          <a:spcPts val="0"/>
                        </a:spcBef>
                        <a:spcAft>
                          <a:spcPts val="0"/>
                        </a:spcAft>
                        <a:buNone/>
                      </a:pPr>
                      <a:r>
                        <a:rPr lang="en" b="1" dirty="0" smtClean="0">
                          <a:solidFill>
                            <a:schemeClr val="dk1"/>
                          </a:solidFill>
                          <a:latin typeface="Montserrat Medium"/>
                          <a:ea typeface="Montserrat Medium"/>
                          <a:cs typeface="Montserrat Medium"/>
                          <a:sym typeface="Montserrat Medium"/>
                        </a:rPr>
                        <a:t>TEST</a:t>
                      </a:r>
                      <a:r>
                        <a:rPr lang="en" b="1" baseline="0" dirty="0" smtClean="0">
                          <a:solidFill>
                            <a:schemeClr val="dk1"/>
                          </a:solidFill>
                          <a:latin typeface="Montserrat Medium"/>
                          <a:ea typeface="Montserrat Medium"/>
                          <a:cs typeface="Montserrat Medium"/>
                          <a:sym typeface="Montserrat Medium"/>
                        </a:rPr>
                        <a:t> ID</a:t>
                      </a:r>
                      <a:endParaRPr b="1"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dk1"/>
                          </a:solidFill>
                          <a:latin typeface="Montserrat Medium"/>
                          <a:ea typeface="Montserrat Medium"/>
                          <a:cs typeface="Montserrat Medium"/>
                          <a:sym typeface="Montserrat Medium"/>
                        </a:rPr>
                        <a:t>TEST</a:t>
                      </a:r>
                      <a:r>
                        <a:rPr lang="en" b="1" baseline="0" dirty="0" smtClean="0">
                          <a:solidFill>
                            <a:schemeClr val="dk1"/>
                          </a:solidFill>
                          <a:latin typeface="Montserrat Medium"/>
                          <a:ea typeface="Montserrat Medium"/>
                          <a:cs typeface="Montserrat Medium"/>
                          <a:sym typeface="Montserrat Medium"/>
                        </a:rPr>
                        <a:t> CASE</a:t>
                      </a:r>
                      <a:endParaRPr b="1"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dk1"/>
                          </a:solidFill>
                          <a:latin typeface="Montserrat Medium"/>
                          <a:ea typeface="Montserrat Medium"/>
                          <a:cs typeface="Montserrat Medium"/>
                          <a:sym typeface="Montserrat Medium"/>
                        </a:rPr>
                        <a:t>STEPS</a:t>
                      </a:r>
                      <a:endParaRPr b="1"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dk1"/>
                          </a:solidFill>
                          <a:latin typeface="Montserrat Medium"/>
                          <a:ea typeface="Montserrat Medium"/>
                          <a:cs typeface="Montserrat Medium"/>
                          <a:sym typeface="Montserrat Medium"/>
                        </a:rPr>
                        <a:t>EXPECTED</a:t>
                      </a:r>
                      <a:r>
                        <a:rPr lang="en" b="1" baseline="0" dirty="0" smtClean="0">
                          <a:solidFill>
                            <a:schemeClr val="dk1"/>
                          </a:solidFill>
                          <a:latin typeface="Montserrat Medium"/>
                          <a:ea typeface="Montserrat Medium"/>
                          <a:cs typeface="Montserrat Medium"/>
                          <a:sym typeface="Montserrat Medium"/>
                        </a:rPr>
                        <a:t> RESULT</a:t>
                      </a:r>
                      <a:endParaRPr b="1"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19487">
                <a:tc>
                  <a:txBody>
                    <a:bodyPr/>
                    <a:lstStyle/>
                    <a:p>
                      <a:pPr marL="0" lvl="0" indent="0" algn="ctr" rtl="0">
                        <a:spcBef>
                          <a:spcPts val="0"/>
                        </a:spcBef>
                        <a:spcAft>
                          <a:spcPts val="0"/>
                        </a:spcAft>
                        <a:buNone/>
                      </a:pPr>
                      <a:r>
                        <a:rPr lang="en" sz="1600" dirty="0" smtClean="0">
                          <a:solidFill>
                            <a:schemeClr val="lt1"/>
                          </a:solidFill>
                          <a:latin typeface="Montserrat Black"/>
                          <a:ea typeface="Montserrat Black"/>
                          <a:cs typeface="Montserrat Black"/>
                          <a:sym typeface="Montserrat Black"/>
                        </a:rPr>
                        <a:t>TC-01</a:t>
                      </a:r>
                      <a:endParaRPr sz="1600" dirty="0">
                        <a:solidFill>
                          <a:schemeClr val="lt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sz="1200" dirty="0" smtClean="0">
                          <a:solidFill>
                            <a:schemeClr val="dk1"/>
                          </a:solidFill>
                          <a:latin typeface="Montserrat Medium"/>
                          <a:ea typeface="Montserrat Medium"/>
                          <a:cs typeface="Montserrat Medium"/>
                          <a:sym typeface="Montserrat Medium"/>
                        </a:rPr>
                        <a:t>File upload</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dirty="0" smtClean="0">
                          <a:solidFill>
                            <a:schemeClr val="dk1"/>
                          </a:solidFill>
                          <a:latin typeface="Montserrat Medium"/>
                          <a:ea typeface="Montserrat Medium"/>
                          <a:cs typeface="Montserrat Medium"/>
                          <a:sym typeface="Montserrat Medium"/>
                        </a:rPr>
                        <a:t>Choose</a:t>
                      </a:r>
                      <a:r>
                        <a:rPr lang="en-US" sz="1200" baseline="0" dirty="0" smtClean="0">
                          <a:solidFill>
                            <a:schemeClr val="dk1"/>
                          </a:solidFill>
                          <a:latin typeface="Montserrat Medium"/>
                          <a:ea typeface="Montserrat Medium"/>
                          <a:cs typeface="Montserrat Medium"/>
                          <a:sym typeface="Montserrat Medium"/>
                        </a:rPr>
                        <a:t> file</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dirty="0" smtClean="0">
                          <a:solidFill>
                            <a:schemeClr val="dk1"/>
                          </a:solidFill>
                          <a:latin typeface="Montserrat Medium"/>
                          <a:ea typeface="Montserrat Medium"/>
                          <a:cs typeface="Montserrat Medium"/>
                          <a:sym typeface="Montserrat Medium"/>
                        </a:rPr>
                        <a:t>Accepts</a:t>
                      </a:r>
                      <a:r>
                        <a:rPr lang="en-US" sz="1200" baseline="0" dirty="0" smtClean="0">
                          <a:solidFill>
                            <a:schemeClr val="dk1"/>
                          </a:solidFill>
                          <a:latin typeface="Montserrat Medium"/>
                          <a:ea typeface="Montserrat Medium"/>
                          <a:cs typeface="Montserrat Medium"/>
                          <a:sym typeface="Montserrat Medium"/>
                        </a:rPr>
                        <a:t> browsing</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19487">
                <a:tc>
                  <a:txBody>
                    <a:bodyPr/>
                    <a:lstStyle/>
                    <a:p>
                      <a:pPr marL="0" lvl="0" indent="0" algn="ctr" rtl="0">
                        <a:spcBef>
                          <a:spcPts val="0"/>
                        </a:spcBef>
                        <a:spcAft>
                          <a:spcPts val="0"/>
                        </a:spcAft>
                        <a:buNone/>
                      </a:pPr>
                      <a:r>
                        <a:rPr lang="en" sz="1600" dirty="0" smtClean="0">
                          <a:solidFill>
                            <a:schemeClr val="lt1"/>
                          </a:solidFill>
                          <a:latin typeface="Montserrat Black"/>
                          <a:ea typeface="Montserrat Black"/>
                          <a:cs typeface="Montserrat Black"/>
                          <a:sym typeface="Montserrat Black"/>
                        </a:rPr>
                        <a:t>TC-02</a:t>
                      </a:r>
                      <a:endParaRPr sz="1600" dirty="0">
                        <a:solidFill>
                          <a:schemeClr val="lt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dirty="0" smtClean="0">
                          <a:solidFill>
                            <a:schemeClr val="dk1"/>
                          </a:solidFill>
                          <a:latin typeface="Montserrat Medium"/>
                          <a:ea typeface="Montserrat Medium"/>
                          <a:cs typeface="Montserrat Medium"/>
                          <a:sym typeface="Montserrat Medium"/>
                        </a:rPr>
                        <a:t>Frame Capture</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dirty="0" smtClean="0">
                          <a:solidFill>
                            <a:schemeClr val="dk1"/>
                          </a:solidFill>
                          <a:latin typeface="Montserrat Medium"/>
                          <a:ea typeface="Montserrat Medium"/>
                          <a:cs typeface="Montserrat Medium"/>
                          <a:sym typeface="Montserrat Medium"/>
                        </a:rPr>
                        <a:t>Run system</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dirty="0" smtClean="0">
                          <a:solidFill>
                            <a:schemeClr val="dk1"/>
                          </a:solidFill>
                          <a:latin typeface="Montserrat Medium"/>
                          <a:ea typeface="Montserrat Medium"/>
                          <a:cs typeface="Montserrat Medium"/>
                          <a:sym typeface="Montserrat Medium"/>
                        </a:rPr>
                        <a:t>Frames processed continuously</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80788">
                <a:tc>
                  <a:txBody>
                    <a:bodyPr/>
                    <a:lstStyle/>
                    <a:p>
                      <a:pPr marL="0" lvl="0" indent="0" algn="ctr" rtl="0">
                        <a:spcBef>
                          <a:spcPts val="0"/>
                        </a:spcBef>
                        <a:spcAft>
                          <a:spcPts val="0"/>
                        </a:spcAft>
                        <a:buNone/>
                      </a:pPr>
                      <a:r>
                        <a:rPr lang="en" sz="1600" dirty="0" smtClean="0">
                          <a:solidFill>
                            <a:schemeClr val="lt1"/>
                          </a:solidFill>
                          <a:latin typeface="Montserrat Black"/>
                          <a:ea typeface="Montserrat Black"/>
                          <a:cs typeface="Montserrat Black"/>
                          <a:sym typeface="Montserrat Black"/>
                        </a:rPr>
                        <a:t>TC-03</a:t>
                      </a:r>
                      <a:endParaRPr sz="1600" dirty="0">
                        <a:solidFill>
                          <a:schemeClr val="lt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sz="1200" dirty="0" smtClean="0">
                          <a:solidFill>
                            <a:schemeClr val="dk1"/>
                          </a:solidFill>
                          <a:latin typeface="Montserrat Medium"/>
                          <a:ea typeface="Montserrat Medium"/>
                          <a:cs typeface="Montserrat Medium"/>
                          <a:sym typeface="Montserrat Medium"/>
                        </a:rPr>
                        <a:t>Invalid </a:t>
                      </a:r>
                      <a:r>
                        <a:rPr lang="en-US" sz="1200" dirty="0" smtClean="0">
                          <a:solidFill>
                            <a:schemeClr val="dk1"/>
                          </a:solidFill>
                          <a:latin typeface="Montserrat Medium"/>
                          <a:ea typeface="Montserrat Medium"/>
                          <a:cs typeface="Montserrat Medium"/>
                          <a:sym typeface="Montserrat Medium"/>
                        </a:rPr>
                        <a:t>file type</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dirty="0" smtClean="0">
                          <a:solidFill>
                            <a:schemeClr val="dk1"/>
                          </a:solidFill>
                          <a:latin typeface="Montserrat Medium"/>
                          <a:ea typeface="Montserrat Medium"/>
                          <a:cs typeface="Montserrat Medium"/>
                          <a:sym typeface="Montserrat Medium"/>
                        </a:rPr>
                        <a:t>Wrong fie input</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dirty="0" smtClean="0">
                          <a:solidFill>
                            <a:schemeClr val="dk1"/>
                          </a:solidFill>
                          <a:latin typeface="Montserrat Medium"/>
                          <a:ea typeface="Montserrat Medium"/>
                          <a:cs typeface="Montserrat Medium"/>
                          <a:sym typeface="Montserrat Medium"/>
                        </a:rPr>
                        <a:t>Error handled gracefully</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80788">
                <a:tc>
                  <a:txBody>
                    <a:bodyPr/>
                    <a:lstStyle/>
                    <a:p>
                      <a:pPr marL="0" lvl="0" indent="0" algn="ctr" rtl="0">
                        <a:spcBef>
                          <a:spcPts val="0"/>
                        </a:spcBef>
                        <a:spcAft>
                          <a:spcPts val="0"/>
                        </a:spcAft>
                        <a:buNone/>
                      </a:pPr>
                      <a:r>
                        <a:rPr lang="en" sz="1600" dirty="0" smtClean="0">
                          <a:solidFill>
                            <a:schemeClr val="lt1"/>
                          </a:solidFill>
                          <a:latin typeface="Montserrat Black"/>
                          <a:ea typeface="Montserrat Black"/>
                          <a:cs typeface="Montserrat Black"/>
                          <a:sym typeface="Montserrat Black"/>
                        </a:rPr>
                        <a:t>TC-04</a:t>
                      </a:r>
                      <a:endParaRPr sz="1600" dirty="0">
                        <a:solidFill>
                          <a:schemeClr val="lt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sz="1200" dirty="0" smtClean="0">
                          <a:solidFill>
                            <a:schemeClr val="dk1"/>
                          </a:solidFill>
                          <a:latin typeface="Montserrat Medium"/>
                          <a:ea typeface="Montserrat Medium"/>
                          <a:cs typeface="Montserrat Medium"/>
                          <a:sym typeface="Montserrat Medium"/>
                        </a:rPr>
                        <a:t>File ready to be processed</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dirty="0" smtClean="0">
                          <a:solidFill>
                            <a:schemeClr val="dk1"/>
                          </a:solidFill>
                          <a:latin typeface="Montserrat Medium"/>
                          <a:ea typeface="Montserrat Medium"/>
                          <a:cs typeface="Montserrat Medium"/>
                          <a:sym typeface="Montserrat Medium"/>
                        </a:rPr>
                        <a:t>Start</a:t>
                      </a:r>
                      <a:r>
                        <a:rPr lang="en-US" sz="1200" baseline="0" dirty="0" smtClean="0">
                          <a:solidFill>
                            <a:schemeClr val="dk1"/>
                          </a:solidFill>
                          <a:latin typeface="Montserrat Medium"/>
                          <a:ea typeface="Montserrat Medium"/>
                          <a:cs typeface="Montserrat Medium"/>
                          <a:sym typeface="Montserrat Medium"/>
                        </a:rPr>
                        <a:t> analysis</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dirty="0" smtClean="0">
                          <a:solidFill>
                            <a:schemeClr val="dk1"/>
                          </a:solidFill>
                          <a:latin typeface="Montserrat Medium"/>
                          <a:ea typeface="Montserrat Medium"/>
                          <a:cs typeface="Montserrat Medium"/>
                          <a:sym typeface="Montserrat Medium"/>
                        </a:rPr>
                        <a:t>Load report</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12"/>
        <p:cNvGrpSpPr/>
        <p:nvPr/>
      </p:nvGrpSpPr>
      <p:grpSpPr>
        <a:xfrm>
          <a:off x="0" y="0"/>
          <a:ext cx="0" cy="0"/>
          <a:chOff x="0" y="0"/>
          <a:chExt cx="0" cy="0"/>
        </a:xfrm>
      </p:grpSpPr>
      <p:sp>
        <p:nvSpPr>
          <p:cNvPr id="1613" name="Google Shape;1613;p57"/>
          <p:cNvSpPr txBox="1">
            <a:spLocks noGrp="1"/>
          </p:cNvSpPr>
          <p:nvPr>
            <p:ph type="title"/>
          </p:nvPr>
        </p:nvSpPr>
        <p:spPr>
          <a:xfrm>
            <a:off x="1746135" y="228600"/>
            <a:ext cx="5558400" cy="836928"/>
          </a:xfrm>
          <a:prstGeom prst="rect">
            <a:avLst/>
          </a:prstGeom>
        </p:spPr>
        <p:txBody>
          <a:bodyPr spcFirstLastPara="1" wrap="square" lIns="90000" tIns="91425" rIns="90000" bIns="91425" anchor="ctr" anchorCtr="0">
            <a:noAutofit/>
          </a:bodyPr>
          <a:lstStyle/>
          <a:p>
            <a:pPr marL="0" lvl="0" indent="0" algn="ctr" rtl="0">
              <a:spcBef>
                <a:spcPts val="0"/>
              </a:spcBef>
              <a:spcAft>
                <a:spcPts val="0"/>
              </a:spcAft>
              <a:buNone/>
            </a:pPr>
            <a:r>
              <a:rPr lang="en" sz="3600" dirty="0" smtClean="0"/>
              <a:t>A. Functional Cases</a:t>
            </a:r>
            <a:endParaRPr sz="3600" dirty="0"/>
          </a:p>
        </p:txBody>
      </p:sp>
      <p:grpSp>
        <p:nvGrpSpPr>
          <p:cNvPr id="1643" name="Google Shape;1643;p57"/>
          <p:cNvGrpSpPr/>
          <p:nvPr/>
        </p:nvGrpSpPr>
        <p:grpSpPr>
          <a:xfrm>
            <a:off x="8005641" y="76211"/>
            <a:ext cx="1062179" cy="1172018"/>
            <a:chOff x="7280189" y="76211"/>
            <a:chExt cx="1787631" cy="1977968"/>
          </a:xfrm>
        </p:grpSpPr>
        <p:sp>
          <p:nvSpPr>
            <p:cNvPr id="1644" name="Google Shape;1644;p57"/>
            <p:cNvSpPr/>
            <p:nvPr/>
          </p:nvSpPr>
          <p:spPr>
            <a:xfrm flipH="1">
              <a:off x="8374848"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7"/>
            <p:cNvSpPr/>
            <p:nvPr/>
          </p:nvSpPr>
          <p:spPr>
            <a:xfrm flipH="1">
              <a:off x="8423992" y="167441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7"/>
            <p:cNvSpPr/>
            <p:nvPr/>
          </p:nvSpPr>
          <p:spPr>
            <a:xfrm flipH="1">
              <a:off x="7280189" y="152412"/>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7"/>
            <p:cNvSpPr/>
            <p:nvPr/>
          </p:nvSpPr>
          <p:spPr>
            <a:xfrm flipH="1">
              <a:off x="8803390" y="1487037"/>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8" name="Google Shape;1648;p57"/>
            <p:cNvGrpSpPr/>
            <p:nvPr/>
          </p:nvGrpSpPr>
          <p:grpSpPr>
            <a:xfrm>
              <a:off x="7501625" y="155243"/>
              <a:ext cx="1489976" cy="1255570"/>
              <a:chOff x="616175" y="1570092"/>
              <a:chExt cx="1489976" cy="1255570"/>
            </a:xfrm>
          </p:grpSpPr>
          <p:sp>
            <p:nvSpPr>
              <p:cNvPr id="1649" name="Google Shape;1649;p57"/>
              <p:cNvSpPr/>
              <p:nvPr/>
            </p:nvSpPr>
            <p:spPr>
              <a:xfrm>
                <a:off x="667023" y="1570092"/>
                <a:ext cx="1439129" cy="1249757"/>
              </a:xfrm>
              <a:custGeom>
                <a:avLst/>
                <a:gdLst/>
                <a:ahLst/>
                <a:cxnLst/>
                <a:rect l="l" t="t" r="r" b="b"/>
                <a:pathLst>
                  <a:path w="61898" h="53753" extrusionOk="0">
                    <a:moveTo>
                      <a:pt x="30950" y="0"/>
                    </a:moveTo>
                    <a:cubicBezTo>
                      <a:pt x="28754" y="1744"/>
                      <a:pt x="20519" y="7692"/>
                      <a:pt x="10168" y="7862"/>
                    </a:cubicBezTo>
                    <a:cubicBezTo>
                      <a:pt x="10168" y="7862"/>
                      <a:pt x="1" y="42385"/>
                      <a:pt x="30950" y="53752"/>
                    </a:cubicBezTo>
                    <a:cubicBezTo>
                      <a:pt x="61898" y="42385"/>
                      <a:pt x="51730" y="7862"/>
                      <a:pt x="51730" y="7862"/>
                    </a:cubicBezTo>
                    <a:cubicBezTo>
                      <a:pt x="41380" y="7692"/>
                      <a:pt x="33146" y="1744"/>
                      <a:pt x="309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7"/>
              <p:cNvSpPr/>
              <p:nvPr/>
            </p:nvSpPr>
            <p:spPr>
              <a:xfrm>
                <a:off x="1122607" y="1950811"/>
                <a:ext cx="558232" cy="437844"/>
              </a:xfrm>
              <a:custGeom>
                <a:avLst/>
                <a:gdLst/>
                <a:ahLst/>
                <a:cxnLst/>
                <a:rect l="l" t="t" r="r" b="b"/>
                <a:pathLst>
                  <a:path w="24010" h="18832" extrusionOk="0">
                    <a:moveTo>
                      <a:pt x="21357" y="1"/>
                    </a:moveTo>
                    <a:lnTo>
                      <a:pt x="9034" y="14110"/>
                    </a:lnTo>
                    <a:lnTo>
                      <a:pt x="2048" y="9121"/>
                    </a:lnTo>
                    <a:lnTo>
                      <a:pt x="0" y="11987"/>
                    </a:lnTo>
                    <a:lnTo>
                      <a:pt x="9587" y="18831"/>
                    </a:lnTo>
                    <a:lnTo>
                      <a:pt x="24009" y="2319"/>
                    </a:lnTo>
                    <a:lnTo>
                      <a:pt x="213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57"/>
              <p:cNvSpPr/>
              <p:nvPr/>
            </p:nvSpPr>
            <p:spPr>
              <a:xfrm>
                <a:off x="1196239" y="1742421"/>
                <a:ext cx="909912" cy="1077428"/>
              </a:xfrm>
              <a:custGeom>
                <a:avLst/>
                <a:gdLst/>
                <a:ahLst/>
                <a:cxnLst/>
                <a:rect l="l" t="t" r="r" b="b"/>
                <a:pathLst>
                  <a:path w="39136" h="46341" extrusionOk="0">
                    <a:moveTo>
                      <a:pt x="24380" y="0"/>
                    </a:moveTo>
                    <a:cubicBezTo>
                      <a:pt x="24919" y="13103"/>
                      <a:pt x="21662" y="32654"/>
                      <a:pt x="0" y="42228"/>
                    </a:cubicBezTo>
                    <a:cubicBezTo>
                      <a:pt x="2344" y="43794"/>
                      <a:pt x="5052" y="45188"/>
                      <a:pt x="8188" y="46340"/>
                    </a:cubicBezTo>
                    <a:cubicBezTo>
                      <a:pt x="39136" y="34973"/>
                      <a:pt x="28968" y="450"/>
                      <a:pt x="28968" y="450"/>
                    </a:cubicBezTo>
                    <a:cubicBezTo>
                      <a:pt x="27384" y="423"/>
                      <a:pt x="25851" y="260"/>
                      <a:pt x="243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57"/>
              <p:cNvSpPr/>
              <p:nvPr/>
            </p:nvSpPr>
            <p:spPr>
              <a:xfrm>
                <a:off x="684646" y="1942580"/>
                <a:ext cx="303273" cy="298344"/>
              </a:xfrm>
              <a:custGeom>
                <a:avLst/>
                <a:gdLst/>
                <a:ahLst/>
                <a:cxnLst/>
                <a:rect l="l" t="t" r="r" b="b"/>
                <a:pathLst>
                  <a:path w="13044" h="12832" extrusionOk="0">
                    <a:moveTo>
                      <a:pt x="7432" y="1682"/>
                    </a:moveTo>
                    <a:cubicBezTo>
                      <a:pt x="9597" y="1682"/>
                      <a:pt x="11360" y="3444"/>
                      <a:pt x="11360" y="5610"/>
                    </a:cubicBezTo>
                    <a:lnTo>
                      <a:pt x="11360" y="7217"/>
                    </a:lnTo>
                    <a:cubicBezTo>
                      <a:pt x="11360" y="9385"/>
                      <a:pt x="9599" y="11147"/>
                      <a:pt x="7432" y="11147"/>
                    </a:cubicBezTo>
                    <a:lnTo>
                      <a:pt x="5612" y="11147"/>
                    </a:lnTo>
                    <a:cubicBezTo>
                      <a:pt x="3447" y="11147"/>
                      <a:pt x="1683" y="9384"/>
                      <a:pt x="1683" y="7217"/>
                    </a:cubicBezTo>
                    <a:lnTo>
                      <a:pt x="1683" y="5610"/>
                    </a:lnTo>
                    <a:cubicBezTo>
                      <a:pt x="1683" y="3444"/>
                      <a:pt x="3445" y="1682"/>
                      <a:pt x="5612" y="1682"/>
                    </a:cubicBezTo>
                    <a:close/>
                    <a:moveTo>
                      <a:pt x="5612" y="0"/>
                    </a:moveTo>
                    <a:cubicBezTo>
                      <a:pt x="2517" y="0"/>
                      <a:pt x="0" y="2517"/>
                      <a:pt x="0" y="5612"/>
                    </a:cubicBezTo>
                    <a:lnTo>
                      <a:pt x="0" y="7219"/>
                    </a:lnTo>
                    <a:cubicBezTo>
                      <a:pt x="0" y="10313"/>
                      <a:pt x="2517" y="12832"/>
                      <a:pt x="5612" y="12832"/>
                    </a:cubicBezTo>
                    <a:lnTo>
                      <a:pt x="7432" y="12832"/>
                    </a:lnTo>
                    <a:cubicBezTo>
                      <a:pt x="10527" y="12832"/>
                      <a:pt x="13043" y="10313"/>
                      <a:pt x="13043" y="7219"/>
                    </a:cubicBezTo>
                    <a:lnTo>
                      <a:pt x="13043" y="5612"/>
                    </a:lnTo>
                    <a:cubicBezTo>
                      <a:pt x="13043" y="2517"/>
                      <a:pt x="10527" y="0"/>
                      <a:pt x="74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7"/>
              <p:cNvSpPr/>
              <p:nvPr/>
            </p:nvSpPr>
            <p:spPr>
              <a:xfrm>
                <a:off x="616175" y="2074152"/>
                <a:ext cx="440216" cy="440239"/>
              </a:xfrm>
              <a:custGeom>
                <a:avLst/>
                <a:gdLst/>
                <a:ahLst/>
                <a:cxnLst/>
                <a:rect l="l" t="t" r="r" b="b"/>
                <a:pathLst>
                  <a:path w="18934" h="18935" extrusionOk="0">
                    <a:moveTo>
                      <a:pt x="5504" y="1"/>
                    </a:moveTo>
                    <a:cubicBezTo>
                      <a:pt x="2477" y="1"/>
                      <a:pt x="0" y="2478"/>
                      <a:pt x="0" y="5507"/>
                    </a:cubicBezTo>
                    <a:lnTo>
                      <a:pt x="0" y="13430"/>
                    </a:lnTo>
                    <a:cubicBezTo>
                      <a:pt x="0" y="16458"/>
                      <a:pt x="2477" y="18934"/>
                      <a:pt x="5504" y="18934"/>
                    </a:cubicBezTo>
                    <a:lnTo>
                      <a:pt x="13429" y="18934"/>
                    </a:lnTo>
                    <a:cubicBezTo>
                      <a:pt x="16456" y="18934"/>
                      <a:pt x="18933" y="16458"/>
                      <a:pt x="18933" y="13430"/>
                    </a:cubicBezTo>
                    <a:lnTo>
                      <a:pt x="18933" y="5507"/>
                    </a:lnTo>
                    <a:cubicBezTo>
                      <a:pt x="18933" y="2478"/>
                      <a:pt x="16456" y="1"/>
                      <a:pt x="1342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7"/>
              <p:cNvSpPr/>
              <p:nvPr/>
            </p:nvSpPr>
            <p:spPr>
              <a:xfrm>
                <a:off x="643866" y="2101866"/>
                <a:ext cx="412525" cy="412478"/>
              </a:xfrm>
              <a:custGeom>
                <a:avLst/>
                <a:gdLst/>
                <a:ahLst/>
                <a:cxnLst/>
                <a:rect l="l" t="t" r="r" b="b"/>
                <a:pathLst>
                  <a:path w="17743" h="17741" extrusionOk="0">
                    <a:moveTo>
                      <a:pt x="15642" y="0"/>
                    </a:moveTo>
                    <a:lnTo>
                      <a:pt x="15642" y="0"/>
                    </a:lnTo>
                    <a:cubicBezTo>
                      <a:pt x="16386" y="940"/>
                      <a:pt x="16832" y="2123"/>
                      <a:pt x="16832" y="3404"/>
                    </a:cubicBezTo>
                    <a:lnTo>
                      <a:pt x="16832" y="11329"/>
                    </a:lnTo>
                    <a:cubicBezTo>
                      <a:pt x="16832" y="14356"/>
                      <a:pt x="14356" y="16834"/>
                      <a:pt x="11328" y="16834"/>
                    </a:cubicBezTo>
                    <a:lnTo>
                      <a:pt x="3405" y="16834"/>
                    </a:lnTo>
                    <a:cubicBezTo>
                      <a:pt x="2121" y="16834"/>
                      <a:pt x="940" y="16384"/>
                      <a:pt x="0" y="15641"/>
                    </a:cubicBezTo>
                    <a:lnTo>
                      <a:pt x="0" y="15641"/>
                    </a:lnTo>
                    <a:cubicBezTo>
                      <a:pt x="1011" y="16915"/>
                      <a:pt x="2568" y="17741"/>
                      <a:pt x="4312" y="17741"/>
                    </a:cubicBezTo>
                    <a:lnTo>
                      <a:pt x="12237" y="17741"/>
                    </a:lnTo>
                    <a:cubicBezTo>
                      <a:pt x="15264" y="17741"/>
                      <a:pt x="17741" y="15265"/>
                      <a:pt x="17741" y="12237"/>
                    </a:cubicBezTo>
                    <a:lnTo>
                      <a:pt x="17741" y="4313"/>
                    </a:lnTo>
                    <a:cubicBezTo>
                      <a:pt x="17742" y="2571"/>
                      <a:pt x="16917" y="1011"/>
                      <a:pt x="156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57"/>
              <p:cNvSpPr/>
              <p:nvPr/>
            </p:nvSpPr>
            <p:spPr>
              <a:xfrm>
                <a:off x="770229" y="2177754"/>
                <a:ext cx="132107" cy="260307"/>
              </a:xfrm>
              <a:custGeom>
                <a:avLst/>
                <a:gdLst/>
                <a:ahLst/>
                <a:cxnLst/>
                <a:rect l="l" t="t" r="r" b="b"/>
                <a:pathLst>
                  <a:path w="5682" h="11196" extrusionOk="0">
                    <a:moveTo>
                      <a:pt x="2841" y="1"/>
                    </a:moveTo>
                    <a:cubicBezTo>
                      <a:pt x="1272" y="1"/>
                      <a:pt x="0" y="1272"/>
                      <a:pt x="0" y="2841"/>
                    </a:cubicBezTo>
                    <a:cubicBezTo>
                      <a:pt x="0" y="3966"/>
                      <a:pt x="659" y="4931"/>
                      <a:pt x="1610" y="5390"/>
                    </a:cubicBezTo>
                    <a:lnTo>
                      <a:pt x="197" y="10712"/>
                    </a:lnTo>
                    <a:cubicBezTo>
                      <a:pt x="142" y="10978"/>
                      <a:pt x="320" y="11195"/>
                      <a:pt x="592" y="11195"/>
                    </a:cubicBezTo>
                    <a:lnTo>
                      <a:pt x="5093" y="11195"/>
                    </a:lnTo>
                    <a:cubicBezTo>
                      <a:pt x="5362" y="11195"/>
                      <a:pt x="5541" y="10979"/>
                      <a:pt x="5487" y="10712"/>
                    </a:cubicBezTo>
                    <a:lnTo>
                      <a:pt x="4074" y="5389"/>
                    </a:lnTo>
                    <a:cubicBezTo>
                      <a:pt x="5021" y="4931"/>
                      <a:pt x="5681" y="3969"/>
                      <a:pt x="5681" y="2841"/>
                    </a:cubicBezTo>
                    <a:cubicBezTo>
                      <a:pt x="5681" y="1272"/>
                      <a:pt x="4409" y="1"/>
                      <a:pt x="28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57"/>
              <p:cNvSpPr/>
              <p:nvPr/>
            </p:nvSpPr>
            <p:spPr>
              <a:xfrm>
                <a:off x="1520181" y="2312813"/>
                <a:ext cx="460792" cy="419849"/>
              </a:xfrm>
              <a:custGeom>
                <a:avLst/>
                <a:gdLst/>
                <a:ahLst/>
                <a:cxnLst/>
                <a:rect l="l" t="t" r="r" b="b"/>
                <a:pathLst>
                  <a:path w="19819" h="18058" extrusionOk="0">
                    <a:moveTo>
                      <a:pt x="9912" y="2045"/>
                    </a:moveTo>
                    <a:cubicBezTo>
                      <a:pt x="11699" y="2045"/>
                      <a:pt x="13486" y="2726"/>
                      <a:pt x="14849" y="4089"/>
                    </a:cubicBezTo>
                    <a:cubicBezTo>
                      <a:pt x="17573" y="6818"/>
                      <a:pt x="17573" y="11238"/>
                      <a:pt x="14849" y="13963"/>
                    </a:cubicBezTo>
                    <a:cubicBezTo>
                      <a:pt x="13485" y="15326"/>
                      <a:pt x="11698" y="16007"/>
                      <a:pt x="9911" y="16007"/>
                    </a:cubicBezTo>
                    <a:cubicBezTo>
                      <a:pt x="8124" y="16007"/>
                      <a:pt x="6338" y="15326"/>
                      <a:pt x="4975" y="13963"/>
                    </a:cubicBezTo>
                    <a:cubicBezTo>
                      <a:pt x="2250" y="11238"/>
                      <a:pt x="2250" y="6817"/>
                      <a:pt x="4975" y="4089"/>
                    </a:cubicBezTo>
                    <a:cubicBezTo>
                      <a:pt x="6338" y="2726"/>
                      <a:pt x="8125" y="2045"/>
                      <a:pt x="9912" y="2045"/>
                    </a:cubicBezTo>
                    <a:close/>
                    <a:moveTo>
                      <a:pt x="9911" y="1"/>
                    </a:moveTo>
                    <a:cubicBezTo>
                      <a:pt x="7601" y="1"/>
                      <a:pt x="5289" y="882"/>
                      <a:pt x="3526" y="2645"/>
                    </a:cubicBezTo>
                    <a:cubicBezTo>
                      <a:pt x="1" y="6171"/>
                      <a:pt x="1" y="11887"/>
                      <a:pt x="3526" y="15413"/>
                    </a:cubicBezTo>
                    <a:cubicBezTo>
                      <a:pt x="5289" y="17176"/>
                      <a:pt x="7600" y="18057"/>
                      <a:pt x="9910" y="18057"/>
                    </a:cubicBezTo>
                    <a:cubicBezTo>
                      <a:pt x="12221" y="18057"/>
                      <a:pt x="14531" y="17176"/>
                      <a:pt x="16294" y="15413"/>
                    </a:cubicBezTo>
                    <a:cubicBezTo>
                      <a:pt x="19819" y="11887"/>
                      <a:pt x="19819" y="6171"/>
                      <a:pt x="16294" y="2645"/>
                    </a:cubicBezTo>
                    <a:cubicBezTo>
                      <a:pt x="14533" y="882"/>
                      <a:pt x="12222" y="1"/>
                      <a:pt x="99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57"/>
              <p:cNvSpPr/>
              <p:nvPr/>
            </p:nvSpPr>
            <p:spPr>
              <a:xfrm>
                <a:off x="1572494" y="2360336"/>
                <a:ext cx="356283" cy="324663"/>
              </a:xfrm>
              <a:custGeom>
                <a:avLst/>
                <a:gdLst/>
                <a:ahLst/>
                <a:cxnLst/>
                <a:rect l="l" t="t" r="r" b="b"/>
                <a:pathLst>
                  <a:path w="15324" h="13964" extrusionOk="0">
                    <a:moveTo>
                      <a:pt x="7662" y="1"/>
                    </a:moveTo>
                    <a:cubicBezTo>
                      <a:pt x="5875" y="1"/>
                      <a:pt x="4088" y="682"/>
                      <a:pt x="2725" y="2045"/>
                    </a:cubicBezTo>
                    <a:cubicBezTo>
                      <a:pt x="0" y="4773"/>
                      <a:pt x="0" y="9194"/>
                      <a:pt x="2725" y="11919"/>
                    </a:cubicBezTo>
                    <a:cubicBezTo>
                      <a:pt x="4088" y="13282"/>
                      <a:pt x="5874" y="13963"/>
                      <a:pt x="7661" y="13963"/>
                    </a:cubicBezTo>
                    <a:cubicBezTo>
                      <a:pt x="9448" y="13963"/>
                      <a:pt x="11235" y="13282"/>
                      <a:pt x="12599" y="11919"/>
                    </a:cubicBezTo>
                    <a:cubicBezTo>
                      <a:pt x="15323" y="9194"/>
                      <a:pt x="15323" y="4774"/>
                      <a:pt x="12599" y="2045"/>
                    </a:cubicBezTo>
                    <a:cubicBezTo>
                      <a:pt x="11236" y="682"/>
                      <a:pt x="9449" y="1"/>
                      <a:pt x="76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57"/>
              <p:cNvSpPr/>
              <p:nvPr/>
            </p:nvSpPr>
            <p:spPr>
              <a:xfrm>
                <a:off x="1847100" y="2619178"/>
                <a:ext cx="206506" cy="206483"/>
              </a:xfrm>
              <a:custGeom>
                <a:avLst/>
                <a:gdLst/>
                <a:ahLst/>
                <a:cxnLst/>
                <a:rect l="l" t="t" r="r" b="b"/>
                <a:pathLst>
                  <a:path w="8882" h="8881" extrusionOk="0">
                    <a:moveTo>
                      <a:pt x="1573" y="0"/>
                    </a:moveTo>
                    <a:lnTo>
                      <a:pt x="0" y="1574"/>
                    </a:lnTo>
                    <a:lnTo>
                      <a:pt x="7309" y="8880"/>
                    </a:lnTo>
                    <a:lnTo>
                      <a:pt x="8882" y="7310"/>
                    </a:lnTo>
                    <a:lnTo>
                      <a:pt x="15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57"/>
              <p:cNvSpPr/>
              <p:nvPr/>
            </p:nvSpPr>
            <p:spPr>
              <a:xfrm>
                <a:off x="1980462" y="2752540"/>
                <a:ext cx="73144" cy="73121"/>
              </a:xfrm>
              <a:custGeom>
                <a:avLst/>
                <a:gdLst/>
                <a:ahLst/>
                <a:cxnLst/>
                <a:rect l="l" t="t" r="r" b="b"/>
                <a:pathLst>
                  <a:path w="3146" h="3145" extrusionOk="0">
                    <a:moveTo>
                      <a:pt x="1573" y="0"/>
                    </a:moveTo>
                    <a:lnTo>
                      <a:pt x="0" y="1574"/>
                    </a:lnTo>
                    <a:lnTo>
                      <a:pt x="1573" y="3144"/>
                    </a:lnTo>
                    <a:lnTo>
                      <a:pt x="3146" y="1574"/>
                    </a:lnTo>
                    <a:lnTo>
                      <a:pt x="15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57"/>
              <p:cNvSpPr/>
              <p:nvPr/>
            </p:nvSpPr>
            <p:spPr>
              <a:xfrm>
                <a:off x="1727339" y="2398978"/>
                <a:ext cx="50057" cy="50034"/>
              </a:xfrm>
              <a:custGeom>
                <a:avLst/>
                <a:gdLst/>
                <a:ahLst/>
                <a:cxnLst/>
                <a:rect l="l" t="t" r="r" b="b"/>
                <a:pathLst>
                  <a:path w="2153" h="2152" extrusionOk="0">
                    <a:moveTo>
                      <a:pt x="1077" y="0"/>
                    </a:moveTo>
                    <a:cubicBezTo>
                      <a:pt x="482" y="0"/>
                      <a:pt x="0" y="482"/>
                      <a:pt x="0" y="1076"/>
                    </a:cubicBezTo>
                    <a:cubicBezTo>
                      <a:pt x="0" y="1669"/>
                      <a:pt x="482" y="2151"/>
                      <a:pt x="1077" y="2151"/>
                    </a:cubicBezTo>
                    <a:cubicBezTo>
                      <a:pt x="1671" y="2151"/>
                      <a:pt x="2153" y="1669"/>
                      <a:pt x="2153" y="1076"/>
                    </a:cubicBezTo>
                    <a:cubicBezTo>
                      <a:pt x="2153" y="482"/>
                      <a:pt x="1671" y="0"/>
                      <a:pt x="10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61" name="Google Shape;1661;p57"/>
          <p:cNvGrpSpPr/>
          <p:nvPr/>
        </p:nvGrpSpPr>
        <p:grpSpPr>
          <a:xfrm>
            <a:off x="185047" y="76212"/>
            <a:ext cx="859982" cy="1261480"/>
            <a:chOff x="76190" y="76211"/>
            <a:chExt cx="1399466" cy="1919431"/>
          </a:xfrm>
        </p:grpSpPr>
        <p:sp>
          <p:nvSpPr>
            <p:cNvPr id="1662" name="Google Shape;1662;p57"/>
            <p:cNvSpPr/>
            <p:nvPr/>
          </p:nvSpPr>
          <p:spPr>
            <a:xfrm>
              <a:off x="76190"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63" name="Google Shape;1663;p57"/>
            <p:cNvGrpSpPr/>
            <p:nvPr/>
          </p:nvGrpSpPr>
          <p:grpSpPr>
            <a:xfrm>
              <a:off x="228600" y="228600"/>
              <a:ext cx="1023557" cy="1199891"/>
              <a:chOff x="112075" y="-185574"/>
              <a:chExt cx="1023557" cy="1199891"/>
            </a:xfrm>
          </p:grpSpPr>
          <p:sp>
            <p:nvSpPr>
              <p:cNvPr id="1664" name="Google Shape;1664;p57"/>
              <p:cNvSpPr/>
              <p:nvPr/>
            </p:nvSpPr>
            <p:spPr>
              <a:xfrm>
                <a:off x="112075" y="-185574"/>
                <a:ext cx="1023557" cy="437592"/>
              </a:xfrm>
              <a:custGeom>
                <a:avLst/>
                <a:gdLst/>
                <a:ahLst/>
                <a:cxnLst/>
                <a:rect l="l" t="t" r="r" b="b"/>
                <a:pathLst>
                  <a:path w="28277" h="12089" extrusionOk="0">
                    <a:moveTo>
                      <a:pt x="14140" y="1"/>
                    </a:moveTo>
                    <a:lnTo>
                      <a:pt x="0" y="12088"/>
                    </a:lnTo>
                    <a:lnTo>
                      <a:pt x="28277" y="12088"/>
                    </a:lnTo>
                    <a:lnTo>
                      <a:pt x="141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57"/>
              <p:cNvSpPr/>
              <p:nvPr/>
            </p:nvSpPr>
            <p:spPr>
              <a:xfrm>
                <a:off x="112075" y="251967"/>
                <a:ext cx="1023557" cy="651881"/>
              </a:xfrm>
              <a:custGeom>
                <a:avLst/>
                <a:gdLst/>
                <a:ahLst/>
                <a:cxnLst/>
                <a:rect l="l" t="t" r="r" b="b"/>
                <a:pathLst>
                  <a:path w="28277" h="18009" extrusionOk="0">
                    <a:moveTo>
                      <a:pt x="0" y="0"/>
                    </a:moveTo>
                    <a:lnTo>
                      <a:pt x="0" y="18008"/>
                    </a:lnTo>
                    <a:lnTo>
                      <a:pt x="28277" y="18008"/>
                    </a:lnTo>
                    <a:lnTo>
                      <a:pt x="282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57"/>
              <p:cNvSpPr/>
              <p:nvPr/>
            </p:nvSpPr>
            <p:spPr>
              <a:xfrm>
                <a:off x="112075" y="251967"/>
                <a:ext cx="1023557" cy="437628"/>
              </a:xfrm>
              <a:custGeom>
                <a:avLst/>
                <a:gdLst/>
                <a:ahLst/>
                <a:cxnLst/>
                <a:rect l="l" t="t" r="r" b="b"/>
                <a:pathLst>
                  <a:path w="28277" h="12090" extrusionOk="0">
                    <a:moveTo>
                      <a:pt x="0" y="0"/>
                    </a:moveTo>
                    <a:lnTo>
                      <a:pt x="14140" y="12089"/>
                    </a:lnTo>
                    <a:lnTo>
                      <a:pt x="282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57"/>
              <p:cNvSpPr/>
              <p:nvPr/>
            </p:nvSpPr>
            <p:spPr>
              <a:xfrm>
                <a:off x="245386" y="33233"/>
                <a:ext cx="756926" cy="656369"/>
              </a:xfrm>
              <a:custGeom>
                <a:avLst/>
                <a:gdLst/>
                <a:ahLst/>
                <a:cxnLst/>
                <a:rect l="l" t="t" r="r" b="b"/>
                <a:pathLst>
                  <a:path w="20911" h="18133" extrusionOk="0">
                    <a:moveTo>
                      <a:pt x="1" y="1"/>
                    </a:moveTo>
                    <a:lnTo>
                      <a:pt x="1" y="9194"/>
                    </a:lnTo>
                    <a:lnTo>
                      <a:pt x="10457" y="18132"/>
                    </a:lnTo>
                    <a:lnTo>
                      <a:pt x="20910" y="9194"/>
                    </a:lnTo>
                    <a:lnTo>
                      <a:pt x="2091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57"/>
              <p:cNvSpPr/>
              <p:nvPr/>
            </p:nvSpPr>
            <p:spPr>
              <a:xfrm>
                <a:off x="636561" y="450251"/>
                <a:ext cx="499055" cy="453591"/>
              </a:xfrm>
              <a:custGeom>
                <a:avLst/>
                <a:gdLst/>
                <a:ahLst/>
                <a:cxnLst/>
                <a:rect l="l" t="t" r="r" b="b"/>
                <a:pathLst>
                  <a:path w="13787" h="12531" extrusionOk="0">
                    <a:moveTo>
                      <a:pt x="861" y="1"/>
                    </a:moveTo>
                    <a:cubicBezTo>
                      <a:pt x="403" y="1"/>
                      <a:pt x="0" y="582"/>
                      <a:pt x="428" y="976"/>
                    </a:cubicBezTo>
                    <a:cubicBezTo>
                      <a:pt x="4626" y="4829"/>
                      <a:pt x="8828" y="8680"/>
                      <a:pt x="13028" y="12530"/>
                    </a:cubicBezTo>
                    <a:lnTo>
                      <a:pt x="13787" y="12530"/>
                    </a:lnTo>
                    <a:lnTo>
                      <a:pt x="13787" y="11659"/>
                    </a:lnTo>
                    <a:cubicBezTo>
                      <a:pt x="9606" y="7825"/>
                      <a:pt x="5426" y="3993"/>
                      <a:pt x="1247" y="159"/>
                    </a:cubicBezTo>
                    <a:cubicBezTo>
                      <a:pt x="1126" y="48"/>
                      <a:pt x="991" y="1"/>
                      <a:pt x="8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57"/>
              <p:cNvSpPr/>
              <p:nvPr/>
            </p:nvSpPr>
            <p:spPr>
              <a:xfrm>
                <a:off x="112075" y="450251"/>
                <a:ext cx="502566" cy="453627"/>
              </a:xfrm>
              <a:custGeom>
                <a:avLst/>
                <a:gdLst/>
                <a:ahLst/>
                <a:cxnLst/>
                <a:rect l="l" t="t" r="r" b="b"/>
                <a:pathLst>
                  <a:path w="13884" h="12532" extrusionOk="0">
                    <a:moveTo>
                      <a:pt x="13023" y="1"/>
                    </a:moveTo>
                    <a:cubicBezTo>
                      <a:pt x="12893" y="1"/>
                      <a:pt x="12758" y="48"/>
                      <a:pt x="12637" y="159"/>
                    </a:cubicBezTo>
                    <a:lnTo>
                      <a:pt x="0" y="11748"/>
                    </a:lnTo>
                    <a:lnTo>
                      <a:pt x="0" y="12531"/>
                    </a:lnTo>
                    <a:lnTo>
                      <a:pt x="856" y="12531"/>
                    </a:lnTo>
                    <a:cubicBezTo>
                      <a:pt x="5055" y="8680"/>
                      <a:pt x="9256" y="4829"/>
                      <a:pt x="13455" y="977"/>
                    </a:cubicBezTo>
                    <a:cubicBezTo>
                      <a:pt x="13884" y="582"/>
                      <a:pt x="13481" y="1"/>
                      <a:pt x="130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57"/>
              <p:cNvSpPr/>
              <p:nvPr/>
            </p:nvSpPr>
            <p:spPr>
              <a:xfrm>
                <a:off x="415763" y="175195"/>
                <a:ext cx="416199" cy="409502"/>
              </a:xfrm>
              <a:custGeom>
                <a:avLst/>
                <a:gdLst/>
                <a:ahLst/>
                <a:cxnLst/>
                <a:rect l="l" t="t" r="r" b="b"/>
                <a:pathLst>
                  <a:path w="11498" h="11313" extrusionOk="0">
                    <a:moveTo>
                      <a:pt x="6551" y="1486"/>
                    </a:moveTo>
                    <a:cubicBezTo>
                      <a:pt x="8461" y="1486"/>
                      <a:pt x="10014" y="3039"/>
                      <a:pt x="10014" y="4949"/>
                    </a:cubicBezTo>
                    <a:lnTo>
                      <a:pt x="10014" y="6366"/>
                    </a:lnTo>
                    <a:cubicBezTo>
                      <a:pt x="10014" y="8275"/>
                      <a:pt x="8462" y="9828"/>
                      <a:pt x="6551" y="9828"/>
                    </a:cubicBezTo>
                    <a:lnTo>
                      <a:pt x="4946" y="9828"/>
                    </a:lnTo>
                    <a:cubicBezTo>
                      <a:pt x="3038" y="9828"/>
                      <a:pt x="1484" y="8275"/>
                      <a:pt x="1484" y="6366"/>
                    </a:cubicBezTo>
                    <a:lnTo>
                      <a:pt x="1484" y="4949"/>
                    </a:lnTo>
                    <a:cubicBezTo>
                      <a:pt x="1484" y="3039"/>
                      <a:pt x="3038" y="1486"/>
                      <a:pt x="4946" y="1486"/>
                    </a:cubicBezTo>
                    <a:close/>
                    <a:moveTo>
                      <a:pt x="4946" y="1"/>
                    </a:moveTo>
                    <a:cubicBezTo>
                      <a:pt x="2220" y="1"/>
                      <a:pt x="1" y="2220"/>
                      <a:pt x="1" y="4949"/>
                    </a:cubicBezTo>
                    <a:lnTo>
                      <a:pt x="1" y="6366"/>
                    </a:lnTo>
                    <a:cubicBezTo>
                      <a:pt x="1" y="9094"/>
                      <a:pt x="2220" y="11313"/>
                      <a:pt x="4946" y="11313"/>
                    </a:cubicBezTo>
                    <a:lnTo>
                      <a:pt x="6551" y="11313"/>
                    </a:lnTo>
                    <a:cubicBezTo>
                      <a:pt x="9278" y="11313"/>
                      <a:pt x="11498" y="9094"/>
                      <a:pt x="11498" y="6366"/>
                    </a:cubicBezTo>
                    <a:lnTo>
                      <a:pt x="11498" y="4949"/>
                    </a:lnTo>
                    <a:cubicBezTo>
                      <a:pt x="11498" y="2220"/>
                      <a:pt x="9278" y="1"/>
                      <a:pt x="6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57"/>
              <p:cNvSpPr/>
              <p:nvPr/>
            </p:nvSpPr>
            <p:spPr>
              <a:xfrm>
                <a:off x="321797" y="410182"/>
                <a:ext cx="604100" cy="604028"/>
              </a:xfrm>
              <a:custGeom>
                <a:avLst/>
                <a:gdLst/>
                <a:ahLst/>
                <a:cxnLst/>
                <a:rect l="l" t="t" r="r" b="b"/>
                <a:pathLst>
                  <a:path w="16689" h="16687" extrusionOk="0">
                    <a:moveTo>
                      <a:pt x="4853" y="0"/>
                    </a:moveTo>
                    <a:cubicBezTo>
                      <a:pt x="2184" y="0"/>
                      <a:pt x="1" y="2183"/>
                      <a:pt x="1" y="4851"/>
                    </a:cubicBezTo>
                    <a:lnTo>
                      <a:pt x="1" y="11836"/>
                    </a:lnTo>
                    <a:cubicBezTo>
                      <a:pt x="1" y="14504"/>
                      <a:pt x="2183" y="16686"/>
                      <a:pt x="4853" y="16686"/>
                    </a:cubicBezTo>
                    <a:lnTo>
                      <a:pt x="11836" y="16686"/>
                    </a:lnTo>
                    <a:cubicBezTo>
                      <a:pt x="14505" y="16686"/>
                      <a:pt x="16688" y="14504"/>
                      <a:pt x="16688" y="11836"/>
                    </a:cubicBezTo>
                    <a:lnTo>
                      <a:pt x="16688" y="4851"/>
                    </a:lnTo>
                    <a:cubicBezTo>
                      <a:pt x="16688" y="2184"/>
                      <a:pt x="14506" y="0"/>
                      <a:pt x="1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57"/>
              <p:cNvSpPr/>
              <p:nvPr/>
            </p:nvSpPr>
            <p:spPr>
              <a:xfrm>
                <a:off x="359875" y="448152"/>
                <a:ext cx="566057" cy="566165"/>
              </a:xfrm>
              <a:custGeom>
                <a:avLst/>
                <a:gdLst/>
                <a:ahLst/>
                <a:cxnLst/>
                <a:rect l="l" t="t" r="r" b="b"/>
                <a:pathLst>
                  <a:path w="15638" h="15641" extrusionOk="0">
                    <a:moveTo>
                      <a:pt x="13784" y="1"/>
                    </a:moveTo>
                    <a:lnTo>
                      <a:pt x="13784" y="1"/>
                    </a:lnTo>
                    <a:cubicBezTo>
                      <a:pt x="14440" y="829"/>
                      <a:pt x="14833" y="1869"/>
                      <a:pt x="14833" y="3001"/>
                    </a:cubicBezTo>
                    <a:lnTo>
                      <a:pt x="14833" y="9987"/>
                    </a:lnTo>
                    <a:cubicBezTo>
                      <a:pt x="14833" y="12655"/>
                      <a:pt x="12653" y="14839"/>
                      <a:pt x="9983" y="14839"/>
                    </a:cubicBezTo>
                    <a:lnTo>
                      <a:pt x="3001" y="14839"/>
                    </a:lnTo>
                    <a:cubicBezTo>
                      <a:pt x="1869" y="14839"/>
                      <a:pt x="828" y="14444"/>
                      <a:pt x="1" y="13788"/>
                    </a:cubicBezTo>
                    <a:lnTo>
                      <a:pt x="1" y="13788"/>
                    </a:lnTo>
                    <a:cubicBezTo>
                      <a:pt x="891" y="14913"/>
                      <a:pt x="2264" y="15640"/>
                      <a:pt x="3802" y="15640"/>
                    </a:cubicBezTo>
                    <a:lnTo>
                      <a:pt x="10787" y="15640"/>
                    </a:lnTo>
                    <a:cubicBezTo>
                      <a:pt x="13455" y="15640"/>
                      <a:pt x="15637" y="13457"/>
                      <a:pt x="15637" y="10788"/>
                    </a:cubicBezTo>
                    <a:lnTo>
                      <a:pt x="15637" y="3805"/>
                    </a:lnTo>
                    <a:cubicBezTo>
                      <a:pt x="15636" y="2265"/>
                      <a:pt x="14910" y="891"/>
                      <a:pt x="137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57"/>
              <p:cNvSpPr/>
              <p:nvPr/>
            </p:nvSpPr>
            <p:spPr>
              <a:xfrm>
                <a:off x="533184" y="552397"/>
                <a:ext cx="181313" cy="357125"/>
              </a:xfrm>
              <a:custGeom>
                <a:avLst/>
                <a:gdLst/>
                <a:ahLst/>
                <a:cxnLst/>
                <a:rect l="l" t="t" r="r" b="b"/>
                <a:pathLst>
                  <a:path w="5009" h="9866" extrusionOk="0">
                    <a:moveTo>
                      <a:pt x="2506" y="0"/>
                    </a:moveTo>
                    <a:cubicBezTo>
                      <a:pt x="1122" y="0"/>
                      <a:pt x="0" y="1121"/>
                      <a:pt x="0" y="2503"/>
                    </a:cubicBezTo>
                    <a:cubicBezTo>
                      <a:pt x="0" y="3495"/>
                      <a:pt x="583" y="4344"/>
                      <a:pt x="1418" y="4751"/>
                    </a:cubicBezTo>
                    <a:lnTo>
                      <a:pt x="173" y="9441"/>
                    </a:lnTo>
                    <a:cubicBezTo>
                      <a:pt x="125" y="9674"/>
                      <a:pt x="281" y="9866"/>
                      <a:pt x="522" y="9866"/>
                    </a:cubicBezTo>
                    <a:lnTo>
                      <a:pt x="4488" y="9866"/>
                    </a:lnTo>
                    <a:cubicBezTo>
                      <a:pt x="4726" y="9866"/>
                      <a:pt x="4884" y="9674"/>
                      <a:pt x="4836" y="9441"/>
                    </a:cubicBezTo>
                    <a:lnTo>
                      <a:pt x="3591" y="4749"/>
                    </a:lnTo>
                    <a:cubicBezTo>
                      <a:pt x="4426" y="4344"/>
                      <a:pt x="5008" y="3495"/>
                      <a:pt x="5008" y="2503"/>
                    </a:cubicBezTo>
                    <a:cubicBezTo>
                      <a:pt x="5008" y="1121"/>
                      <a:pt x="3889" y="0"/>
                      <a:pt x="25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4" name="Google Shape;1674;p57"/>
            <p:cNvSpPr/>
            <p:nvPr/>
          </p:nvSpPr>
          <p:spPr>
            <a:xfrm>
              <a:off x="264421" y="1615874"/>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57"/>
            <p:cNvSpPr/>
            <p:nvPr/>
          </p:nvSpPr>
          <p:spPr>
            <a:xfrm>
              <a:off x="1254225" y="20237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57"/>
            <p:cNvSpPr/>
            <p:nvPr/>
          </p:nvSpPr>
          <p:spPr>
            <a:xfrm>
              <a:off x="76200" y="1428501"/>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89" name="Google Shape;698;p43"/>
          <p:cNvGraphicFramePr/>
          <p:nvPr>
            <p:extLst>
              <p:ext uri="{D42A27DB-BD31-4B8C-83A1-F6EECF244321}">
                <p14:modId xmlns:p14="http://schemas.microsoft.com/office/powerpoint/2010/main" val="1601487289"/>
              </p:ext>
            </p:extLst>
          </p:nvPr>
        </p:nvGraphicFramePr>
        <p:xfrm>
          <a:off x="719999" y="1249859"/>
          <a:ext cx="7678784" cy="3363971"/>
        </p:xfrm>
        <a:graphic>
          <a:graphicData uri="http://schemas.openxmlformats.org/drawingml/2006/table">
            <a:tbl>
              <a:tblPr>
                <a:noFill/>
                <a:tableStyleId>{E07A7369-85E4-47C4-8D66-556326131C27}</a:tableStyleId>
              </a:tblPr>
              <a:tblGrid>
                <a:gridCol w="1919696">
                  <a:extLst>
                    <a:ext uri="{9D8B030D-6E8A-4147-A177-3AD203B41FA5}">
                      <a16:colId xmlns:a16="http://schemas.microsoft.com/office/drawing/2014/main" val="20000"/>
                    </a:ext>
                  </a:extLst>
                </a:gridCol>
                <a:gridCol w="1919696">
                  <a:extLst>
                    <a:ext uri="{9D8B030D-6E8A-4147-A177-3AD203B41FA5}">
                      <a16:colId xmlns:a16="http://schemas.microsoft.com/office/drawing/2014/main" val="1186318376"/>
                    </a:ext>
                  </a:extLst>
                </a:gridCol>
                <a:gridCol w="1919696">
                  <a:extLst>
                    <a:ext uri="{9D8B030D-6E8A-4147-A177-3AD203B41FA5}">
                      <a16:colId xmlns:a16="http://schemas.microsoft.com/office/drawing/2014/main" val="3204050409"/>
                    </a:ext>
                  </a:extLst>
                </a:gridCol>
                <a:gridCol w="1919696">
                  <a:extLst>
                    <a:ext uri="{9D8B030D-6E8A-4147-A177-3AD203B41FA5}">
                      <a16:colId xmlns:a16="http://schemas.microsoft.com/office/drawing/2014/main" val="3049769508"/>
                    </a:ext>
                  </a:extLst>
                </a:gridCol>
              </a:tblGrid>
              <a:tr h="567777">
                <a:tc gridSpan="4">
                  <a:txBody>
                    <a:bodyPr/>
                    <a:lstStyle/>
                    <a:p>
                      <a:pPr marL="0" lvl="0" indent="0" algn="ctr" rtl="0">
                        <a:spcBef>
                          <a:spcPts val="0"/>
                        </a:spcBef>
                        <a:spcAft>
                          <a:spcPts val="0"/>
                        </a:spcAft>
                        <a:buNone/>
                      </a:pPr>
                      <a:r>
                        <a:rPr lang="en" sz="2400" smtClean="0">
                          <a:solidFill>
                            <a:schemeClr val="lt1"/>
                          </a:solidFill>
                          <a:latin typeface="Montserrat Black"/>
                          <a:ea typeface="Montserrat Black"/>
                          <a:cs typeface="Montserrat Black"/>
                          <a:sym typeface="Montserrat Black"/>
                        </a:rPr>
                        <a:t>A2. </a:t>
                      </a:r>
                      <a:r>
                        <a:rPr lang="en" sz="2400" dirty="0" smtClean="0">
                          <a:solidFill>
                            <a:schemeClr val="lt1"/>
                          </a:solidFill>
                          <a:latin typeface="Montserrat Black"/>
                          <a:ea typeface="Montserrat Black"/>
                          <a:cs typeface="Montserrat Black"/>
                          <a:sym typeface="Montserrat Black"/>
                        </a:rPr>
                        <a:t>Video Input</a:t>
                      </a:r>
                      <a:endParaRPr sz="2400" dirty="0">
                        <a:solidFill>
                          <a:schemeClr val="lt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30877">
                <a:tc>
                  <a:txBody>
                    <a:bodyPr/>
                    <a:lstStyle/>
                    <a:p>
                      <a:pPr marL="0" lvl="0" indent="0" algn="ctr" rtl="0">
                        <a:spcBef>
                          <a:spcPts val="0"/>
                        </a:spcBef>
                        <a:spcAft>
                          <a:spcPts val="0"/>
                        </a:spcAft>
                        <a:buNone/>
                      </a:pPr>
                      <a:r>
                        <a:rPr lang="en" b="1" dirty="0" smtClean="0">
                          <a:solidFill>
                            <a:schemeClr val="dk1"/>
                          </a:solidFill>
                          <a:latin typeface="Montserrat Medium"/>
                          <a:ea typeface="Montserrat Medium"/>
                          <a:cs typeface="Montserrat Medium"/>
                          <a:sym typeface="Montserrat Medium"/>
                        </a:rPr>
                        <a:t>TEST</a:t>
                      </a:r>
                      <a:r>
                        <a:rPr lang="en" b="1" baseline="0" dirty="0" smtClean="0">
                          <a:solidFill>
                            <a:schemeClr val="dk1"/>
                          </a:solidFill>
                          <a:latin typeface="Montserrat Medium"/>
                          <a:ea typeface="Montserrat Medium"/>
                          <a:cs typeface="Montserrat Medium"/>
                          <a:sym typeface="Montserrat Medium"/>
                        </a:rPr>
                        <a:t> ID</a:t>
                      </a:r>
                      <a:endParaRPr b="1"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dk1"/>
                          </a:solidFill>
                          <a:latin typeface="Montserrat Medium"/>
                          <a:ea typeface="Montserrat Medium"/>
                          <a:cs typeface="Montserrat Medium"/>
                          <a:sym typeface="Montserrat Medium"/>
                        </a:rPr>
                        <a:t>TEST</a:t>
                      </a:r>
                      <a:r>
                        <a:rPr lang="en" b="1" baseline="0" dirty="0" smtClean="0">
                          <a:solidFill>
                            <a:schemeClr val="dk1"/>
                          </a:solidFill>
                          <a:latin typeface="Montserrat Medium"/>
                          <a:ea typeface="Montserrat Medium"/>
                          <a:cs typeface="Montserrat Medium"/>
                          <a:sym typeface="Montserrat Medium"/>
                        </a:rPr>
                        <a:t> CASE</a:t>
                      </a:r>
                      <a:endParaRPr b="1"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dk1"/>
                          </a:solidFill>
                          <a:latin typeface="Montserrat Medium"/>
                          <a:ea typeface="Montserrat Medium"/>
                          <a:cs typeface="Montserrat Medium"/>
                          <a:sym typeface="Montserrat Medium"/>
                        </a:rPr>
                        <a:t>STEPS</a:t>
                      </a:r>
                      <a:endParaRPr b="1"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b="1" dirty="0" smtClean="0">
                          <a:solidFill>
                            <a:schemeClr val="dk1"/>
                          </a:solidFill>
                          <a:latin typeface="Montserrat Medium"/>
                          <a:ea typeface="Montserrat Medium"/>
                          <a:cs typeface="Montserrat Medium"/>
                          <a:sym typeface="Montserrat Medium"/>
                        </a:rPr>
                        <a:t>EXPECTED</a:t>
                      </a:r>
                      <a:r>
                        <a:rPr lang="en" b="1" baseline="0" dirty="0" smtClean="0">
                          <a:solidFill>
                            <a:schemeClr val="dk1"/>
                          </a:solidFill>
                          <a:latin typeface="Montserrat Medium"/>
                          <a:ea typeface="Montserrat Medium"/>
                          <a:cs typeface="Montserrat Medium"/>
                          <a:sym typeface="Montserrat Medium"/>
                        </a:rPr>
                        <a:t> RESULT</a:t>
                      </a:r>
                      <a:endParaRPr b="1"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19487">
                <a:tc>
                  <a:txBody>
                    <a:bodyPr/>
                    <a:lstStyle/>
                    <a:p>
                      <a:pPr marL="0" lvl="0" indent="0" algn="ctr" rtl="0">
                        <a:spcBef>
                          <a:spcPts val="0"/>
                        </a:spcBef>
                        <a:spcAft>
                          <a:spcPts val="0"/>
                        </a:spcAft>
                        <a:buNone/>
                      </a:pPr>
                      <a:r>
                        <a:rPr lang="en" sz="1600" dirty="0" smtClean="0">
                          <a:solidFill>
                            <a:schemeClr val="lt1"/>
                          </a:solidFill>
                          <a:latin typeface="Montserrat Black"/>
                          <a:ea typeface="Montserrat Black"/>
                          <a:cs typeface="Montserrat Black"/>
                          <a:sym typeface="Montserrat Black"/>
                        </a:rPr>
                        <a:t>TC-05</a:t>
                      </a:r>
                      <a:endParaRPr sz="1600" dirty="0">
                        <a:solidFill>
                          <a:schemeClr val="lt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sz="1200" dirty="0" smtClean="0">
                          <a:solidFill>
                            <a:schemeClr val="dk1"/>
                          </a:solidFill>
                          <a:latin typeface="Montserrat Medium"/>
                          <a:ea typeface="Montserrat Medium"/>
                          <a:cs typeface="Montserrat Medium"/>
                          <a:sym typeface="Montserrat Medium"/>
                        </a:rPr>
                        <a:t>File upload</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dirty="0" smtClean="0">
                          <a:solidFill>
                            <a:schemeClr val="dk1"/>
                          </a:solidFill>
                          <a:latin typeface="Montserrat Medium"/>
                          <a:ea typeface="Montserrat Medium"/>
                          <a:cs typeface="Montserrat Medium"/>
                          <a:sym typeface="Montserrat Medium"/>
                        </a:rPr>
                        <a:t>Choose</a:t>
                      </a:r>
                      <a:r>
                        <a:rPr lang="en-US" sz="1200" baseline="0" dirty="0" smtClean="0">
                          <a:solidFill>
                            <a:schemeClr val="dk1"/>
                          </a:solidFill>
                          <a:latin typeface="Montserrat Medium"/>
                          <a:ea typeface="Montserrat Medium"/>
                          <a:cs typeface="Montserrat Medium"/>
                          <a:sym typeface="Montserrat Medium"/>
                        </a:rPr>
                        <a:t> file</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dirty="0" smtClean="0">
                          <a:solidFill>
                            <a:schemeClr val="dk1"/>
                          </a:solidFill>
                          <a:latin typeface="Montserrat Medium"/>
                          <a:ea typeface="Montserrat Medium"/>
                          <a:cs typeface="Montserrat Medium"/>
                          <a:sym typeface="Montserrat Medium"/>
                        </a:rPr>
                        <a:t>Accepts</a:t>
                      </a:r>
                      <a:r>
                        <a:rPr lang="en-US" sz="1200" baseline="0" dirty="0" smtClean="0">
                          <a:solidFill>
                            <a:schemeClr val="dk1"/>
                          </a:solidFill>
                          <a:latin typeface="Montserrat Medium"/>
                          <a:ea typeface="Montserrat Medium"/>
                          <a:cs typeface="Montserrat Medium"/>
                          <a:sym typeface="Montserrat Medium"/>
                        </a:rPr>
                        <a:t> browsing</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19487">
                <a:tc>
                  <a:txBody>
                    <a:bodyPr/>
                    <a:lstStyle/>
                    <a:p>
                      <a:pPr marL="0" lvl="0" indent="0" algn="ctr" rtl="0">
                        <a:spcBef>
                          <a:spcPts val="0"/>
                        </a:spcBef>
                        <a:spcAft>
                          <a:spcPts val="0"/>
                        </a:spcAft>
                        <a:buNone/>
                      </a:pPr>
                      <a:r>
                        <a:rPr lang="en" sz="1600" dirty="0" smtClean="0">
                          <a:solidFill>
                            <a:schemeClr val="lt1"/>
                          </a:solidFill>
                          <a:latin typeface="Montserrat Black"/>
                          <a:ea typeface="Montserrat Black"/>
                          <a:cs typeface="Montserrat Black"/>
                          <a:sym typeface="Montserrat Black"/>
                        </a:rPr>
                        <a:t>TC-06</a:t>
                      </a:r>
                      <a:endParaRPr sz="1600" dirty="0">
                        <a:solidFill>
                          <a:schemeClr val="lt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dirty="0" smtClean="0">
                          <a:solidFill>
                            <a:schemeClr val="dk1"/>
                          </a:solidFill>
                          <a:latin typeface="Montserrat Medium"/>
                          <a:ea typeface="Montserrat Medium"/>
                          <a:cs typeface="Montserrat Medium"/>
                          <a:sym typeface="Montserrat Medium"/>
                        </a:rPr>
                        <a:t>Frame Capture</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dirty="0" smtClean="0">
                          <a:solidFill>
                            <a:schemeClr val="dk1"/>
                          </a:solidFill>
                          <a:latin typeface="Montserrat Medium"/>
                          <a:ea typeface="Montserrat Medium"/>
                          <a:cs typeface="Montserrat Medium"/>
                          <a:sym typeface="Montserrat Medium"/>
                        </a:rPr>
                        <a:t>Run system</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dirty="0" smtClean="0">
                          <a:solidFill>
                            <a:schemeClr val="dk1"/>
                          </a:solidFill>
                          <a:latin typeface="Montserrat Medium"/>
                          <a:ea typeface="Montserrat Medium"/>
                          <a:cs typeface="Montserrat Medium"/>
                          <a:sym typeface="Montserrat Medium"/>
                        </a:rPr>
                        <a:t>Frames processed continuously</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80788">
                <a:tc>
                  <a:txBody>
                    <a:bodyPr/>
                    <a:lstStyle/>
                    <a:p>
                      <a:pPr marL="0" lvl="0" indent="0" algn="ctr" rtl="0">
                        <a:spcBef>
                          <a:spcPts val="0"/>
                        </a:spcBef>
                        <a:spcAft>
                          <a:spcPts val="0"/>
                        </a:spcAft>
                        <a:buNone/>
                      </a:pPr>
                      <a:r>
                        <a:rPr lang="en" sz="1600" dirty="0" smtClean="0">
                          <a:solidFill>
                            <a:schemeClr val="lt1"/>
                          </a:solidFill>
                          <a:latin typeface="Montserrat Black"/>
                          <a:ea typeface="Montserrat Black"/>
                          <a:cs typeface="Montserrat Black"/>
                          <a:sym typeface="Montserrat Black"/>
                        </a:rPr>
                        <a:t>TC-07</a:t>
                      </a:r>
                      <a:endParaRPr sz="1600" dirty="0">
                        <a:solidFill>
                          <a:schemeClr val="lt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sz="1200" dirty="0" smtClean="0">
                          <a:solidFill>
                            <a:schemeClr val="dk1"/>
                          </a:solidFill>
                          <a:latin typeface="Montserrat Medium"/>
                          <a:ea typeface="Montserrat Medium"/>
                          <a:cs typeface="Montserrat Medium"/>
                          <a:sym typeface="Montserrat Medium"/>
                        </a:rPr>
                        <a:t>Invalid </a:t>
                      </a:r>
                      <a:r>
                        <a:rPr lang="en-US" sz="1200" dirty="0" smtClean="0">
                          <a:solidFill>
                            <a:schemeClr val="dk1"/>
                          </a:solidFill>
                          <a:latin typeface="Montserrat Medium"/>
                          <a:ea typeface="Montserrat Medium"/>
                          <a:cs typeface="Montserrat Medium"/>
                          <a:sym typeface="Montserrat Medium"/>
                        </a:rPr>
                        <a:t>file type</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dirty="0" smtClean="0">
                          <a:solidFill>
                            <a:schemeClr val="dk1"/>
                          </a:solidFill>
                          <a:latin typeface="Montserrat Medium"/>
                          <a:ea typeface="Montserrat Medium"/>
                          <a:cs typeface="Montserrat Medium"/>
                          <a:sym typeface="Montserrat Medium"/>
                        </a:rPr>
                        <a:t>Wrong fie input</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dirty="0" smtClean="0">
                          <a:solidFill>
                            <a:schemeClr val="dk1"/>
                          </a:solidFill>
                          <a:latin typeface="Montserrat Medium"/>
                          <a:ea typeface="Montserrat Medium"/>
                          <a:cs typeface="Montserrat Medium"/>
                          <a:sym typeface="Montserrat Medium"/>
                        </a:rPr>
                        <a:t>Error handled gracefully</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80788">
                <a:tc>
                  <a:txBody>
                    <a:bodyPr/>
                    <a:lstStyle/>
                    <a:p>
                      <a:pPr marL="0" lvl="0" indent="0" algn="ctr" rtl="0">
                        <a:spcBef>
                          <a:spcPts val="0"/>
                        </a:spcBef>
                        <a:spcAft>
                          <a:spcPts val="0"/>
                        </a:spcAft>
                        <a:buNone/>
                      </a:pPr>
                      <a:r>
                        <a:rPr lang="en" sz="1600" dirty="0" smtClean="0">
                          <a:solidFill>
                            <a:schemeClr val="lt1"/>
                          </a:solidFill>
                          <a:latin typeface="Montserrat Black"/>
                          <a:ea typeface="Montserrat Black"/>
                          <a:cs typeface="Montserrat Black"/>
                          <a:sym typeface="Montserrat Black"/>
                        </a:rPr>
                        <a:t>TC-08</a:t>
                      </a:r>
                      <a:endParaRPr sz="1600" dirty="0">
                        <a:solidFill>
                          <a:schemeClr val="lt1"/>
                        </a:solidFill>
                        <a:latin typeface="Montserrat Black"/>
                        <a:ea typeface="Montserrat Black"/>
                        <a:cs typeface="Montserrat Black"/>
                        <a:sym typeface="Montserrat Black"/>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 sz="1200" dirty="0" smtClean="0">
                          <a:solidFill>
                            <a:schemeClr val="dk1"/>
                          </a:solidFill>
                          <a:latin typeface="Montserrat Medium"/>
                          <a:ea typeface="Montserrat Medium"/>
                          <a:cs typeface="Montserrat Medium"/>
                          <a:sym typeface="Montserrat Medium"/>
                        </a:rPr>
                        <a:t>File ready to be processed</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dirty="0" smtClean="0">
                          <a:solidFill>
                            <a:schemeClr val="dk1"/>
                          </a:solidFill>
                          <a:latin typeface="Montserrat Medium"/>
                          <a:ea typeface="Montserrat Medium"/>
                          <a:cs typeface="Montserrat Medium"/>
                          <a:sym typeface="Montserrat Medium"/>
                        </a:rPr>
                        <a:t>Start</a:t>
                      </a:r>
                      <a:r>
                        <a:rPr lang="en-US" sz="1200" baseline="0" dirty="0" smtClean="0">
                          <a:solidFill>
                            <a:schemeClr val="dk1"/>
                          </a:solidFill>
                          <a:latin typeface="Montserrat Medium"/>
                          <a:ea typeface="Montserrat Medium"/>
                          <a:cs typeface="Montserrat Medium"/>
                          <a:sym typeface="Montserrat Medium"/>
                        </a:rPr>
                        <a:t> analysis</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None/>
                      </a:pPr>
                      <a:r>
                        <a:rPr lang="en-US" sz="1200" dirty="0" smtClean="0">
                          <a:solidFill>
                            <a:schemeClr val="dk1"/>
                          </a:solidFill>
                          <a:latin typeface="Montserrat Medium"/>
                          <a:ea typeface="Montserrat Medium"/>
                          <a:cs typeface="Montserrat Medium"/>
                          <a:sym typeface="Montserrat Medium"/>
                        </a:rPr>
                        <a:t>Load report</a:t>
                      </a:r>
                      <a:endParaRPr sz="1200" dirty="0">
                        <a:solidFill>
                          <a:schemeClr val="dk1"/>
                        </a:solidFill>
                        <a:latin typeface="Montserrat Medium"/>
                        <a:ea typeface="Montserrat Medium"/>
                        <a:cs typeface="Montserrat Medium"/>
                        <a:sym typeface="Montserrat Medium"/>
                      </a:endParaRPr>
                    </a:p>
                  </a:txBody>
                  <a:tcPr marL="90000" marR="90000"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538214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5"/>
          <p:cNvSpPr txBox="1"/>
          <p:nvPr/>
        </p:nvSpPr>
        <p:spPr>
          <a:xfrm>
            <a:off x="720000" y="1294800"/>
            <a:ext cx="7704000" cy="369300"/>
          </a:xfrm>
          <a:prstGeom prst="rect">
            <a:avLst/>
          </a:prstGeom>
          <a:noFill/>
          <a:ln>
            <a:noFill/>
          </a:ln>
        </p:spPr>
        <p:txBody>
          <a:bodyPr spcFirstLastPara="1" wrap="square" lIns="90000" tIns="91425" rIns="90000" bIns="91425" anchor="t" anchorCtr="0">
            <a:noAutofit/>
          </a:bodyPr>
          <a:lstStyle/>
          <a:p>
            <a:pPr marL="0" lvl="0" indent="0" algn="l" rtl="0">
              <a:spcBef>
                <a:spcPts val="0"/>
              </a:spcBef>
              <a:spcAft>
                <a:spcPts val="0"/>
              </a:spcAft>
              <a:buNone/>
            </a:pPr>
            <a:r>
              <a:rPr lang="en" sz="1200">
                <a:solidFill>
                  <a:schemeClr val="dk1"/>
                </a:solidFill>
                <a:latin typeface="Montserrat Medium"/>
                <a:ea typeface="Montserrat Medium"/>
                <a:cs typeface="Montserrat Medium"/>
                <a:sym typeface="Montserrat Medium"/>
              </a:rPr>
              <a:t>You can delete this slide when you’re done editing the presentation</a:t>
            </a:r>
            <a:endParaRPr sz="1200" b="1">
              <a:solidFill>
                <a:schemeClr val="dk1"/>
              </a:solidFill>
              <a:latin typeface="Montserrat"/>
              <a:ea typeface="Montserrat"/>
              <a:cs typeface="Montserrat"/>
              <a:sym typeface="Montserrat"/>
            </a:endParaRPr>
          </a:p>
        </p:txBody>
      </p:sp>
      <p:sp>
        <p:nvSpPr>
          <p:cNvPr id="326" name="Google Shape;326;p35"/>
          <p:cNvSpPr txBox="1">
            <a:spLocks noGrp="1"/>
          </p:cNvSpPr>
          <p:nvPr>
            <p:ph type="title"/>
          </p:nvPr>
        </p:nvSpPr>
        <p:spPr>
          <a:xfrm>
            <a:off x="720000" y="540000"/>
            <a:ext cx="7704000" cy="676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CONTENTS OF THIS TEMPLATE</a:t>
            </a:r>
            <a:endParaRPr/>
          </a:p>
        </p:txBody>
      </p:sp>
      <p:graphicFrame>
        <p:nvGraphicFramePr>
          <p:cNvPr id="329" name="Google Shape;329;p35"/>
          <p:cNvGraphicFramePr/>
          <p:nvPr/>
        </p:nvGraphicFramePr>
        <p:xfrm>
          <a:off x="720000" y="1924856"/>
          <a:ext cx="7704000" cy="1965780"/>
        </p:xfrm>
        <a:graphic>
          <a:graphicData uri="http://schemas.openxmlformats.org/drawingml/2006/table">
            <a:tbl>
              <a:tblPr>
                <a:noFill/>
                <a:tableStyleId>{E07A7369-85E4-47C4-8D66-556326131C27}</a:tableStyleId>
              </a:tblPr>
              <a:tblGrid>
                <a:gridCol w="2229350">
                  <a:extLst>
                    <a:ext uri="{9D8B030D-6E8A-4147-A177-3AD203B41FA5}">
                      <a16:colId xmlns:a16="http://schemas.microsoft.com/office/drawing/2014/main" val="20000"/>
                    </a:ext>
                  </a:extLst>
                </a:gridCol>
                <a:gridCol w="5474650">
                  <a:extLst>
                    <a:ext uri="{9D8B030D-6E8A-4147-A177-3AD203B41FA5}">
                      <a16:colId xmlns:a16="http://schemas.microsoft.com/office/drawing/2014/main" val="20001"/>
                    </a:ext>
                  </a:extLst>
                </a:gridCol>
              </a:tblGrid>
              <a:tr h="327600">
                <a:tc>
                  <a:txBody>
                    <a:bodyPr/>
                    <a:lstStyle/>
                    <a:p>
                      <a:pPr marL="0" lvl="0" indent="0" algn="l" rtl="0">
                        <a:spcBef>
                          <a:spcPts val="0"/>
                        </a:spcBef>
                        <a:spcAft>
                          <a:spcPts val="0"/>
                        </a:spcAft>
                        <a:buNone/>
                      </a:pPr>
                      <a:r>
                        <a:rPr lang="en" sz="950" b="1">
                          <a:solidFill>
                            <a:schemeClr val="hlink"/>
                          </a:solidFill>
                          <a:uFill>
                            <a:noFill/>
                          </a:uFill>
                          <a:latin typeface="Montserrat"/>
                          <a:ea typeface="Montserrat"/>
                          <a:cs typeface="Montserrat"/>
                          <a:sym typeface="Montserrat"/>
                          <a:hlinkClick r:id="" action="ppaction://noaction"/>
                        </a:rPr>
                        <a:t>Fonts</a:t>
                      </a:r>
                      <a:endParaRPr sz="950" b="1">
                        <a:solidFill>
                          <a:schemeClr val="dk1"/>
                        </a:solidFill>
                        <a:latin typeface="Montserrat"/>
                        <a:ea typeface="Montserrat"/>
                        <a:cs typeface="Montserrat"/>
                        <a:sym typeface="Montserrat"/>
                      </a:endParaRPr>
                    </a:p>
                  </a:txBody>
                  <a:tcPr marL="91425" marR="91425" marT="91425" marB="91425">
                    <a:lnL w="19050" cap="flat" cmpd="sng">
                      <a:solidFill>
                        <a:schemeClr val="dk1">
                          <a:alpha val="0"/>
                        </a:schemeClr>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l" rtl="0">
                        <a:spcBef>
                          <a:spcPts val="0"/>
                        </a:spcBef>
                        <a:spcAft>
                          <a:spcPts val="1600"/>
                        </a:spcAft>
                        <a:buNone/>
                      </a:pPr>
                      <a:r>
                        <a:rPr lang="en" sz="950">
                          <a:solidFill>
                            <a:schemeClr val="dk1"/>
                          </a:solidFill>
                          <a:latin typeface="Montserrat Medium"/>
                          <a:ea typeface="Montserrat Medium"/>
                          <a:cs typeface="Montserrat Medium"/>
                          <a:sym typeface="Montserrat Medium"/>
                        </a:rPr>
                        <a:t>To view this template correctly in PowerPoint, download and install the fonts we used</a:t>
                      </a:r>
                      <a:endParaRPr sz="950">
                        <a:solidFill>
                          <a:schemeClr val="dk1"/>
                        </a:solidFill>
                        <a:latin typeface="Montserrat Medium"/>
                        <a:ea typeface="Montserrat Medium"/>
                        <a:cs typeface="Montserrat Medium"/>
                        <a:sym typeface="Montserrat Medium"/>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2"/>
                      </a:solidFill>
                      <a:prstDash val="solid"/>
                      <a:round/>
                      <a:headEnd type="none" w="sm" len="sm"/>
                      <a:tailEnd type="none" w="sm" len="sm"/>
                    </a:lnB>
                  </a:tcPr>
                </a:tc>
                <a:extLst>
                  <a:ext uri="{0D108BD9-81ED-4DB2-BD59-A6C34878D82A}">
                    <a16:rowId xmlns:a16="http://schemas.microsoft.com/office/drawing/2014/main" val="10000"/>
                  </a:ext>
                </a:extLst>
              </a:tr>
              <a:tr h="327600">
                <a:tc>
                  <a:txBody>
                    <a:bodyPr/>
                    <a:lstStyle/>
                    <a:p>
                      <a:pPr marL="0" lvl="0" indent="0" algn="l" rtl="0">
                        <a:spcBef>
                          <a:spcPts val="0"/>
                        </a:spcBef>
                        <a:spcAft>
                          <a:spcPts val="0"/>
                        </a:spcAft>
                        <a:buNone/>
                      </a:pPr>
                      <a:r>
                        <a:rPr lang="en" sz="950" b="1">
                          <a:solidFill>
                            <a:schemeClr val="hlink"/>
                          </a:solidFill>
                          <a:uFill>
                            <a:noFill/>
                          </a:uFill>
                          <a:latin typeface="Montserrat"/>
                          <a:ea typeface="Montserrat"/>
                          <a:cs typeface="Montserrat"/>
                          <a:sym typeface="Montserrat"/>
                          <a:hlinkClick r:id="rId3" action="ppaction://hlinksldjump"/>
                        </a:rPr>
                        <a:t>Used</a:t>
                      </a:r>
                      <a:r>
                        <a:rPr lang="en" sz="950" b="1">
                          <a:solidFill>
                            <a:schemeClr val="dk1"/>
                          </a:solidFill>
                          <a:latin typeface="Montserrat"/>
                          <a:ea typeface="Montserrat"/>
                          <a:cs typeface="Montserrat"/>
                          <a:sym typeface="Montserrat"/>
                        </a:rPr>
                        <a:t> and </a:t>
                      </a:r>
                      <a:r>
                        <a:rPr lang="en" sz="950" b="1">
                          <a:solidFill>
                            <a:schemeClr val="hlink"/>
                          </a:solidFill>
                          <a:uFill>
                            <a:noFill/>
                          </a:uFill>
                          <a:latin typeface="Montserrat"/>
                          <a:ea typeface="Montserrat"/>
                          <a:cs typeface="Montserrat"/>
                          <a:sym typeface="Montserrat"/>
                          <a:hlinkClick r:id="rId4" action="ppaction://hlinksldjump"/>
                        </a:rPr>
                        <a:t>alternative</a:t>
                      </a:r>
                      <a:r>
                        <a:rPr lang="en" sz="950" b="1">
                          <a:solidFill>
                            <a:schemeClr val="hlink"/>
                          </a:solidFill>
                          <a:uFill>
                            <a:noFill/>
                          </a:uFill>
                          <a:latin typeface="Montserrat"/>
                          <a:ea typeface="Montserrat"/>
                          <a:cs typeface="Montserrat"/>
                          <a:sym typeface="Montserrat"/>
                          <a:hlinkClick r:id="rId4" action="ppaction://hlinksldjump"/>
                        </a:rPr>
                        <a:t> resources</a:t>
                      </a:r>
                      <a:endParaRPr sz="950" b="1">
                        <a:solidFill>
                          <a:schemeClr val="dk1"/>
                        </a:solidFill>
                        <a:latin typeface="Montserrat"/>
                        <a:ea typeface="Montserrat"/>
                        <a:cs typeface="Montserrat"/>
                        <a:sym typeface="Montserrat"/>
                      </a:endParaRPr>
                    </a:p>
                  </a:txBody>
                  <a:tcPr marL="91425" marR="91425" marT="91425" marB="91425">
                    <a:lnL w="19050" cap="flat" cmpd="sng">
                      <a:solidFill>
                        <a:schemeClr val="dk1">
                          <a:alpha val="0"/>
                        </a:schemeClr>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950">
                          <a:solidFill>
                            <a:schemeClr val="dk1"/>
                          </a:solidFill>
                          <a:latin typeface="Montserrat Medium"/>
                          <a:ea typeface="Montserrat Medium"/>
                          <a:cs typeface="Montserrat Medium"/>
                          <a:sym typeface="Montserrat Medium"/>
                        </a:rPr>
                        <a:t>An assortment of graphic resources that are suitable for use in this presentation</a:t>
                      </a:r>
                      <a:endParaRPr sz="950">
                        <a:solidFill>
                          <a:schemeClr val="dk1"/>
                        </a:solidFill>
                        <a:latin typeface="Montserrat Medium"/>
                        <a:ea typeface="Montserrat Medium"/>
                        <a:cs typeface="Montserrat Medium"/>
                        <a:sym typeface="Montserrat Medium"/>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327600">
                <a:tc>
                  <a:txBody>
                    <a:bodyPr/>
                    <a:lstStyle/>
                    <a:p>
                      <a:pPr marL="0" lvl="0" indent="0" algn="l" rtl="0">
                        <a:spcBef>
                          <a:spcPts val="0"/>
                        </a:spcBef>
                        <a:spcAft>
                          <a:spcPts val="0"/>
                        </a:spcAft>
                        <a:buNone/>
                      </a:pPr>
                      <a:r>
                        <a:rPr lang="en" sz="950" b="1">
                          <a:solidFill>
                            <a:schemeClr val="hlink"/>
                          </a:solidFill>
                          <a:uFill>
                            <a:noFill/>
                          </a:uFill>
                          <a:latin typeface="Montserrat"/>
                          <a:ea typeface="Montserrat"/>
                          <a:cs typeface="Montserrat"/>
                          <a:sym typeface="Montserrat"/>
                          <a:hlinkClick r:id="rId4" action="ppaction://hlinksldjump"/>
                        </a:rPr>
                        <a:t>Thanks slide</a:t>
                      </a:r>
                      <a:endParaRPr sz="950" b="1">
                        <a:solidFill>
                          <a:schemeClr val="dk1"/>
                        </a:solidFill>
                        <a:latin typeface="Montserrat"/>
                        <a:ea typeface="Montserrat"/>
                        <a:cs typeface="Montserrat"/>
                        <a:sym typeface="Montserrat"/>
                      </a:endParaRPr>
                    </a:p>
                  </a:txBody>
                  <a:tcPr marL="91425" marR="91425" marT="91425" marB="91425">
                    <a:lnL w="19050" cap="flat" cmpd="sng">
                      <a:solidFill>
                        <a:schemeClr val="dk1">
                          <a:alpha val="0"/>
                        </a:schemeClr>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l" rtl="0">
                        <a:spcBef>
                          <a:spcPts val="0"/>
                        </a:spcBef>
                        <a:spcAft>
                          <a:spcPts val="1600"/>
                        </a:spcAft>
                        <a:buNone/>
                      </a:pPr>
                      <a:r>
                        <a:rPr lang="en" sz="950">
                          <a:solidFill>
                            <a:schemeClr val="dk1"/>
                          </a:solidFill>
                          <a:latin typeface="Montserrat Medium"/>
                          <a:ea typeface="Montserrat Medium"/>
                          <a:cs typeface="Montserrat Medium"/>
                          <a:sym typeface="Montserrat Medium"/>
                        </a:rPr>
                        <a:t>You must keep it so that proper credits for our design are given</a:t>
                      </a:r>
                      <a:endParaRPr sz="950">
                        <a:solidFill>
                          <a:schemeClr val="dk1"/>
                        </a:solidFill>
                        <a:latin typeface="Montserrat Medium"/>
                        <a:ea typeface="Montserrat Medium"/>
                        <a:cs typeface="Montserrat Medium"/>
                        <a:sym typeface="Montserrat Medium"/>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327600">
                <a:tc>
                  <a:txBody>
                    <a:bodyPr/>
                    <a:lstStyle/>
                    <a:p>
                      <a:pPr marL="0" lvl="0" indent="0" algn="l" rtl="0">
                        <a:spcBef>
                          <a:spcPts val="0"/>
                        </a:spcBef>
                        <a:spcAft>
                          <a:spcPts val="0"/>
                        </a:spcAft>
                        <a:buNone/>
                      </a:pPr>
                      <a:r>
                        <a:rPr lang="en" sz="950" b="1">
                          <a:solidFill>
                            <a:schemeClr val="hlink"/>
                          </a:solidFill>
                          <a:uFill>
                            <a:noFill/>
                          </a:uFill>
                          <a:latin typeface="Montserrat"/>
                          <a:ea typeface="Montserrat"/>
                          <a:cs typeface="Montserrat"/>
                          <a:sym typeface="Montserrat"/>
                          <a:hlinkClick r:id="" action="ppaction://noaction"/>
                        </a:rPr>
                        <a:t>Colors</a:t>
                      </a:r>
                      <a:endParaRPr sz="950" b="1">
                        <a:solidFill>
                          <a:schemeClr val="dk1"/>
                        </a:solidFill>
                        <a:latin typeface="Montserrat"/>
                        <a:ea typeface="Montserrat"/>
                        <a:cs typeface="Montserrat"/>
                        <a:sym typeface="Montserrat"/>
                      </a:endParaRPr>
                    </a:p>
                  </a:txBody>
                  <a:tcPr marL="91425" marR="91425" marT="91425" marB="91425">
                    <a:lnL w="19050" cap="flat" cmpd="sng">
                      <a:solidFill>
                        <a:schemeClr val="dk1">
                          <a:alpha val="0"/>
                        </a:schemeClr>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l" rtl="0">
                        <a:spcBef>
                          <a:spcPts val="0"/>
                        </a:spcBef>
                        <a:spcAft>
                          <a:spcPts val="1600"/>
                        </a:spcAft>
                        <a:buNone/>
                      </a:pPr>
                      <a:r>
                        <a:rPr lang="en" sz="950">
                          <a:solidFill>
                            <a:schemeClr val="dk1"/>
                          </a:solidFill>
                          <a:latin typeface="Montserrat Medium"/>
                          <a:ea typeface="Montserrat Medium"/>
                          <a:cs typeface="Montserrat Medium"/>
                          <a:sym typeface="Montserrat Medium"/>
                        </a:rPr>
                        <a:t>All the colors used in this presentation</a:t>
                      </a:r>
                      <a:endParaRPr sz="950">
                        <a:solidFill>
                          <a:schemeClr val="dk1"/>
                        </a:solidFill>
                        <a:latin typeface="Montserrat Medium"/>
                        <a:ea typeface="Montserrat Medium"/>
                        <a:cs typeface="Montserrat Medium"/>
                        <a:sym typeface="Montserrat Medium"/>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r h="327600">
                <a:tc>
                  <a:txBody>
                    <a:bodyPr/>
                    <a:lstStyle/>
                    <a:p>
                      <a:pPr marL="0" lvl="0" indent="0" algn="l" rtl="0">
                        <a:spcBef>
                          <a:spcPts val="0"/>
                        </a:spcBef>
                        <a:spcAft>
                          <a:spcPts val="0"/>
                        </a:spcAft>
                        <a:buNone/>
                      </a:pPr>
                      <a:r>
                        <a:rPr lang="en" sz="950" b="1">
                          <a:solidFill>
                            <a:schemeClr val="hlink"/>
                          </a:solidFill>
                          <a:uFill>
                            <a:noFill/>
                          </a:uFill>
                          <a:latin typeface="Montserrat"/>
                          <a:ea typeface="Montserrat"/>
                          <a:cs typeface="Montserrat"/>
                          <a:sym typeface="Montserrat"/>
                          <a:hlinkClick r:id="" action="ppaction://noaction"/>
                        </a:rPr>
                        <a:t>Icons</a:t>
                      </a:r>
                      <a:r>
                        <a:rPr lang="en" sz="950" b="1">
                          <a:solidFill>
                            <a:schemeClr val="dk1"/>
                          </a:solidFill>
                          <a:latin typeface="Montserrat"/>
                          <a:ea typeface="Montserrat"/>
                          <a:cs typeface="Montserrat"/>
                          <a:sym typeface="Montserrat"/>
                        </a:rPr>
                        <a:t> and </a:t>
                      </a:r>
                      <a:r>
                        <a:rPr lang="en" sz="950" b="1">
                          <a:solidFill>
                            <a:schemeClr val="hlink"/>
                          </a:solidFill>
                          <a:uFill>
                            <a:noFill/>
                          </a:uFill>
                          <a:latin typeface="Montserrat"/>
                          <a:ea typeface="Montserrat"/>
                          <a:cs typeface="Montserrat"/>
                          <a:sym typeface="Montserrat"/>
                          <a:hlinkClick r:id="" action="ppaction://noaction"/>
                        </a:rPr>
                        <a:t>infographic resources</a:t>
                      </a:r>
                      <a:endParaRPr sz="950" b="1">
                        <a:solidFill>
                          <a:schemeClr val="dk1"/>
                        </a:solidFill>
                        <a:latin typeface="Montserrat"/>
                        <a:ea typeface="Montserrat"/>
                        <a:cs typeface="Montserrat"/>
                        <a:sym typeface="Montserrat"/>
                      </a:endParaRPr>
                    </a:p>
                  </a:txBody>
                  <a:tcPr marL="91425" marR="91425" marT="91425" marB="91425">
                    <a:lnL w="19050" cap="flat" cmpd="sng">
                      <a:solidFill>
                        <a:schemeClr val="dk1">
                          <a:alpha val="0"/>
                        </a:schemeClr>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r>
                        <a:rPr lang="en" sz="950">
                          <a:solidFill>
                            <a:schemeClr val="dk1"/>
                          </a:solidFill>
                          <a:latin typeface="Montserrat Medium"/>
                          <a:ea typeface="Montserrat Medium"/>
                          <a:cs typeface="Montserrat Medium"/>
                          <a:sym typeface="Montserrat Medium"/>
                        </a:rPr>
                        <a:t>These can be used in the template, and their size and color can be edited</a:t>
                      </a:r>
                      <a:endParaRPr sz="950">
                        <a:solidFill>
                          <a:schemeClr val="dk1"/>
                        </a:solidFill>
                        <a:latin typeface="Montserrat Medium"/>
                        <a:ea typeface="Montserrat Medium"/>
                        <a:cs typeface="Montserrat Medium"/>
                        <a:sym typeface="Montserrat Medium"/>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extLst>
                  <a:ext uri="{0D108BD9-81ED-4DB2-BD59-A6C34878D82A}">
                    <a16:rowId xmlns:a16="http://schemas.microsoft.com/office/drawing/2014/main" val="10004"/>
                  </a:ext>
                </a:extLst>
              </a:tr>
              <a:tr h="327600">
                <a:tc>
                  <a:txBody>
                    <a:bodyPr/>
                    <a:lstStyle/>
                    <a:p>
                      <a:pPr marL="0" lvl="0" indent="0" algn="l" rtl="0">
                        <a:spcBef>
                          <a:spcPts val="0"/>
                        </a:spcBef>
                        <a:spcAft>
                          <a:spcPts val="0"/>
                        </a:spcAft>
                        <a:buNone/>
                      </a:pPr>
                      <a:r>
                        <a:rPr lang="en" sz="950" b="1">
                          <a:solidFill>
                            <a:schemeClr val="dk1"/>
                          </a:solidFill>
                          <a:latin typeface="Montserrat"/>
                          <a:ea typeface="Montserrat"/>
                          <a:cs typeface="Montserrat"/>
                          <a:sym typeface="Montserrat"/>
                        </a:rPr>
                        <a:t>Editable presentation theme </a:t>
                      </a:r>
                      <a:endParaRPr sz="950" b="1">
                        <a:solidFill>
                          <a:schemeClr val="dk1"/>
                        </a:solidFill>
                        <a:latin typeface="Montserrat"/>
                        <a:ea typeface="Montserrat"/>
                        <a:cs typeface="Montserrat"/>
                        <a:sym typeface="Montserrat"/>
                      </a:endParaRPr>
                    </a:p>
                  </a:txBody>
                  <a:tcPr marL="91425" marR="91425" marT="91425" marB="91425">
                    <a:lnL w="19050" cap="flat" cmpd="sng">
                      <a:solidFill>
                        <a:schemeClr val="dk1">
                          <a:alpha val="0"/>
                        </a:schemeClr>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en" sz="950">
                          <a:solidFill>
                            <a:schemeClr val="dk1"/>
                          </a:solidFill>
                          <a:latin typeface="Montserrat Medium"/>
                          <a:ea typeface="Montserrat Medium"/>
                          <a:cs typeface="Montserrat Medium"/>
                          <a:sym typeface="Montserrat Medium"/>
                        </a:rPr>
                        <a:t>You can edit the master slides easily. For more info, click </a:t>
                      </a:r>
                      <a:r>
                        <a:rPr lang="en" sz="950" b="1">
                          <a:solidFill>
                            <a:schemeClr val="dk1"/>
                          </a:solidFill>
                          <a:uFill>
                            <a:noFill/>
                          </a:uFill>
                          <a:latin typeface="Montserrat"/>
                          <a:ea typeface="Montserrat"/>
                          <a:cs typeface="Montserrat"/>
                          <a:sym typeface="Montserrat"/>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950" b="1">
                        <a:solidFill>
                          <a:schemeClr val="dk1"/>
                        </a:solidFill>
                        <a:latin typeface="Montserrat"/>
                        <a:ea typeface="Montserrat"/>
                        <a:cs typeface="Montserrat"/>
                        <a:sym typeface="Montserrat"/>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37"/>
          <p:cNvSpPr/>
          <p:nvPr/>
        </p:nvSpPr>
        <p:spPr>
          <a:xfrm>
            <a:off x="5183994" y="1071331"/>
            <a:ext cx="1260000" cy="8928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7"/>
          <p:cNvSpPr txBox="1">
            <a:spLocks noGrp="1"/>
          </p:cNvSpPr>
          <p:nvPr>
            <p:ph type="title" idx="2"/>
          </p:nvPr>
        </p:nvSpPr>
        <p:spPr>
          <a:xfrm>
            <a:off x="5183994" y="1071331"/>
            <a:ext cx="1260000" cy="892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01</a:t>
            </a:r>
            <a:endParaRPr/>
          </a:p>
        </p:txBody>
      </p:sp>
      <p:sp>
        <p:nvSpPr>
          <p:cNvPr id="404" name="Google Shape;404;p37"/>
          <p:cNvSpPr txBox="1">
            <a:spLocks noGrp="1"/>
          </p:cNvSpPr>
          <p:nvPr>
            <p:ph type="subTitle" idx="1"/>
          </p:nvPr>
        </p:nvSpPr>
        <p:spPr>
          <a:xfrm>
            <a:off x="3203994" y="3641069"/>
            <a:ext cx="5220000" cy="4311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You can enter a subtitle here if you need it</a:t>
            </a:r>
            <a:endParaRPr/>
          </a:p>
        </p:txBody>
      </p:sp>
      <p:sp>
        <p:nvSpPr>
          <p:cNvPr id="405" name="Google Shape;405;p37"/>
          <p:cNvSpPr txBox="1">
            <a:spLocks noGrp="1"/>
          </p:cNvSpPr>
          <p:nvPr>
            <p:ph type="title"/>
          </p:nvPr>
        </p:nvSpPr>
        <p:spPr>
          <a:xfrm>
            <a:off x="3203994" y="2040256"/>
            <a:ext cx="5220000" cy="1600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OUR TEACHING METHOD</a:t>
            </a:r>
            <a:endParaRPr/>
          </a:p>
        </p:txBody>
      </p:sp>
      <p:grpSp>
        <p:nvGrpSpPr>
          <p:cNvPr id="406" name="Google Shape;406;p37"/>
          <p:cNvGrpSpPr/>
          <p:nvPr/>
        </p:nvGrpSpPr>
        <p:grpSpPr>
          <a:xfrm>
            <a:off x="719988" y="310002"/>
            <a:ext cx="2535031" cy="4523496"/>
            <a:chOff x="719988" y="310002"/>
            <a:chExt cx="2535031" cy="4523496"/>
          </a:xfrm>
        </p:grpSpPr>
        <p:sp>
          <p:nvSpPr>
            <p:cNvPr id="407" name="Google Shape;407;p37"/>
            <p:cNvSpPr/>
            <p:nvPr/>
          </p:nvSpPr>
          <p:spPr>
            <a:xfrm>
              <a:off x="2184511" y="3409533"/>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7"/>
            <p:cNvSpPr/>
            <p:nvPr/>
          </p:nvSpPr>
          <p:spPr>
            <a:xfrm>
              <a:off x="769890" y="868849"/>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9" name="Google Shape;409;p37"/>
            <p:cNvGrpSpPr/>
            <p:nvPr/>
          </p:nvGrpSpPr>
          <p:grpSpPr>
            <a:xfrm>
              <a:off x="998500" y="1097444"/>
              <a:ext cx="2256519" cy="2948604"/>
              <a:chOff x="1119525" y="2437600"/>
              <a:chExt cx="1296850" cy="1694600"/>
            </a:xfrm>
          </p:grpSpPr>
          <p:sp>
            <p:nvSpPr>
              <p:cNvPr id="410" name="Google Shape;410;p37"/>
              <p:cNvSpPr/>
              <p:nvPr/>
            </p:nvSpPr>
            <p:spPr>
              <a:xfrm>
                <a:off x="1219475" y="2437600"/>
                <a:ext cx="850625" cy="1694600"/>
              </a:xfrm>
              <a:custGeom>
                <a:avLst/>
                <a:gdLst/>
                <a:ahLst/>
                <a:cxnLst/>
                <a:rect l="l" t="t" r="r" b="b"/>
                <a:pathLst>
                  <a:path w="34025" h="67784" extrusionOk="0">
                    <a:moveTo>
                      <a:pt x="4295" y="0"/>
                    </a:moveTo>
                    <a:cubicBezTo>
                      <a:pt x="1934" y="0"/>
                      <a:pt x="1" y="1933"/>
                      <a:pt x="1" y="4295"/>
                    </a:cubicBezTo>
                    <a:lnTo>
                      <a:pt x="1" y="63488"/>
                    </a:lnTo>
                    <a:cubicBezTo>
                      <a:pt x="1" y="65850"/>
                      <a:pt x="1934" y="67783"/>
                      <a:pt x="4295" y="67783"/>
                    </a:cubicBezTo>
                    <a:lnTo>
                      <a:pt x="29730" y="67783"/>
                    </a:lnTo>
                    <a:cubicBezTo>
                      <a:pt x="32091" y="67783"/>
                      <a:pt x="34024" y="65850"/>
                      <a:pt x="34024" y="63488"/>
                    </a:cubicBezTo>
                    <a:lnTo>
                      <a:pt x="34024" y="4295"/>
                    </a:lnTo>
                    <a:cubicBezTo>
                      <a:pt x="34024" y="1933"/>
                      <a:pt x="32091" y="0"/>
                      <a:pt x="297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7"/>
              <p:cNvSpPr/>
              <p:nvPr/>
            </p:nvSpPr>
            <p:spPr>
              <a:xfrm>
                <a:off x="1292050" y="2538575"/>
                <a:ext cx="705425" cy="1401475"/>
              </a:xfrm>
              <a:custGeom>
                <a:avLst/>
                <a:gdLst/>
                <a:ahLst/>
                <a:cxnLst/>
                <a:rect l="l" t="t" r="r" b="b"/>
                <a:pathLst>
                  <a:path w="28217" h="56059" extrusionOk="0">
                    <a:moveTo>
                      <a:pt x="1" y="1"/>
                    </a:moveTo>
                    <a:lnTo>
                      <a:pt x="1" y="56059"/>
                    </a:lnTo>
                    <a:lnTo>
                      <a:pt x="28217" y="56059"/>
                    </a:lnTo>
                    <a:lnTo>
                      <a:pt x="2821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7"/>
              <p:cNvSpPr/>
              <p:nvPr/>
            </p:nvSpPr>
            <p:spPr>
              <a:xfrm>
                <a:off x="1564275" y="4000025"/>
                <a:ext cx="160975" cy="53675"/>
              </a:xfrm>
              <a:custGeom>
                <a:avLst/>
                <a:gdLst/>
                <a:ahLst/>
                <a:cxnLst/>
                <a:rect l="l" t="t" r="r" b="b"/>
                <a:pathLst>
                  <a:path w="6439" h="2147" extrusionOk="0">
                    <a:moveTo>
                      <a:pt x="1073" y="0"/>
                    </a:moveTo>
                    <a:cubicBezTo>
                      <a:pt x="481" y="0"/>
                      <a:pt x="1" y="481"/>
                      <a:pt x="1" y="1073"/>
                    </a:cubicBezTo>
                    <a:cubicBezTo>
                      <a:pt x="1" y="1666"/>
                      <a:pt x="480" y="2146"/>
                      <a:pt x="1073" y="2146"/>
                    </a:cubicBezTo>
                    <a:lnTo>
                      <a:pt x="5365" y="2146"/>
                    </a:lnTo>
                    <a:cubicBezTo>
                      <a:pt x="5958" y="2146"/>
                      <a:pt x="6439" y="1666"/>
                      <a:pt x="6439" y="1073"/>
                    </a:cubicBezTo>
                    <a:cubicBezTo>
                      <a:pt x="6439" y="481"/>
                      <a:pt x="5960" y="0"/>
                      <a:pt x="53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7"/>
              <p:cNvSpPr/>
              <p:nvPr/>
            </p:nvSpPr>
            <p:spPr>
              <a:xfrm>
                <a:off x="1292050" y="2538600"/>
                <a:ext cx="705425" cy="1401450"/>
              </a:xfrm>
              <a:custGeom>
                <a:avLst/>
                <a:gdLst/>
                <a:ahLst/>
                <a:cxnLst/>
                <a:rect l="l" t="t" r="r" b="b"/>
                <a:pathLst>
                  <a:path w="28217" h="56058" extrusionOk="0">
                    <a:moveTo>
                      <a:pt x="28217" y="1"/>
                    </a:moveTo>
                    <a:lnTo>
                      <a:pt x="1" y="56058"/>
                    </a:lnTo>
                    <a:lnTo>
                      <a:pt x="28217" y="56058"/>
                    </a:lnTo>
                    <a:lnTo>
                      <a:pt x="2821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7"/>
              <p:cNvSpPr/>
              <p:nvPr/>
            </p:nvSpPr>
            <p:spPr>
              <a:xfrm>
                <a:off x="1589550" y="2745875"/>
                <a:ext cx="826825" cy="717975"/>
              </a:xfrm>
              <a:custGeom>
                <a:avLst/>
                <a:gdLst/>
                <a:ahLst/>
                <a:cxnLst/>
                <a:rect l="l" t="t" r="r" b="b"/>
                <a:pathLst>
                  <a:path w="33073" h="28719" extrusionOk="0">
                    <a:moveTo>
                      <a:pt x="16536" y="1"/>
                    </a:moveTo>
                    <a:cubicBezTo>
                      <a:pt x="15362" y="932"/>
                      <a:pt x="10963" y="4109"/>
                      <a:pt x="5433" y="4199"/>
                    </a:cubicBezTo>
                    <a:cubicBezTo>
                      <a:pt x="5433" y="4199"/>
                      <a:pt x="1" y="22645"/>
                      <a:pt x="16536" y="28719"/>
                    </a:cubicBezTo>
                    <a:cubicBezTo>
                      <a:pt x="33072" y="22645"/>
                      <a:pt x="27639" y="4199"/>
                      <a:pt x="27639" y="4199"/>
                    </a:cubicBezTo>
                    <a:cubicBezTo>
                      <a:pt x="22109" y="4108"/>
                      <a:pt x="17708" y="931"/>
                      <a:pt x="165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7"/>
              <p:cNvSpPr/>
              <p:nvPr/>
            </p:nvSpPr>
            <p:spPr>
              <a:xfrm>
                <a:off x="1626925" y="2772500"/>
                <a:ext cx="752025" cy="662575"/>
              </a:xfrm>
              <a:custGeom>
                <a:avLst/>
                <a:gdLst/>
                <a:ahLst/>
                <a:cxnLst/>
                <a:rect l="l" t="t" r="r" b="b"/>
                <a:pathLst>
                  <a:path w="30081" h="26503" extrusionOk="0">
                    <a:moveTo>
                      <a:pt x="15041" y="0"/>
                    </a:moveTo>
                    <a:lnTo>
                      <a:pt x="14800" y="191"/>
                    </a:lnTo>
                    <a:cubicBezTo>
                      <a:pt x="13743" y="1030"/>
                      <a:pt x="9925" y="3772"/>
                      <a:pt x="5140" y="3850"/>
                    </a:cubicBezTo>
                    <a:lnTo>
                      <a:pt x="4855" y="3855"/>
                    </a:lnTo>
                    <a:lnTo>
                      <a:pt x="4773" y="4128"/>
                    </a:lnTo>
                    <a:cubicBezTo>
                      <a:pt x="4723" y="4297"/>
                      <a:pt x="1" y="20979"/>
                      <a:pt x="14906" y="26452"/>
                    </a:cubicBezTo>
                    <a:lnTo>
                      <a:pt x="15041" y="26502"/>
                    </a:lnTo>
                    <a:lnTo>
                      <a:pt x="15175" y="26452"/>
                    </a:lnTo>
                    <a:cubicBezTo>
                      <a:pt x="30081" y="20979"/>
                      <a:pt x="25357" y="4297"/>
                      <a:pt x="25308" y="4128"/>
                    </a:cubicBezTo>
                    <a:lnTo>
                      <a:pt x="25228" y="3855"/>
                    </a:lnTo>
                    <a:lnTo>
                      <a:pt x="24943" y="3850"/>
                    </a:lnTo>
                    <a:cubicBezTo>
                      <a:pt x="20155" y="3772"/>
                      <a:pt x="16340" y="1030"/>
                      <a:pt x="15283" y="191"/>
                    </a:cubicBezTo>
                    <a:lnTo>
                      <a:pt x="1504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7"/>
              <p:cNvSpPr/>
              <p:nvPr/>
            </p:nvSpPr>
            <p:spPr>
              <a:xfrm>
                <a:off x="1914400" y="2925375"/>
                <a:ext cx="177100" cy="174150"/>
              </a:xfrm>
              <a:custGeom>
                <a:avLst/>
                <a:gdLst/>
                <a:ahLst/>
                <a:cxnLst/>
                <a:rect l="l" t="t" r="r" b="b"/>
                <a:pathLst>
                  <a:path w="7084" h="6966" extrusionOk="0">
                    <a:moveTo>
                      <a:pt x="4036" y="913"/>
                    </a:moveTo>
                    <a:cubicBezTo>
                      <a:pt x="5213" y="913"/>
                      <a:pt x="6168" y="1871"/>
                      <a:pt x="6168" y="3046"/>
                    </a:cubicBezTo>
                    <a:lnTo>
                      <a:pt x="6168" y="3918"/>
                    </a:lnTo>
                    <a:cubicBezTo>
                      <a:pt x="6168" y="5095"/>
                      <a:pt x="5213" y="6052"/>
                      <a:pt x="4036" y="6052"/>
                    </a:cubicBezTo>
                    <a:lnTo>
                      <a:pt x="3049" y="6052"/>
                    </a:lnTo>
                    <a:cubicBezTo>
                      <a:pt x="1872" y="6052"/>
                      <a:pt x="915" y="5095"/>
                      <a:pt x="915" y="3918"/>
                    </a:cubicBezTo>
                    <a:lnTo>
                      <a:pt x="915" y="3046"/>
                    </a:lnTo>
                    <a:cubicBezTo>
                      <a:pt x="915" y="1869"/>
                      <a:pt x="1872" y="913"/>
                      <a:pt x="3049" y="913"/>
                    </a:cubicBezTo>
                    <a:close/>
                    <a:moveTo>
                      <a:pt x="3047" y="1"/>
                    </a:moveTo>
                    <a:cubicBezTo>
                      <a:pt x="1366" y="1"/>
                      <a:pt x="1" y="1366"/>
                      <a:pt x="1" y="3046"/>
                    </a:cubicBezTo>
                    <a:lnTo>
                      <a:pt x="1" y="3918"/>
                    </a:lnTo>
                    <a:cubicBezTo>
                      <a:pt x="1" y="5599"/>
                      <a:pt x="1366" y="6965"/>
                      <a:pt x="3047" y="6965"/>
                    </a:cubicBezTo>
                    <a:lnTo>
                      <a:pt x="4035" y="6965"/>
                    </a:lnTo>
                    <a:cubicBezTo>
                      <a:pt x="5715" y="6965"/>
                      <a:pt x="7083" y="5599"/>
                      <a:pt x="7081" y="3918"/>
                    </a:cubicBezTo>
                    <a:lnTo>
                      <a:pt x="7081" y="3046"/>
                    </a:lnTo>
                    <a:cubicBezTo>
                      <a:pt x="7081" y="1366"/>
                      <a:pt x="5715" y="1"/>
                      <a:pt x="40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7"/>
              <p:cNvSpPr/>
              <p:nvPr/>
            </p:nvSpPr>
            <p:spPr>
              <a:xfrm>
                <a:off x="1874500" y="3025250"/>
                <a:ext cx="256925" cy="257000"/>
              </a:xfrm>
              <a:custGeom>
                <a:avLst/>
                <a:gdLst/>
                <a:ahLst/>
                <a:cxnLst/>
                <a:rect l="l" t="t" r="r" b="b"/>
                <a:pathLst>
                  <a:path w="10277" h="10280" extrusionOk="0">
                    <a:moveTo>
                      <a:pt x="2987" y="0"/>
                    </a:moveTo>
                    <a:cubicBezTo>
                      <a:pt x="1346" y="0"/>
                      <a:pt x="0" y="1346"/>
                      <a:pt x="0" y="2989"/>
                    </a:cubicBezTo>
                    <a:lnTo>
                      <a:pt x="0" y="7290"/>
                    </a:lnTo>
                    <a:cubicBezTo>
                      <a:pt x="0" y="8934"/>
                      <a:pt x="1344" y="10279"/>
                      <a:pt x="2987" y="10279"/>
                    </a:cubicBezTo>
                    <a:lnTo>
                      <a:pt x="7289" y="10279"/>
                    </a:lnTo>
                    <a:cubicBezTo>
                      <a:pt x="8932" y="10279"/>
                      <a:pt x="10277" y="8934"/>
                      <a:pt x="10277" y="7290"/>
                    </a:cubicBezTo>
                    <a:lnTo>
                      <a:pt x="10277" y="2989"/>
                    </a:lnTo>
                    <a:cubicBezTo>
                      <a:pt x="10277" y="1346"/>
                      <a:pt x="8932" y="0"/>
                      <a:pt x="72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7"/>
              <p:cNvSpPr/>
              <p:nvPr/>
            </p:nvSpPr>
            <p:spPr>
              <a:xfrm>
                <a:off x="1890650" y="3041425"/>
                <a:ext cx="240775" cy="240825"/>
              </a:xfrm>
              <a:custGeom>
                <a:avLst/>
                <a:gdLst/>
                <a:ahLst/>
                <a:cxnLst/>
                <a:rect l="l" t="t" r="r" b="b"/>
                <a:pathLst>
                  <a:path w="9631" h="9633" extrusionOk="0">
                    <a:moveTo>
                      <a:pt x="8491" y="0"/>
                    </a:moveTo>
                    <a:cubicBezTo>
                      <a:pt x="8894" y="512"/>
                      <a:pt x="9138" y="1152"/>
                      <a:pt x="9138" y="1849"/>
                    </a:cubicBezTo>
                    <a:lnTo>
                      <a:pt x="9138" y="6150"/>
                    </a:lnTo>
                    <a:cubicBezTo>
                      <a:pt x="9138" y="7794"/>
                      <a:pt x="7792" y="9139"/>
                      <a:pt x="6150" y="9139"/>
                    </a:cubicBezTo>
                    <a:lnTo>
                      <a:pt x="1847" y="9139"/>
                    </a:lnTo>
                    <a:cubicBezTo>
                      <a:pt x="1151" y="9139"/>
                      <a:pt x="509" y="8896"/>
                      <a:pt x="0" y="8492"/>
                    </a:cubicBezTo>
                    <a:lnTo>
                      <a:pt x="0" y="8492"/>
                    </a:lnTo>
                    <a:cubicBezTo>
                      <a:pt x="547" y="9184"/>
                      <a:pt x="1393" y="9632"/>
                      <a:pt x="2339" y="9632"/>
                    </a:cubicBezTo>
                    <a:lnTo>
                      <a:pt x="6640" y="9632"/>
                    </a:lnTo>
                    <a:cubicBezTo>
                      <a:pt x="8284" y="9632"/>
                      <a:pt x="9630" y="8287"/>
                      <a:pt x="9630" y="6643"/>
                    </a:cubicBezTo>
                    <a:lnTo>
                      <a:pt x="9630" y="2342"/>
                    </a:lnTo>
                    <a:cubicBezTo>
                      <a:pt x="9631" y="1396"/>
                      <a:pt x="9182" y="550"/>
                      <a:pt x="84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7"/>
              <p:cNvSpPr/>
              <p:nvPr/>
            </p:nvSpPr>
            <p:spPr>
              <a:xfrm>
                <a:off x="1964400" y="3085750"/>
                <a:ext cx="77125" cy="151975"/>
              </a:xfrm>
              <a:custGeom>
                <a:avLst/>
                <a:gdLst/>
                <a:ahLst/>
                <a:cxnLst/>
                <a:rect l="l" t="t" r="r" b="b"/>
                <a:pathLst>
                  <a:path w="3085" h="6079" extrusionOk="0">
                    <a:moveTo>
                      <a:pt x="1543" y="1"/>
                    </a:moveTo>
                    <a:cubicBezTo>
                      <a:pt x="691" y="1"/>
                      <a:pt x="1" y="691"/>
                      <a:pt x="1" y="1543"/>
                    </a:cubicBezTo>
                    <a:cubicBezTo>
                      <a:pt x="1" y="2153"/>
                      <a:pt x="359" y="2677"/>
                      <a:pt x="876" y="2927"/>
                    </a:cubicBezTo>
                    <a:lnTo>
                      <a:pt x="110" y="5816"/>
                    </a:lnTo>
                    <a:cubicBezTo>
                      <a:pt x="81" y="5959"/>
                      <a:pt x="177" y="6079"/>
                      <a:pt x="325" y="6079"/>
                    </a:cubicBezTo>
                    <a:lnTo>
                      <a:pt x="2767" y="6079"/>
                    </a:lnTo>
                    <a:cubicBezTo>
                      <a:pt x="2913" y="6079"/>
                      <a:pt x="3010" y="5959"/>
                      <a:pt x="2982" y="5816"/>
                    </a:cubicBezTo>
                    <a:lnTo>
                      <a:pt x="2215" y="2927"/>
                    </a:lnTo>
                    <a:cubicBezTo>
                      <a:pt x="2726" y="2677"/>
                      <a:pt x="3084" y="2153"/>
                      <a:pt x="3084" y="1543"/>
                    </a:cubicBezTo>
                    <a:cubicBezTo>
                      <a:pt x="3084" y="691"/>
                      <a:pt x="2394" y="1"/>
                      <a:pt x="15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7"/>
              <p:cNvSpPr/>
              <p:nvPr/>
            </p:nvSpPr>
            <p:spPr>
              <a:xfrm>
                <a:off x="1131100" y="3216975"/>
                <a:ext cx="427175" cy="389225"/>
              </a:xfrm>
              <a:custGeom>
                <a:avLst/>
                <a:gdLst/>
                <a:ahLst/>
                <a:cxnLst/>
                <a:rect l="l" t="t" r="r" b="b"/>
                <a:pathLst>
                  <a:path w="17087" h="15569" extrusionOk="0">
                    <a:moveTo>
                      <a:pt x="8544" y="1765"/>
                    </a:moveTo>
                    <a:cubicBezTo>
                      <a:pt x="10084" y="1765"/>
                      <a:pt x="11625" y="2353"/>
                      <a:pt x="12800" y="3528"/>
                    </a:cubicBezTo>
                    <a:cubicBezTo>
                      <a:pt x="15151" y="5879"/>
                      <a:pt x="15151" y="9690"/>
                      <a:pt x="12800" y="12040"/>
                    </a:cubicBezTo>
                    <a:cubicBezTo>
                      <a:pt x="11624" y="13216"/>
                      <a:pt x="10083" y="13804"/>
                      <a:pt x="8543" y="13804"/>
                    </a:cubicBezTo>
                    <a:cubicBezTo>
                      <a:pt x="7003" y="13804"/>
                      <a:pt x="5462" y="13216"/>
                      <a:pt x="4288" y="12041"/>
                    </a:cubicBezTo>
                    <a:cubicBezTo>
                      <a:pt x="1937" y="9690"/>
                      <a:pt x="1937" y="5879"/>
                      <a:pt x="4288" y="3528"/>
                    </a:cubicBezTo>
                    <a:cubicBezTo>
                      <a:pt x="5463" y="2353"/>
                      <a:pt x="7004" y="1765"/>
                      <a:pt x="8544" y="1765"/>
                    </a:cubicBezTo>
                    <a:close/>
                    <a:moveTo>
                      <a:pt x="8544" y="1"/>
                    </a:moveTo>
                    <a:cubicBezTo>
                      <a:pt x="6552" y="1"/>
                      <a:pt x="4560" y="761"/>
                      <a:pt x="3041" y="2280"/>
                    </a:cubicBezTo>
                    <a:cubicBezTo>
                      <a:pt x="1" y="5320"/>
                      <a:pt x="1" y="10249"/>
                      <a:pt x="3041" y="13289"/>
                    </a:cubicBezTo>
                    <a:cubicBezTo>
                      <a:pt x="4561" y="14809"/>
                      <a:pt x="6553" y="15569"/>
                      <a:pt x="8545" y="15569"/>
                    </a:cubicBezTo>
                    <a:cubicBezTo>
                      <a:pt x="10537" y="15569"/>
                      <a:pt x="12530" y="14809"/>
                      <a:pt x="14049" y="13289"/>
                    </a:cubicBezTo>
                    <a:cubicBezTo>
                      <a:pt x="17087" y="10249"/>
                      <a:pt x="17087" y="5321"/>
                      <a:pt x="14049" y="2282"/>
                    </a:cubicBezTo>
                    <a:cubicBezTo>
                      <a:pt x="12529" y="761"/>
                      <a:pt x="10537" y="1"/>
                      <a:pt x="854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7"/>
              <p:cNvSpPr/>
              <p:nvPr/>
            </p:nvSpPr>
            <p:spPr>
              <a:xfrm>
                <a:off x="1179500" y="3261100"/>
                <a:ext cx="330400" cy="300975"/>
              </a:xfrm>
              <a:custGeom>
                <a:avLst/>
                <a:gdLst/>
                <a:ahLst/>
                <a:cxnLst/>
                <a:rect l="l" t="t" r="r" b="b"/>
                <a:pathLst>
                  <a:path w="13216" h="12039" extrusionOk="0">
                    <a:moveTo>
                      <a:pt x="6608" y="0"/>
                    </a:moveTo>
                    <a:cubicBezTo>
                      <a:pt x="5068" y="0"/>
                      <a:pt x="3527" y="588"/>
                      <a:pt x="2352" y="1763"/>
                    </a:cubicBezTo>
                    <a:cubicBezTo>
                      <a:pt x="1" y="4114"/>
                      <a:pt x="1" y="7925"/>
                      <a:pt x="2352" y="10276"/>
                    </a:cubicBezTo>
                    <a:cubicBezTo>
                      <a:pt x="3526" y="11451"/>
                      <a:pt x="5067" y="12039"/>
                      <a:pt x="6607" y="12039"/>
                    </a:cubicBezTo>
                    <a:cubicBezTo>
                      <a:pt x="8147" y="12039"/>
                      <a:pt x="9688" y="11451"/>
                      <a:pt x="10864" y="10275"/>
                    </a:cubicBezTo>
                    <a:cubicBezTo>
                      <a:pt x="13215" y="7925"/>
                      <a:pt x="13215" y="4114"/>
                      <a:pt x="10864" y="1763"/>
                    </a:cubicBezTo>
                    <a:cubicBezTo>
                      <a:pt x="9689" y="588"/>
                      <a:pt x="8148" y="0"/>
                      <a:pt x="660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7"/>
              <p:cNvSpPr/>
              <p:nvPr/>
            </p:nvSpPr>
            <p:spPr>
              <a:xfrm>
                <a:off x="1434150" y="3501025"/>
                <a:ext cx="191475" cy="191400"/>
              </a:xfrm>
              <a:custGeom>
                <a:avLst/>
                <a:gdLst/>
                <a:ahLst/>
                <a:cxnLst/>
                <a:rect l="l" t="t" r="r" b="b"/>
                <a:pathLst>
                  <a:path w="7659" h="7656" extrusionOk="0">
                    <a:moveTo>
                      <a:pt x="1357" y="0"/>
                    </a:moveTo>
                    <a:lnTo>
                      <a:pt x="0" y="1356"/>
                    </a:lnTo>
                    <a:lnTo>
                      <a:pt x="6301" y="7656"/>
                    </a:lnTo>
                    <a:lnTo>
                      <a:pt x="7658" y="6301"/>
                    </a:lnTo>
                    <a:lnTo>
                      <a:pt x="135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7"/>
              <p:cNvSpPr/>
              <p:nvPr/>
            </p:nvSpPr>
            <p:spPr>
              <a:xfrm>
                <a:off x="1557750" y="3624625"/>
                <a:ext cx="67875" cy="67800"/>
              </a:xfrm>
              <a:custGeom>
                <a:avLst/>
                <a:gdLst/>
                <a:ahLst/>
                <a:cxnLst/>
                <a:rect l="l" t="t" r="r" b="b"/>
                <a:pathLst>
                  <a:path w="2715" h="2712" extrusionOk="0">
                    <a:moveTo>
                      <a:pt x="1357" y="1"/>
                    </a:moveTo>
                    <a:lnTo>
                      <a:pt x="0" y="1357"/>
                    </a:lnTo>
                    <a:lnTo>
                      <a:pt x="1357" y="2712"/>
                    </a:lnTo>
                    <a:lnTo>
                      <a:pt x="2714" y="1357"/>
                    </a:lnTo>
                    <a:lnTo>
                      <a:pt x="135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7"/>
              <p:cNvSpPr/>
              <p:nvPr/>
            </p:nvSpPr>
            <p:spPr>
              <a:xfrm>
                <a:off x="1248675" y="3327200"/>
                <a:ext cx="188775" cy="168725"/>
              </a:xfrm>
              <a:custGeom>
                <a:avLst/>
                <a:gdLst/>
                <a:ahLst/>
                <a:cxnLst/>
                <a:rect l="l" t="t" r="r" b="b"/>
                <a:pathLst>
                  <a:path w="7551" h="6749" extrusionOk="0">
                    <a:moveTo>
                      <a:pt x="3774" y="0"/>
                    </a:moveTo>
                    <a:cubicBezTo>
                      <a:pt x="3125" y="0"/>
                      <a:pt x="2596" y="527"/>
                      <a:pt x="2596" y="1179"/>
                    </a:cubicBezTo>
                    <a:cubicBezTo>
                      <a:pt x="2596" y="1422"/>
                      <a:pt x="2670" y="1648"/>
                      <a:pt x="2795" y="1836"/>
                    </a:cubicBezTo>
                    <a:cubicBezTo>
                      <a:pt x="2633" y="1964"/>
                      <a:pt x="2485" y="2127"/>
                      <a:pt x="2357" y="2313"/>
                    </a:cubicBezTo>
                    <a:cubicBezTo>
                      <a:pt x="1883" y="2014"/>
                      <a:pt x="1408" y="1717"/>
                      <a:pt x="934" y="1419"/>
                    </a:cubicBezTo>
                    <a:cubicBezTo>
                      <a:pt x="897" y="1396"/>
                      <a:pt x="861" y="1386"/>
                      <a:pt x="826" y="1386"/>
                    </a:cubicBezTo>
                    <a:cubicBezTo>
                      <a:pt x="647" y="1386"/>
                      <a:pt x="530" y="1661"/>
                      <a:pt x="722" y="1782"/>
                    </a:cubicBezTo>
                    <a:cubicBezTo>
                      <a:pt x="1198" y="2080"/>
                      <a:pt x="1673" y="2378"/>
                      <a:pt x="2148" y="2678"/>
                    </a:cubicBezTo>
                    <a:cubicBezTo>
                      <a:pt x="1984" y="3026"/>
                      <a:pt x="1879" y="3434"/>
                      <a:pt x="1860" y="3869"/>
                    </a:cubicBezTo>
                    <a:cubicBezTo>
                      <a:pt x="1331" y="3813"/>
                      <a:pt x="799" y="3758"/>
                      <a:pt x="269" y="3703"/>
                    </a:cubicBezTo>
                    <a:cubicBezTo>
                      <a:pt x="260" y="3702"/>
                      <a:pt x="251" y="3701"/>
                      <a:pt x="243" y="3701"/>
                    </a:cubicBezTo>
                    <a:cubicBezTo>
                      <a:pt x="0" y="3701"/>
                      <a:pt x="10" y="4096"/>
                      <a:pt x="269" y="4122"/>
                    </a:cubicBezTo>
                    <a:cubicBezTo>
                      <a:pt x="802" y="4178"/>
                      <a:pt x="1334" y="4232"/>
                      <a:pt x="1867" y="4288"/>
                    </a:cubicBezTo>
                    <a:cubicBezTo>
                      <a:pt x="1896" y="4666"/>
                      <a:pt x="1988" y="5019"/>
                      <a:pt x="2128" y="5330"/>
                    </a:cubicBezTo>
                    <a:cubicBezTo>
                      <a:pt x="1749" y="5684"/>
                      <a:pt x="1369" y="6039"/>
                      <a:pt x="989" y="6393"/>
                    </a:cubicBezTo>
                    <a:cubicBezTo>
                      <a:pt x="835" y="6538"/>
                      <a:pt x="981" y="6749"/>
                      <a:pt x="1147" y="6749"/>
                    </a:cubicBezTo>
                    <a:cubicBezTo>
                      <a:pt x="1194" y="6749"/>
                      <a:pt x="1243" y="6732"/>
                      <a:pt x="1287" y="6691"/>
                    </a:cubicBezTo>
                    <a:cubicBezTo>
                      <a:pt x="1639" y="6364"/>
                      <a:pt x="1988" y="6036"/>
                      <a:pt x="2338" y="5709"/>
                    </a:cubicBezTo>
                    <a:cubicBezTo>
                      <a:pt x="2689" y="6236"/>
                      <a:pt x="3203" y="6570"/>
                      <a:pt x="3776" y="6570"/>
                    </a:cubicBezTo>
                    <a:cubicBezTo>
                      <a:pt x="4350" y="6570"/>
                      <a:pt x="4862" y="6237"/>
                      <a:pt x="5214" y="5709"/>
                    </a:cubicBezTo>
                    <a:cubicBezTo>
                      <a:pt x="5565" y="6036"/>
                      <a:pt x="5915" y="6364"/>
                      <a:pt x="6265" y="6691"/>
                    </a:cubicBezTo>
                    <a:cubicBezTo>
                      <a:pt x="6309" y="6732"/>
                      <a:pt x="6358" y="6749"/>
                      <a:pt x="6406" y="6749"/>
                    </a:cubicBezTo>
                    <a:cubicBezTo>
                      <a:pt x="6571" y="6749"/>
                      <a:pt x="6717" y="6538"/>
                      <a:pt x="6562" y="6393"/>
                    </a:cubicBezTo>
                    <a:cubicBezTo>
                      <a:pt x="6183" y="6039"/>
                      <a:pt x="5804" y="5684"/>
                      <a:pt x="5424" y="5330"/>
                    </a:cubicBezTo>
                    <a:cubicBezTo>
                      <a:pt x="5563" y="5019"/>
                      <a:pt x="5656" y="4666"/>
                      <a:pt x="5685" y="4288"/>
                    </a:cubicBezTo>
                    <a:cubicBezTo>
                      <a:pt x="6219" y="4232"/>
                      <a:pt x="6751" y="4178"/>
                      <a:pt x="7283" y="4122"/>
                    </a:cubicBezTo>
                    <a:cubicBezTo>
                      <a:pt x="7539" y="4096"/>
                      <a:pt x="7551" y="3701"/>
                      <a:pt x="7306" y="3701"/>
                    </a:cubicBezTo>
                    <a:cubicBezTo>
                      <a:pt x="7298" y="3701"/>
                      <a:pt x="7289" y="3702"/>
                      <a:pt x="7280" y="3703"/>
                    </a:cubicBezTo>
                    <a:cubicBezTo>
                      <a:pt x="6751" y="3758"/>
                      <a:pt x="6219" y="3813"/>
                      <a:pt x="5688" y="3869"/>
                    </a:cubicBezTo>
                    <a:cubicBezTo>
                      <a:pt x="5668" y="3434"/>
                      <a:pt x="5565" y="3026"/>
                      <a:pt x="5400" y="2678"/>
                    </a:cubicBezTo>
                    <a:cubicBezTo>
                      <a:pt x="5875" y="2379"/>
                      <a:pt x="6351" y="2080"/>
                      <a:pt x="6827" y="1782"/>
                    </a:cubicBezTo>
                    <a:cubicBezTo>
                      <a:pt x="7019" y="1661"/>
                      <a:pt x="6900" y="1386"/>
                      <a:pt x="6723" y="1386"/>
                    </a:cubicBezTo>
                    <a:cubicBezTo>
                      <a:pt x="6689" y="1386"/>
                      <a:pt x="6653" y="1396"/>
                      <a:pt x="6616" y="1419"/>
                    </a:cubicBezTo>
                    <a:cubicBezTo>
                      <a:pt x="6142" y="1717"/>
                      <a:pt x="5665" y="2014"/>
                      <a:pt x="5191" y="2313"/>
                    </a:cubicBezTo>
                    <a:cubicBezTo>
                      <a:pt x="5063" y="2127"/>
                      <a:pt x="4916" y="1967"/>
                      <a:pt x="4753" y="1836"/>
                    </a:cubicBezTo>
                    <a:cubicBezTo>
                      <a:pt x="4880" y="1649"/>
                      <a:pt x="4953" y="1422"/>
                      <a:pt x="4953" y="1179"/>
                    </a:cubicBezTo>
                    <a:cubicBezTo>
                      <a:pt x="4953" y="528"/>
                      <a:pt x="4426" y="0"/>
                      <a:pt x="37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7"/>
              <p:cNvSpPr/>
              <p:nvPr/>
            </p:nvSpPr>
            <p:spPr>
              <a:xfrm>
                <a:off x="1119525" y="2607350"/>
                <a:ext cx="450100" cy="343075"/>
              </a:xfrm>
              <a:custGeom>
                <a:avLst/>
                <a:gdLst/>
                <a:ahLst/>
                <a:cxnLst/>
                <a:rect l="l" t="t" r="r" b="b"/>
                <a:pathLst>
                  <a:path w="18004" h="13723" extrusionOk="0">
                    <a:moveTo>
                      <a:pt x="1033" y="0"/>
                    </a:moveTo>
                    <a:cubicBezTo>
                      <a:pt x="436" y="0"/>
                      <a:pt x="0" y="487"/>
                      <a:pt x="67" y="1082"/>
                    </a:cubicBezTo>
                    <a:lnTo>
                      <a:pt x="1375" y="12641"/>
                    </a:lnTo>
                    <a:cubicBezTo>
                      <a:pt x="1443" y="13237"/>
                      <a:pt x="1988" y="13722"/>
                      <a:pt x="2586" y="13722"/>
                    </a:cubicBezTo>
                    <a:lnTo>
                      <a:pt x="15427" y="13722"/>
                    </a:lnTo>
                    <a:cubicBezTo>
                      <a:pt x="16024" y="13722"/>
                      <a:pt x="16580" y="13237"/>
                      <a:pt x="16660" y="12645"/>
                    </a:cubicBezTo>
                    <a:lnTo>
                      <a:pt x="17924" y="3237"/>
                    </a:lnTo>
                    <a:cubicBezTo>
                      <a:pt x="18004" y="2642"/>
                      <a:pt x="17578" y="2159"/>
                      <a:pt x="16979" y="2159"/>
                    </a:cubicBezTo>
                    <a:lnTo>
                      <a:pt x="10452" y="2159"/>
                    </a:lnTo>
                    <a:cubicBezTo>
                      <a:pt x="9854" y="2159"/>
                      <a:pt x="9363" y="1674"/>
                      <a:pt x="9363" y="1079"/>
                    </a:cubicBezTo>
                    <a:cubicBezTo>
                      <a:pt x="9363" y="486"/>
                      <a:pt x="8874" y="0"/>
                      <a:pt x="82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7"/>
              <p:cNvSpPr/>
              <p:nvPr/>
            </p:nvSpPr>
            <p:spPr>
              <a:xfrm>
                <a:off x="1163900" y="2632725"/>
                <a:ext cx="361075" cy="343375"/>
              </a:xfrm>
              <a:custGeom>
                <a:avLst/>
                <a:gdLst/>
                <a:ahLst/>
                <a:cxnLst/>
                <a:rect l="l" t="t" r="r" b="b"/>
                <a:pathLst>
                  <a:path w="14443" h="13735" extrusionOk="0">
                    <a:moveTo>
                      <a:pt x="1" y="0"/>
                    </a:moveTo>
                    <a:lnTo>
                      <a:pt x="1" y="13735"/>
                    </a:lnTo>
                    <a:lnTo>
                      <a:pt x="14443" y="13735"/>
                    </a:lnTo>
                    <a:lnTo>
                      <a:pt x="144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7"/>
              <p:cNvSpPr/>
              <p:nvPr/>
            </p:nvSpPr>
            <p:spPr>
              <a:xfrm>
                <a:off x="1119525" y="2650100"/>
                <a:ext cx="450100" cy="343075"/>
              </a:xfrm>
              <a:custGeom>
                <a:avLst/>
                <a:gdLst/>
                <a:ahLst/>
                <a:cxnLst/>
                <a:rect l="l" t="t" r="r" b="b"/>
                <a:pathLst>
                  <a:path w="18004" h="13723" extrusionOk="0">
                    <a:moveTo>
                      <a:pt x="1033" y="1"/>
                    </a:moveTo>
                    <a:cubicBezTo>
                      <a:pt x="436" y="1"/>
                      <a:pt x="0" y="488"/>
                      <a:pt x="67" y="1082"/>
                    </a:cubicBezTo>
                    <a:lnTo>
                      <a:pt x="1375" y="12641"/>
                    </a:lnTo>
                    <a:cubicBezTo>
                      <a:pt x="1443" y="13237"/>
                      <a:pt x="1988" y="13723"/>
                      <a:pt x="2586" y="13723"/>
                    </a:cubicBezTo>
                    <a:lnTo>
                      <a:pt x="15427" y="13723"/>
                    </a:lnTo>
                    <a:cubicBezTo>
                      <a:pt x="16024" y="13723"/>
                      <a:pt x="16580" y="13237"/>
                      <a:pt x="16660" y="12645"/>
                    </a:cubicBezTo>
                    <a:lnTo>
                      <a:pt x="17924" y="3236"/>
                    </a:lnTo>
                    <a:cubicBezTo>
                      <a:pt x="18004" y="2643"/>
                      <a:pt x="17578" y="2158"/>
                      <a:pt x="16979" y="2158"/>
                    </a:cubicBezTo>
                    <a:lnTo>
                      <a:pt x="10452" y="2158"/>
                    </a:lnTo>
                    <a:cubicBezTo>
                      <a:pt x="9854" y="2158"/>
                      <a:pt x="9363" y="1673"/>
                      <a:pt x="9363" y="1080"/>
                    </a:cubicBezTo>
                    <a:cubicBezTo>
                      <a:pt x="9363" y="486"/>
                      <a:pt x="8874" y="1"/>
                      <a:pt x="82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7"/>
              <p:cNvSpPr/>
              <p:nvPr/>
            </p:nvSpPr>
            <p:spPr>
              <a:xfrm>
                <a:off x="1490925" y="2704050"/>
                <a:ext cx="78700" cy="289125"/>
              </a:xfrm>
              <a:custGeom>
                <a:avLst/>
                <a:gdLst/>
                <a:ahLst/>
                <a:cxnLst/>
                <a:rect l="l" t="t" r="r" b="b"/>
                <a:pathLst>
                  <a:path w="3148" h="11565" extrusionOk="0">
                    <a:moveTo>
                      <a:pt x="1554" y="0"/>
                    </a:moveTo>
                    <a:cubicBezTo>
                      <a:pt x="2153" y="0"/>
                      <a:pt x="2577" y="485"/>
                      <a:pt x="2498" y="1078"/>
                    </a:cubicBezTo>
                    <a:lnTo>
                      <a:pt x="1233" y="10487"/>
                    </a:lnTo>
                    <a:cubicBezTo>
                      <a:pt x="1154" y="11079"/>
                      <a:pt x="599" y="11565"/>
                      <a:pt x="1" y="11565"/>
                    </a:cubicBezTo>
                    <a:lnTo>
                      <a:pt x="571" y="11565"/>
                    </a:lnTo>
                    <a:cubicBezTo>
                      <a:pt x="1168" y="11565"/>
                      <a:pt x="1724" y="11079"/>
                      <a:pt x="1804" y="10487"/>
                    </a:cubicBezTo>
                    <a:lnTo>
                      <a:pt x="3068" y="1078"/>
                    </a:lnTo>
                    <a:cubicBezTo>
                      <a:pt x="3148" y="485"/>
                      <a:pt x="2723" y="0"/>
                      <a:pt x="2124" y="0"/>
                    </a:cubicBezTo>
                    <a:close/>
                  </a:path>
                </a:pathLst>
              </a:custGeom>
              <a:solidFill>
                <a:srgbClr val="F78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7"/>
              <p:cNvSpPr/>
              <p:nvPr/>
            </p:nvSpPr>
            <p:spPr>
              <a:xfrm>
                <a:off x="1312100" y="2650100"/>
                <a:ext cx="68750" cy="53975"/>
              </a:xfrm>
              <a:custGeom>
                <a:avLst/>
                <a:gdLst/>
                <a:ahLst/>
                <a:cxnLst/>
                <a:rect l="l" t="t" r="r" b="b"/>
                <a:pathLst>
                  <a:path w="2750" h="2159" extrusionOk="0">
                    <a:moveTo>
                      <a:pt x="1" y="1"/>
                    </a:moveTo>
                    <a:cubicBezTo>
                      <a:pt x="601" y="1"/>
                      <a:pt x="1090" y="486"/>
                      <a:pt x="1090" y="1080"/>
                    </a:cubicBezTo>
                    <a:cubicBezTo>
                      <a:pt x="1090" y="1673"/>
                      <a:pt x="1579" y="2158"/>
                      <a:pt x="2179" y="2158"/>
                    </a:cubicBezTo>
                    <a:lnTo>
                      <a:pt x="2749" y="2158"/>
                    </a:lnTo>
                    <a:cubicBezTo>
                      <a:pt x="2151" y="2158"/>
                      <a:pt x="1660" y="1673"/>
                      <a:pt x="1660" y="1080"/>
                    </a:cubicBezTo>
                    <a:cubicBezTo>
                      <a:pt x="1660" y="486"/>
                      <a:pt x="1171" y="1"/>
                      <a:pt x="571" y="1"/>
                    </a:cubicBezTo>
                    <a:close/>
                  </a:path>
                </a:pathLst>
              </a:custGeom>
              <a:solidFill>
                <a:srgbClr val="F78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7"/>
              <p:cNvSpPr/>
              <p:nvPr/>
            </p:nvSpPr>
            <p:spPr>
              <a:xfrm>
                <a:off x="1843075" y="3686325"/>
                <a:ext cx="377925" cy="205925"/>
              </a:xfrm>
              <a:custGeom>
                <a:avLst/>
                <a:gdLst/>
                <a:ahLst/>
                <a:cxnLst/>
                <a:rect l="l" t="t" r="r" b="b"/>
                <a:pathLst>
                  <a:path w="15117" h="8237" extrusionOk="0">
                    <a:moveTo>
                      <a:pt x="1738" y="0"/>
                    </a:moveTo>
                    <a:cubicBezTo>
                      <a:pt x="782" y="0"/>
                      <a:pt x="0" y="782"/>
                      <a:pt x="0" y="1737"/>
                    </a:cubicBezTo>
                    <a:lnTo>
                      <a:pt x="0" y="6500"/>
                    </a:lnTo>
                    <a:cubicBezTo>
                      <a:pt x="0" y="7455"/>
                      <a:pt x="782" y="8237"/>
                      <a:pt x="1738" y="8237"/>
                    </a:cubicBezTo>
                    <a:lnTo>
                      <a:pt x="13379" y="8237"/>
                    </a:lnTo>
                    <a:cubicBezTo>
                      <a:pt x="14333" y="8237"/>
                      <a:pt x="15116" y="7455"/>
                      <a:pt x="15116" y="6500"/>
                    </a:cubicBezTo>
                    <a:lnTo>
                      <a:pt x="15116" y="1737"/>
                    </a:lnTo>
                    <a:cubicBezTo>
                      <a:pt x="15116" y="782"/>
                      <a:pt x="14335" y="0"/>
                      <a:pt x="1337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7"/>
              <p:cNvSpPr/>
              <p:nvPr/>
            </p:nvSpPr>
            <p:spPr>
              <a:xfrm>
                <a:off x="1843000" y="3797900"/>
                <a:ext cx="378000" cy="45300"/>
              </a:xfrm>
              <a:custGeom>
                <a:avLst/>
                <a:gdLst/>
                <a:ahLst/>
                <a:cxnLst/>
                <a:rect l="l" t="t" r="r" b="b"/>
                <a:pathLst>
                  <a:path w="15120" h="1812" extrusionOk="0">
                    <a:moveTo>
                      <a:pt x="1" y="1"/>
                    </a:moveTo>
                    <a:lnTo>
                      <a:pt x="1" y="1811"/>
                    </a:lnTo>
                    <a:lnTo>
                      <a:pt x="15119" y="1811"/>
                    </a:lnTo>
                    <a:lnTo>
                      <a:pt x="151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7"/>
              <p:cNvSpPr/>
              <p:nvPr/>
            </p:nvSpPr>
            <p:spPr>
              <a:xfrm>
                <a:off x="2088100" y="3720550"/>
                <a:ext cx="94425" cy="41850"/>
              </a:xfrm>
              <a:custGeom>
                <a:avLst/>
                <a:gdLst/>
                <a:ahLst/>
                <a:cxnLst/>
                <a:rect l="l" t="t" r="r" b="b"/>
                <a:pathLst>
                  <a:path w="3777" h="1674" extrusionOk="0">
                    <a:moveTo>
                      <a:pt x="836" y="1"/>
                    </a:moveTo>
                    <a:cubicBezTo>
                      <a:pt x="375" y="1"/>
                      <a:pt x="1" y="375"/>
                      <a:pt x="1" y="836"/>
                    </a:cubicBezTo>
                    <a:cubicBezTo>
                      <a:pt x="1" y="1300"/>
                      <a:pt x="373" y="1674"/>
                      <a:pt x="836" y="1674"/>
                    </a:cubicBezTo>
                    <a:lnTo>
                      <a:pt x="2938" y="1674"/>
                    </a:lnTo>
                    <a:cubicBezTo>
                      <a:pt x="3402" y="1674"/>
                      <a:pt x="3776" y="1300"/>
                      <a:pt x="3776" y="836"/>
                    </a:cubicBezTo>
                    <a:cubicBezTo>
                      <a:pt x="3776" y="375"/>
                      <a:pt x="3402" y="1"/>
                      <a:pt x="293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7"/>
              <p:cNvSpPr/>
              <p:nvPr/>
            </p:nvSpPr>
            <p:spPr>
              <a:xfrm>
                <a:off x="2123850" y="3720550"/>
                <a:ext cx="58700" cy="41850"/>
              </a:xfrm>
              <a:custGeom>
                <a:avLst/>
                <a:gdLst/>
                <a:ahLst/>
                <a:cxnLst/>
                <a:rect l="l" t="t" r="r" b="b"/>
                <a:pathLst>
                  <a:path w="2348" h="1674" extrusionOk="0">
                    <a:moveTo>
                      <a:pt x="800" y="1"/>
                    </a:moveTo>
                    <a:lnTo>
                      <a:pt x="0" y="1674"/>
                    </a:lnTo>
                    <a:lnTo>
                      <a:pt x="1511" y="1674"/>
                    </a:lnTo>
                    <a:cubicBezTo>
                      <a:pt x="1973" y="1674"/>
                      <a:pt x="2348" y="1300"/>
                      <a:pt x="2348" y="836"/>
                    </a:cubicBezTo>
                    <a:cubicBezTo>
                      <a:pt x="2346" y="375"/>
                      <a:pt x="1972" y="1"/>
                      <a:pt x="1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7"/>
              <p:cNvSpPr/>
              <p:nvPr/>
            </p:nvSpPr>
            <p:spPr>
              <a:xfrm>
                <a:off x="1889925" y="3733300"/>
                <a:ext cx="120125" cy="8175"/>
              </a:xfrm>
              <a:custGeom>
                <a:avLst/>
                <a:gdLst/>
                <a:ahLst/>
                <a:cxnLst/>
                <a:rect l="l" t="t" r="r" b="b"/>
                <a:pathLst>
                  <a:path w="4805" h="327" extrusionOk="0">
                    <a:moveTo>
                      <a:pt x="1" y="1"/>
                    </a:moveTo>
                    <a:lnTo>
                      <a:pt x="1" y="326"/>
                    </a:lnTo>
                    <a:lnTo>
                      <a:pt x="4804" y="326"/>
                    </a:lnTo>
                    <a:lnTo>
                      <a:pt x="48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7"/>
              <p:cNvSpPr/>
              <p:nvPr/>
            </p:nvSpPr>
            <p:spPr>
              <a:xfrm>
                <a:off x="1889925" y="3756300"/>
                <a:ext cx="165725" cy="8150"/>
              </a:xfrm>
              <a:custGeom>
                <a:avLst/>
                <a:gdLst/>
                <a:ahLst/>
                <a:cxnLst/>
                <a:rect l="l" t="t" r="r" b="b"/>
                <a:pathLst>
                  <a:path w="6629" h="326" extrusionOk="0">
                    <a:moveTo>
                      <a:pt x="1" y="1"/>
                    </a:moveTo>
                    <a:lnTo>
                      <a:pt x="1" y="326"/>
                    </a:lnTo>
                    <a:lnTo>
                      <a:pt x="6628" y="326"/>
                    </a:lnTo>
                    <a:lnTo>
                      <a:pt x="662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6" name="Google Shape;436;p37"/>
            <p:cNvSpPr/>
            <p:nvPr/>
          </p:nvSpPr>
          <p:spPr>
            <a:xfrm>
              <a:off x="719988" y="445373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7"/>
            <p:cNvSpPr/>
            <p:nvPr/>
          </p:nvSpPr>
          <p:spPr>
            <a:xfrm>
              <a:off x="1101817" y="415722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7"/>
            <p:cNvSpPr/>
            <p:nvPr/>
          </p:nvSpPr>
          <p:spPr>
            <a:xfrm>
              <a:off x="816779" y="3969852"/>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7"/>
            <p:cNvSpPr/>
            <p:nvPr/>
          </p:nvSpPr>
          <p:spPr>
            <a:xfrm>
              <a:off x="2720802" y="310002"/>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7"/>
            <p:cNvSpPr/>
            <p:nvPr/>
          </p:nvSpPr>
          <p:spPr>
            <a:xfrm>
              <a:off x="2499363" y="765978"/>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7"/>
            <p:cNvSpPr/>
            <p:nvPr/>
          </p:nvSpPr>
          <p:spPr>
            <a:xfrm>
              <a:off x="2817612" y="986278"/>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38"/>
          <p:cNvSpPr txBox="1">
            <a:spLocks noGrp="1"/>
          </p:cNvSpPr>
          <p:nvPr>
            <p:ph type="title"/>
          </p:nvPr>
        </p:nvSpPr>
        <p:spPr>
          <a:xfrm>
            <a:off x="720000" y="1455900"/>
            <a:ext cx="4644000" cy="8157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INTRODUCTION</a:t>
            </a:r>
            <a:endParaRPr/>
          </a:p>
        </p:txBody>
      </p:sp>
      <p:sp>
        <p:nvSpPr>
          <p:cNvPr id="447" name="Google Shape;447;p38"/>
          <p:cNvSpPr txBox="1">
            <a:spLocks noGrp="1"/>
          </p:cNvSpPr>
          <p:nvPr>
            <p:ph type="subTitle" idx="1"/>
          </p:nvPr>
        </p:nvSpPr>
        <p:spPr>
          <a:xfrm>
            <a:off x="720000" y="2271600"/>
            <a:ext cx="4644000" cy="14160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Here you can give a brief description of the topic you want to talk about. For example, if you want to talk about Mercury, you could say that it’s the smallest planet in the entire Solar System</a:t>
            </a:r>
            <a:endParaRPr/>
          </a:p>
        </p:txBody>
      </p:sp>
      <p:grpSp>
        <p:nvGrpSpPr>
          <p:cNvPr id="448" name="Google Shape;448;p38"/>
          <p:cNvGrpSpPr/>
          <p:nvPr/>
        </p:nvGrpSpPr>
        <p:grpSpPr>
          <a:xfrm>
            <a:off x="5586218" y="1375799"/>
            <a:ext cx="3481584" cy="2782199"/>
            <a:chOff x="5247768" y="1375799"/>
            <a:chExt cx="3481584" cy="2782199"/>
          </a:xfrm>
        </p:grpSpPr>
        <p:sp>
          <p:nvSpPr>
            <p:cNvPr id="449" name="Google Shape;449;p38"/>
            <p:cNvSpPr/>
            <p:nvPr/>
          </p:nvSpPr>
          <p:spPr>
            <a:xfrm>
              <a:off x="5247768" y="2965358"/>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8"/>
            <p:cNvSpPr/>
            <p:nvPr/>
          </p:nvSpPr>
          <p:spPr>
            <a:xfrm>
              <a:off x="8036381" y="1375799"/>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8"/>
            <p:cNvSpPr/>
            <p:nvPr/>
          </p:nvSpPr>
          <p:spPr>
            <a:xfrm flipH="1">
              <a:off x="8042177" y="377823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8"/>
            <p:cNvSpPr/>
            <p:nvPr/>
          </p:nvSpPr>
          <p:spPr>
            <a:xfrm flipH="1">
              <a:off x="7820738" y="348172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8"/>
            <p:cNvSpPr/>
            <p:nvPr/>
          </p:nvSpPr>
          <p:spPr>
            <a:xfrm flipH="1">
              <a:off x="8138987" y="3294352"/>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8"/>
            <p:cNvSpPr/>
            <p:nvPr/>
          </p:nvSpPr>
          <p:spPr>
            <a:xfrm>
              <a:off x="5621607" y="1459207"/>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8"/>
            <p:cNvSpPr/>
            <p:nvPr/>
          </p:nvSpPr>
          <p:spPr>
            <a:xfrm>
              <a:off x="5400168" y="1915183"/>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8"/>
            <p:cNvSpPr/>
            <p:nvPr/>
          </p:nvSpPr>
          <p:spPr>
            <a:xfrm>
              <a:off x="5718417" y="2135483"/>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7" name="Google Shape;457;p38"/>
            <p:cNvGrpSpPr/>
            <p:nvPr/>
          </p:nvGrpSpPr>
          <p:grpSpPr>
            <a:xfrm>
              <a:off x="5628768" y="1611607"/>
              <a:ext cx="2795229" cy="1920286"/>
              <a:chOff x="5628768" y="1611607"/>
              <a:chExt cx="2795229" cy="1920286"/>
            </a:xfrm>
          </p:grpSpPr>
          <p:sp>
            <p:nvSpPr>
              <p:cNvPr id="458" name="Google Shape;458;p38"/>
              <p:cNvSpPr/>
              <p:nvPr/>
            </p:nvSpPr>
            <p:spPr>
              <a:xfrm>
                <a:off x="6208751" y="1739243"/>
                <a:ext cx="1635108" cy="1635139"/>
              </a:xfrm>
              <a:custGeom>
                <a:avLst/>
                <a:gdLst/>
                <a:ahLst/>
                <a:cxnLst/>
                <a:rect l="l" t="t" r="r" b="b"/>
                <a:pathLst>
                  <a:path w="52652" h="52653" extrusionOk="0">
                    <a:moveTo>
                      <a:pt x="26326" y="0"/>
                    </a:moveTo>
                    <a:cubicBezTo>
                      <a:pt x="19344" y="0"/>
                      <a:pt x="12649" y="2774"/>
                      <a:pt x="7711" y="7712"/>
                    </a:cubicBezTo>
                    <a:cubicBezTo>
                      <a:pt x="2774" y="12648"/>
                      <a:pt x="1" y="19344"/>
                      <a:pt x="1" y="26326"/>
                    </a:cubicBezTo>
                    <a:cubicBezTo>
                      <a:pt x="1" y="33308"/>
                      <a:pt x="2774" y="40005"/>
                      <a:pt x="7711" y="44942"/>
                    </a:cubicBezTo>
                    <a:cubicBezTo>
                      <a:pt x="12649" y="49879"/>
                      <a:pt x="19344" y="52653"/>
                      <a:pt x="26326" y="52653"/>
                    </a:cubicBezTo>
                    <a:cubicBezTo>
                      <a:pt x="33308" y="52653"/>
                      <a:pt x="40004" y="49879"/>
                      <a:pt x="44942" y="44942"/>
                    </a:cubicBezTo>
                    <a:cubicBezTo>
                      <a:pt x="49878" y="40005"/>
                      <a:pt x="52652" y="33308"/>
                      <a:pt x="52652" y="26326"/>
                    </a:cubicBezTo>
                    <a:cubicBezTo>
                      <a:pt x="52652" y="19344"/>
                      <a:pt x="49878" y="12648"/>
                      <a:pt x="44942" y="7712"/>
                    </a:cubicBezTo>
                    <a:cubicBezTo>
                      <a:pt x="40004" y="2774"/>
                      <a:pt x="33308" y="0"/>
                      <a:pt x="263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8"/>
              <p:cNvSpPr/>
              <p:nvPr/>
            </p:nvSpPr>
            <p:spPr>
              <a:xfrm>
                <a:off x="6955096" y="1739243"/>
                <a:ext cx="888887" cy="1635263"/>
              </a:xfrm>
              <a:custGeom>
                <a:avLst/>
                <a:gdLst/>
                <a:ahLst/>
                <a:cxnLst/>
                <a:rect l="l" t="t" r="r" b="b"/>
                <a:pathLst>
                  <a:path w="28623" h="52657" extrusionOk="0">
                    <a:moveTo>
                      <a:pt x="2295" y="0"/>
                    </a:moveTo>
                    <a:cubicBezTo>
                      <a:pt x="1521" y="0"/>
                      <a:pt x="757" y="35"/>
                      <a:pt x="1" y="102"/>
                    </a:cubicBezTo>
                    <a:cubicBezTo>
                      <a:pt x="13467" y="1264"/>
                      <a:pt x="24033" y="12562"/>
                      <a:pt x="24033" y="26329"/>
                    </a:cubicBezTo>
                    <a:cubicBezTo>
                      <a:pt x="24033" y="40096"/>
                      <a:pt x="13467" y="51392"/>
                      <a:pt x="1" y="52556"/>
                    </a:cubicBezTo>
                    <a:cubicBezTo>
                      <a:pt x="757" y="52620"/>
                      <a:pt x="1522" y="52657"/>
                      <a:pt x="2295" y="52657"/>
                    </a:cubicBezTo>
                    <a:cubicBezTo>
                      <a:pt x="16835" y="52657"/>
                      <a:pt x="28622" y="40869"/>
                      <a:pt x="28622" y="26330"/>
                    </a:cubicBezTo>
                    <a:cubicBezTo>
                      <a:pt x="28623" y="11787"/>
                      <a:pt x="16835" y="0"/>
                      <a:pt x="22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8"/>
              <p:cNvSpPr/>
              <p:nvPr/>
            </p:nvSpPr>
            <p:spPr>
              <a:xfrm>
                <a:off x="6799448" y="2099388"/>
                <a:ext cx="453900" cy="446478"/>
              </a:xfrm>
              <a:custGeom>
                <a:avLst/>
                <a:gdLst/>
                <a:ahLst/>
                <a:cxnLst/>
                <a:rect l="l" t="t" r="r" b="b"/>
                <a:pathLst>
                  <a:path w="14616" h="14377" extrusionOk="0">
                    <a:moveTo>
                      <a:pt x="8326" y="1885"/>
                    </a:moveTo>
                    <a:cubicBezTo>
                      <a:pt x="10755" y="1885"/>
                      <a:pt x="12728" y="3861"/>
                      <a:pt x="12728" y="6287"/>
                    </a:cubicBezTo>
                    <a:lnTo>
                      <a:pt x="12728" y="8090"/>
                    </a:lnTo>
                    <a:cubicBezTo>
                      <a:pt x="12728" y="10518"/>
                      <a:pt x="10753" y="12492"/>
                      <a:pt x="8326" y="12492"/>
                    </a:cubicBezTo>
                    <a:lnTo>
                      <a:pt x="6289" y="12492"/>
                    </a:lnTo>
                    <a:cubicBezTo>
                      <a:pt x="3860" y="12492"/>
                      <a:pt x="1886" y="10518"/>
                      <a:pt x="1886" y="8090"/>
                    </a:cubicBezTo>
                    <a:lnTo>
                      <a:pt x="1886" y="6287"/>
                    </a:lnTo>
                    <a:cubicBezTo>
                      <a:pt x="1886" y="3861"/>
                      <a:pt x="3862" y="1885"/>
                      <a:pt x="6289" y="1885"/>
                    </a:cubicBezTo>
                    <a:close/>
                    <a:moveTo>
                      <a:pt x="6289" y="1"/>
                    </a:moveTo>
                    <a:cubicBezTo>
                      <a:pt x="2823" y="1"/>
                      <a:pt x="1" y="2821"/>
                      <a:pt x="1" y="6287"/>
                    </a:cubicBezTo>
                    <a:lnTo>
                      <a:pt x="1" y="8090"/>
                    </a:lnTo>
                    <a:cubicBezTo>
                      <a:pt x="1" y="11557"/>
                      <a:pt x="2823" y="14376"/>
                      <a:pt x="6289" y="14376"/>
                    </a:cubicBezTo>
                    <a:lnTo>
                      <a:pt x="8326" y="14376"/>
                    </a:lnTo>
                    <a:cubicBezTo>
                      <a:pt x="11794" y="14376"/>
                      <a:pt x="14613" y="11554"/>
                      <a:pt x="14616" y="8090"/>
                    </a:cubicBezTo>
                    <a:lnTo>
                      <a:pt x="14616" y="6287"/>
                    </a:lnTo>
                    <a:cubicBezTo>
                      <a:pt x="14616" y="2821"/>
                      <a:pt x="11794" y="1"/>
                      <a:pt x="83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8"/>
              <p:cNvSpPr/>
              <p:nvPr/>
            </p:nvSpPr>
            <p:spPr>
              <a:xfrm>
                <a:off x="6696967" y="2355561"/>
                <a:ext cx="658770" cy="658708"/>
              </a:xfrm>
              <a:custGeom>
                <a:avLst/>
                <a:gdLst/>
                <a:ahLst/>
                <a:cxnLst/>
                <a:rect l="l" t="t" r="r" b="b"/>
                <a:pathLst>
                  <a:path w="21213" h="21211" extrusionOk="0">
                    <a:moveTo>
                      <a:pt x="6169" y="0"/>
                    </a:moveTo>
                    <a:cubicBezTo>
                      <a:pt x="2775" y="0"/>
                      <a:pt x="1" y="2776"/>
                      <a:pt x="1" y="6167"/>
                    </a:cubicBezTo>
                    <a:lnTo>
                      <a:pt x="1" y="15044"/>
                    </a:lnTo>
                    <a:cubicBezTo>
                      <a:pt x="1" y="18438"/>
                      <a:pt x="2777" y="21211"/>
                      <a:pt x="6169" y="21211"/>
                    </a:cubicBezTo>
                    <a:lnTo>
                      <a:pt x="15046" y="21211"/>
                    </a:lnTo>
                    <a:cubicBezTo>
                      <a:pt x="18437" y="21211"/>
                      <a:pt x="21213" y="18438"/>
                      <a:pt x="21213" y="15044"/>
                    </a:cubicBezTo>
                    <a:lnTo>
                      <a:pt x="21213" y="6167"/>
                    </a:lnTo>
                    <a:cubicBezTo>
                      <a:pt x="21213" y="2776"/>
                      <a:pt x="18438" y="0"/>
                      <a:pt x="150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8"/>
              <p:cNvSpPr/>
              <p:nvPr/>
            </p:nvSpPr>
            <p:spPr>
              <a:xfrm>
                <a:off x="6738487" y="2396988"/>
                <a:ext cx="617249" cy="617280"/>
              </a:xfrm>
              <a:custGeom>
                <a:avLst/>
                <a:gdLst/>
                <a:ahLst/>
                <a:cxnLst/>
                <a:rect l="l" t="t" r="r" b="b"/>
                <a:pathLst>
                  <a:path w="19876" h="19877" extrusionOk="0">
                    <a:moveTo>
                      <a:pt x="17524" y="0"/>
                    </a:moveTo>
                    <a:cubicBezTo>
                      <a:pt x="18357" y="1053"/>
                      <a:pt x="18858" y="2377"/>
                      <a:pt x="18858" y="3815"/>
                    </a:cubicBezTo>
                    <a:lnTo>
                      <a:pt x="18858" y="12692"/>
                    </a:lnTo>
                    <a:cubicBezTo>
                      <a:pt x="18858" y="16086"/>
                      <a:pt x="16083" y="18860"/>
                      <a:pt x="12691" y="18860"/>
                    </a:cubicBezTo>
                    <a:lnTo>
                      <a:pt x="3813" y="18860"/>
                    </a:lnTo>
                    <a:cubicBezTo>
                      <a:pt x="2375" y="18860"/>
                      <a:pt x="1052" y="18357"/>
                      <a:pt x="0" y="17525"/>
                    </a:cubicBezTo>
                    <a:lnTo>
                      <a:pt x="0" y="17525"/>
                    </a:lnTo>
                    <a:cubicBezTo>
                      <a:pt x="1132" y="18955"/>
                      <a:pt x="2876" y="19877"/>
                      <a:pt x="4832" y="19877"/>
                    </a:cubicBezTo>
                    <a:lnTo>
                      <a:pt x="13709" y="19877"/>
                    </a:lnTo>
                    <a:cubicBezTo>
                      <a:pt x="17101" y="19877"/>
                      <a:pt x="19876" y="17104"/>
                      <a:pt x="19876" y="13710"/>
                    </a:cubicBezTo>
                    <a:lnTo>
                      <a:pt x="19876" y="4833"/>
                    </a:lnTo>
                    <a:cubicBezTo>
                      <a:pt x="19876" y="2879"/>
                      <a:pt x="18952" y="1133"/>
                      <a:pt x="175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8"/>
              <p:cNvSpPr/>
              <p:nvPr/>
            </p:nvSpPr>
            <p:spPr>
              <a:xfrm>
                <a:off x="6927457" y="2510556"/>
                <a:ext cx="197789" cy="389554"/>
              </a:xfrm>
              <a:custGeom>
                <a:avLst/>
                <a:gdLst/>
                <a:ahLst/>
                <a:cxnLst/>
                <a:rect l="l" t="t" r="r" b="b"/>
                <a:pathLst>
                  <a:path w="6369" h="12544" extrusionOk="0">
                    <a:moveTo>
                      <a:pt x="3185" y="1"/>
                    </a:moveTo>
                    <a:cubicBezTo>
                      <a:pt x="1428" y="1"/>
                      <a:pt x="1" y="1425"/>
                      <a:pt x="1" y="3185"/>
                    </a:cubicBezTo>
                    <a:cubicBezTo>
                      <a:pt x="1" y="4445"/>
                      <a:pt x="741" y="5525"/>
                      <a:pt x="1803" y="6041"/>
                    </a:cubicBezTo>
                    <a:lnTo>
                      <a:pt x="221" y="12003"/>
                    </a:lnTo>
                    <a:cubicBezTo>
                      <a:pt x="160" y="12300"/>
                      <a:pt x="359" y="12543"/>
                      <a:pt x="663" y="12543"/>
                    </a:cubicBezTo>
                    <a:lnTo>
                      <a:pt x="5704" y="12543"/>
                    </a:lnTo>
                    <a:cubicBezTo>
                      <a:pt x="6007" y="12543"/>
                      <a:pt x="6208" y="12300"/>
                      <a:pt x="6147" y="12003"/>
                    </a:cubicBezTo>
                    <a:lnTo>
                      <a:pt x="4565" y="6038"/>
                    </a:lnTo>
                    <a:cubicBezTo>
                      <a:pt x="5627" y="5523"/>
                      <a:pt x="6369" y="4445"/>
                      <a:pt x="6369" y="3185"/>
                    </a:cubicBezTo>
                    <a:cubicBezTo>
                      <a:pt x="6369" y="1425"/>
                      <a:pt x="4944" y="1"/>
                      <a:pt x="3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8"/>
              <p:cNvSpPr/>
              <p:nvPr/>
            </p:nvSpPr>
            <p:spPr>
              <a:xfrm>
                <a:off x="5628768" y="2451396"/>
                <a:ext cx="868670" cy="1080497"/>
              </a:xfrm>
              <a:custGeom>
                <a:avLst/>
                <a:gdLst/>
                <a:ahLst/>
                <a:cxnLst/>
                <a:rect l="l" t="t" r="r" b="b"/>
                <a:pathLst>
                  <a:path w="27972" h="34793" extrusionOk="0">
                    <a:moveTo>
                      <a:pt x="0" y="1"/>
                    </a:moveTo>
                    <a:lnTo>
                      <a:pt x="0" y="34792"/>
                    </a:lnTo>
                    <a:lnTo>
                      <a:pt x="27972" y="34792"/>
                    </a:lnTo>
                    <a:lnTo>
                      <a:pt x="2797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8"/>
              <p:cNvSpPr/>
              <p:nvPr/>
            </p:nvSpPr>
            <p:spPr>
              <a:xfrm>
                <a:off x="5628768" y="2451396"/>
                <a:ext cx="868670" cy="157200"/>
              </a:xfrm>
              <a:custGeom>
                <a:avLst/>
                <a:gdLst/>
                <a:ahLst/>
                <a:cxnLst/>
                <a:rect l="l" t="t" r="r" b="b"/>
                <a:pathLst>
                  <a:path w="27972" h="5062" extrusionOk="0">
                    <a:moveTo>
                      <a:pt x="0" y="1"/>
                    </a:moveTo>
                    <a:lnTo>
                      <a:pt x="0" y="5061"/>
                    </a:lnTo>
                    <a:lnTo>
                      <a:pt x="27972" y="5061"/>
                    </a:lnTo>
                    <a:lnTo>
                      <a:pt x="279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8"/>
              <p:cNvSpPr/>
              <p:nvPr/>
            </p:nvSpPr>
            <p:spPr>
              <a:xfrm>
                <a:off x="5685412" y="2505463"/>
                <a:ext cx="45402" cy="45340"/>
              </a:xfrm>
              <a:custGeom>
                <a:avLst/>
                <a:gdLst/>
                <a:ahLst/>
                <a:cxnLst/>
                <a:rect l="l" t="t" r="r" b="b"/>
                <a:pathLst>
                  <a:path w="1462" h="1460" extrusionOk="0">
                    <a:moveTo>
                      <a:pt x="732" y="0"/>
                    </a:moveTo>
                    <a:cubicBezTo>
                      <a:pt x="327" y="0"/>
                      <a:pt x="1" y="326"/>
                      <a:pt x="1" y="729"/>
                    </a:cubicBezTo>
                    <a:cubicBezTo>
                      <a:pt x="1" y="1132"/>
                      <a:pt x="327" y="1460"/>
                      <a:pt x="732" y="1460"/>
                    </a:cubicBezTo>
                    <a:cubicBezTo>
                      <a:pt x="1133" y="1460"/>
                      <a:pt x="1462" y="1132"/>
                      <a:pt x="1462" y="729"/>
                    </a:cubicBezTo>
                    <a:cubicBezTo>
                      <a:pt x="1462"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8"/>
              <p:cNvSpPr/>
              <p:nvPr/>
            </p:nvSpPr>
            <p:spPr>
              <a:xfrm>
                <a:off x="5770752" y="2505463"/>
                <a:ext cx="45433" cy="45340"/>
              </a:xfrm>
              <a:custGeom>
                <a:avLst/>
                <a:gdLst/>
                <a:ahLst/>
                <a:cxnLst/>
                <a:rect l="l" t="t" r="r" b="b"/>
                <a:pathLst>
                  <a:path w="1463" h="1460" extrusionOk="0">
                    <a:moveTo>
                      <a:pt x="732" y="0"/>
                    </a:moveTo>
                    <a:cubicBezTo>
                      <a:pt x="328" y="0"/>
                      <a:pt x="0" y="326"/>
                      <a:pt x="0" y="729"/>
                    </a:cubicBezTo>
                    <a:cubicBezTo>
                      <a:pt x="0" y="1132"/>
                      <a:pt x="327" y="1460"/>
                      <a:pt x="732" y="1460"/>
                    </a:cubicBezTo>
                    <a:cubicBezTo>
                      <a:pt x="1133" y="1460"/>
                      <a:pt x="1463" y="1132"/>
                      <a:pt x="1463" y="729"/>
                    </a:cubicBezTo>
                    <a:cubicBezTo>
                      <a:pt x="1463"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8"/>
              <p:cNvSpPr/>
              <p:nvPr/>
            </p:nvSpPr>
            <p:spPr>
              <a:xfrm>
                <a:off x="5856215" y="2505463"/>
                <a:ext cx="45340" cy="45340"/>
              </a:xfrm>
              <a:custGeom>
                <a:avLst/>
                <a:gdLst/>
                <a:ahLst/>
                <a:cxnLst/>
                <a:rect l="l" t="t" r="r" b="b"/>
                <a:pathLst>
                  <a:path w="1460" h="1460" extrusionOk="0">
                    <a:moveTo>
                      <a:pt x="729" y="0"/>
                    </a:moveTo>
                    <a:cubicBezTo>
                      <a:pt x="326" y="0"/>
                      <a:pt x="0" y="326"/>
                      <a:pt x="0" y="729"/>
                    </a:cubicBezTo>
                    <a:cubicBezTo>
                      <a:pt x="0" y="1132"/>
                      <a:pt x="324" y="1460"/>
                      <a:pt x="729" y="1460"/>
                    </a:cubicBezTo>
                    <a:cubicBezTo>
                      <a:pt x="1132" y="1460"/>
                      <a:pt x="1460" y="1132"/>
                      <a:pt x="1460" y="729"/>
                    </a:cubicBezTo>
                    <a:cubicBezTo>
                      <a:pt x="1460" y="326"/>
                      <a:pt x="1133" y="0"/>
                      <a:pt x="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8"/>
              <p:cNvSpPr/>
              <p:nvPr/>
            </p:nvSpPr>
            <p:spPr>
              <a:xfrm>
                <a:off x="7555296" y="1668841"/>
                <a:ext cx="868702" cy="1080528"/>
              </a:xfrm>
              <a:custGeom>
                <a:avLst/>
                <a:gdLst/>
                <a:ahLst/>
                <a:cxnLst/>
                <a:rect l="l" t="t" r="r" b="b"/>
                <a:pathLst>
                  <a:path w="27973" h="34794" extrusionOk="0">
                    <a:moveTo>
                      <a:pt x="1" y="0"/>
                    </a:moveTo>
                    <a:lnTo>
                      <a:pt x="1" y="34793"/>
                    </a:lnTo>
                    <a:lnTo>
                      <a:pt x="27972" y="34793"/>
                    </a:lnTo>
                    <a:lnTo>
                      <a:pt x="279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8"/>
              <p:cNvSpPr/>
              <p:nvPr/>
            </p:nvSpPr>
            <p:spPr>
              <a:xfrm>
                <a:off x="7555296" y="1668841"/>
                <a:ext cx="868702" cy="157231"/>
              </a:xfrm>
              <a:custGeom>
                <a:avLst/>
                <a:gdLst/>
                <a:ahLst/>
                <a:cxnLst/>
                <a:rect l="l" t="t" r="r" b="b"/>
                <a:pathLst>
                  <a:path w="27973" h="5063" extrusionOk="0">
                    <a:moveTo>
                      <a:pt x="1" y="0"/>
                    </a:moveTo>
                    <a:lnTo>
                      <a:pt x="1" y="5062"/>
                    </a:lnTo>
                    <a:lnTo>
                      <a:pt x="27972" y="5062"/>
                    </a:lnTo>
                    <a:lnTo>
                      <a:pt x="279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8"/>
              <p:cNvSpPr/>
              <p:nvPr/>
            </p:nvSpPr>
            <p:spPr>
              <a:xfrm>
                <a:off x="7611909" y="1722877"/>
                <a:ext cx="45371" cy="45371"/>
              </a:xfrm>
              <a:custGeom>
                <a:avLst/>
                <a:gdLst/>
                <a:ahLst/>
                <a:cxnLst/>
                <a:rect l="l" t="t" r="r" b="b"/>
                <a:pathLst>
                  <a:path w="1461" h="1461" extrusionOk="0">
                    <a:moveTo>
                      <a:pt x="731" y="1"/>
                    </a:moveTo>
                    <a:cubicBezTo>
                      <a:pt x="326" y="1"/>
                      <a:pt x="1" y="326"/>
                      <a:pt x="1" y="730"/>
                    </a:cubicBezTo>
                    <a:cubicBezTo>
                      <a:pt x="1" y="1134"/>
                      <a:pt x="325" y="1460"/>
                      <a:pt x="731" y="1460"/>
                    </a:cubicBezTo>
                    <a:cubicBezTo>
                      <a:pt x="1134" y="1460"/>
                      <a:pt x="1460" y="1134"/>
                      <a:pt x="1460" y="730"/>
                    </a:cubicBezTo>
                    <a:cubicBezTo>
                      <a:pt x="1460" y="326"/>
                      <a:pt x="1134" y="1"/>
                      <a:pt x="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8"/>
              <p:cNvSpPr/>
              <p:nvPr/>
            </p:nvSpPr>
            <p:spPr>
              <a:xfrm>
                <a:off x="7697280" y="1722877"/>
                <a:ext cx="45465" cy="45371"/>
              </a:xfrm>
              <a:custGeom>
                <a:avLst/>
                <a:gdLst/>
                <a:ahLst/>
                <a:cxnLst/>
                <a:rect l="l" t="t" r="r" b="b"/>
                <a:pathLst>
                  <a:path w="1464" h="1461" extrusionOk="0">
                    <a:moveTo>
                      <a:pt x="733" y="1"/>
                    </a:moveTo>
                    <a:cubicBezTo>
                      <a:pt x="329" y="1"/>
                      <a:pt x="1" y="326"/>
                      <a:pt x="1" y="730"/>
                    </a:cubicBezTo>
                    <a:cubicBezTo>
                      <a:pt x="1" y="1134"/>
                      <a:pt x="328" y="1460"/>
                      <a:pt x="733" y="1460"/>
                    </a:cubicBezTo>
                    <a:cubicBezTo>
                      <a:pt x="1134" y="1460"/>
                      <a:pt x="1463" y="1134"/>
                      <a:pt x="1463" y="730"/>
                    </a:cubicBezTo>
                    <a:cubicBezTo>
                      <a:pt x="1463" y="326"/>
                      <a:pt x="1134" y="1"/>
                      <a:pt x="7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8"/>
              <p:cNvSpPr/>
              <p:nvPr/>
            </p:nvSpPr>
            <p:spPr>
              <a:xfrm>
                <a:off x="7782743" y="1722877"/>
                <a:ext cx="45371" cy="45371"/>
              </a:xfrm>
              <a:custGeom>
                <a:avLst/>
                <a:gdLst/>
                <a:ahLst/>
                <a:cxnLst/>
                <a:rect l="l" t="t" r="r" b="b"/>
                <a:pathLst>
                  <a:path w="1461" h="1461" extrusionOk="0">
                    <a:moveTo>
                      <a:pt x="730" y="1"/>
                    </a:moveTo>
                    <a:cubicBezTo>
                      <a:pt x="326" y="1"/>
                      <a:pt x="1" y="326"/>
                      <a:pt x="1" y="730"/>
                    </a:cubicBezTo>
                    <a:cubicBezTo>
                      <a:pt x="1" y="1134"/>
                      <a:pt x="325" y="1460"/>
                      <a:pt x="730" y="1460"/>
                    </a:cubicBezTo>
                    <a:cubicBezTo>
                      <a:pt x="1133" y="1460"/>
                      <a:pt x="1460" y="1134"/>
                      <a:pt x="1460" y="730"/>
                    </a:cubicBezTo>
                    <a:cubicBezTo>
                      <a:pt x="1460" y="326"/>
                      <a:pt x="1133" y="1"/>
                      <a:pt x="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8"/>
              <p:cNvSpPr/>
              <p:nvPr/>
            </p:nvSpPr>
            <p:spPr>
              <a:xfrm>
                <a:off x="7805755" y="1928151"/>
                <a:ext cx="367815" cy="367878"/>
              </a:xfrm>
              <a:custGeom>
                <a:avLst/>
                <a:gdLst/>
                <a:ahLst/>
                <a:cxnLst/>
                <a:rect l="l" t="t" r="r" b="b"/>
                <a:pathLst>
                  <a:path w="11844" h="11846" extrusionOk="0">
                    <a:moveTo>
                      <a:pt x="5923" y="0"/>
                    </a:moveTo>
                    <a:cubicBezTo>
                      <a:pt x="2651" y="0"/>
                      <a:pt x="1" y="2652"/>
                      <a:pt x="1" y="5922"/>
                    </a:cubicBezTo>
                    <a:cubicBezTo>
                      <a:pt x="1" y="9194"/>
                      <a:pt x="2651" y="11846"/>
                      <a:pt x="5923" y="11846"/>
                    </a:cubicBezTo>
                    <a:cubicBezTo>
                      <a:pt x="9192" y="11846"/>
                      <a:pt x="11844" y="9194"/>
                      <a:pt x="11844" y="5922"/>
                    </a:cubicBezTo>
                    <a:cubicBezTo>
                      <a:pt x="11844" y="2652"/>
                      <a:pt x="9192" y="0"/>
                      <a:pt x="59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8"/>
              <p:cNvSpPr/>
              <p:nvPr/>
            </p:nvSpPr>
            <p:spPr>
              <a:xfrm>
                <a:off x="7935378" y="2013272"/>
                <a:ext cx="108475" cy="145679"/>
              </a:xfrm>
              <a:custGeom>
                <a:avLst/>
                <a:gdLst/>
                <a:ahLst/>
                <a:cxnLst/>
                <a:rect l="l" t="t" r="r" b="b"/>
                <a:pathLst>
                  <a:path w="3493" h="4691" extrusionOk="0">
                    <a:moveTo>
                      <a:pt x="1748" y="0"/>
                    </a:moveTo>
                    <a:cubicBezTo>
                      <a:pt x="784" y="0"/>
                      <a:pt x="0" y="1051"/>
                      <a:pt x="0" y="2347"/>
                    </a:cubicBezTo>
                    <a:cubicBezTo>
                      <a:pt x="2" y="3640"/>
                      <a:pt x="784" y="4691"/>
                      <a:pt x="1748" y="4691"/>
                    </a:cubicBezTo>
                    <a:cubicBezTo>
                      <a:pt x="2710" y="4691"/>
                      <a:pt x="3492" y="3640"/>
                      <a:pt x="3492" y="2347"/>
                    </a:cubicBezTo>
                    <a:cubicBezTo>
                      <a:pt x="3492" y="1051"/>
                      <a:pt x="2710" y="0"/>
                      <a:pt x="17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8"/>
              <p:cNvSpPr/>
              <p:nvPr/>
            </p:nvSpPr>
            <p:spPr>
              <a:xfrm>
                <a:off x="7777153" y="2332518"/>
                <a:ext cx="424926" cy="38695"/>
              </a:xfrm>
              <a:custGeom>
                <a:avLst/>
                <a:gdLst/>
                <a:ahLst/>
                <a:cxnLst/>
                <a:rect l="l" t="t" r="r" b="b"/>
                <a:pathLst>
                  <a:path w="13683" h="1246" extrusionOk="0">
                    <a:moveTo>
                      <a:pt x="1" y="1"/>
                    </a:moveTo>
                    <a:lnTo>
                      <a:pt x="1" y="1246"/>
                    </a:lnTo>
                    <a:lnTo>
                      <a:pt x="13683" y="1246"/>
                    </a:lnTo>
                    <a:lnTo>
                      <a:pt x="136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8"/>
              <p:cNvSpPr/>
              <p:nvPr/>
            </p:nvSpPr>
            <p:spPr>
              <a:xfrm>
                <a:off x="7711223" y="2407236"/>
                <a:ext cx="556785" cy="119562"/>
              </a:xfrm>
              <a:custGeom>
                <a:avLst/>
                <a:gdLst/>
                <a:ahLst/>
                <a:cxnLst/>
                <a:rect l="l" t="t" r="r" b="b"/>
                <a:pathLst>
                  <a:path w="17929" h="3850" extrusionOk="0">
                    <a:moveTo>
                      <a:pt x="2588" y="1"/>
                    </a:moveTo>
                    <a:cubicBezTo>
                      <a:pt x="1164" y="1"/>
                      <a:pt x="0" y="868"/>
                      <a:pt x="0" y="1925"/>
                    </a:cubicBezTo>
                    <a:cubicBezTo>
                      <a:pt x="0" y="2984"/>
                      <a:pt x="1164" y="3849"/>
                      <a:pt x="2588" y="3849"/>
                    </a:cubicBezTo>
                    <a:lnTo>
                      <a:pt x="15340" y="3849"/>
                    </a:lnTo>
                    <a:cubicBezTo>
                      <a:pt x="16765" y="3849"/>
                      <a:pt x="17928" y="2984"/>
                      <a:pt x="17928" y="1925"/>
                    </a:cubicBezTo>
                    <a:cubicBezTo>
                      <a:pt x="17928" y="868"/>
                      <a:pt x="16765" y="1"/>
                      <a:pt x="15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8"/>
              <p:cNvSpPr/>
              <p:nvPr/>
            </p:nvSpPr>
            <p:spPr>
              <a:xfrm>
                <a:off x="7838021" y="2457266"/>
                <a:ext cx="19565" cy="19534"/>
              </a:xfrm>
              <a:custGeom>
                <a:avLst/>
                <a:gdLst/>
                <a:ahLst/>
                <a:cxnLst/>
                <a:rect l="l" t="t" r="r" b="b"/>
                <a:pathLst>
                  <a:path w="630" h="629" extrusionOk="0">
                    <a:moveTo>
                      <a:pt x="315" y="1"/>
                    </a:moveTo>
                    <a:cubicBezTo>
                      <a:pt x="142" y="1"/>
                      <a:pt x="0" y="141"/>
                      <a:pt x="0" y="314"/>
                    </a:cubicBezTo>
                    <a:cubicBezTo>
                      <a:pt x="0" y="488"/>
                      <a:pt x="143" y="629"/>
                      <a:pt x="315" y="629"/>
                    </a:cubicBezTo>
                    <a:cubicBezTo>
                      <a:pt x="489" y="629"/>
                      <a:pt x="629" y="488"/>
                      <a:pt x="629" y="314"/>
                    </a:cubicBezTo>
                    <a:cubicBezTo>
                      <a:pt x="629" y="141"/>
                      <a:pt x="488"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8"/>
              <p:cNvSpPr/>
              <p:nvPr/>
            </p:nvSpPr>
            <p:spPr>
              <a:xfrm>
                <a:off x="7894758" y="2457266"/>
                <a:ext cx="19503" cy="19534"/>
              </a:xfrm>
              <a:custGeom>
                <a:avLst/>
                <a:gdLst/>
                <a:ahLst/>
                <a:cxnLst/>
                <a:rect l="l" t="t" r="r" b="b"/>
                <a:pathLst>
                  <a:path w="628" h="629" extrusionOk="0">
                    <a:moveTo>
                      <a:pt x="315" y="1"/>
                    </a:moveTo>
                    <a:cubicBezTo>
                      <a:pt x="138" y="1"/>
                      <a:pt x="0" y="141"/>
                      <a:pt x="0" y="314"/>
                    </a:cubicBezTo>
                    <a:cubicBezTo>
                      <a:pt x="0" y="488"/>
                      <a:pt x="139" y="629"/>
                      <a:pt x="315" y="629"/>
                    </a:cubicBezTo>
                    <a:cubicBezTo>
                      <a:pt x="487" y="629"/>
                      <a:pt x="628" y="488"/>
                      <a:pt x="628" y="314"/>
                    </a:cubicBezTo>
                    <a:cubicBezTo>
                      <a:pt x="628" y="141"/>
                      <a:pt x="487"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8"/>
              <p:cNvSpPr/>
              <p:nvPr/>
            </p:nvSpPr>
            <p:spPr>
              <a:xfrm>
                <a:off x="7951527" y="2457266"/>
                <a:ext cx="19534" cy="19534"/>
              </a:xfrm>
              <a:custGeom>
                <a:avLst/>
                <a:gdLst/>
                <a:ahLst/>
                <a:cxnLst/>
                <a:rect l="l" t="t" r="r" b="b"/>
                <a:pathLst>
                  <a:path w="629" h="629" extrusionOk="0">
                    <a:moveTo>
                      <a:pt x="314" y="1"/>
                    </a:moveTo>
                    <a:cubicBezTo>
                      <a:pt x="141" y="1"/>
                      <a:pt x="0" y="141"/>
                      <a:pt x="0" y="314"/>
                    </a:cubicBezTo>
                    <a:cubicBezTo>
                      <a:pt x="0" y="488"/>
                      <a:pt x="141" y="629"/>
                      <a:pt x="314" y="629"/>
                    </a:cubicBezTo>
                    <a:cubicBezTo>
                      <a:pt x="488" y="629"/>
                      <a:pt x="628" y="488"/>
                      <a:pt x="628" y="314"/>
                    </a:cubicBezTo>
                    <a:cubicBezTo>
                      <a:pt x="628" y="141"/>
                      <a:pt x="488" y="1"/>
                      <a:pt x="3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8"/>
              <p:cNvSpPr/>
              <p:nvPr/>
            </p:nvSpPr>
            <p:spPr>
              <a:xfrm>
                <a:off x="8008202" y="2457266"/>
                <a:ext cx="19534" cy="19534"/>
              </a:xfrm>
              <a:custGeom>
                <a:avLst/>
                <a:gdLst/>
                <a:ahLst/>
                <a:cxnLst/>
                <a:rect l="l" t="t" r="r" b="b"/>
                <a:pathLst>
                  <a:path w="629" h="629" extrusionOk="0">
                    <a:moveTo>
                      <a:pt x="315" y="1"/>
                    </a:moveTo>
                    <a:cubicBezTo>
                      <a:pt x="141" y="1"/>
                      <a:pt x="1" y="141"/>
                      <a:pt x="1" y="314"/>
                    </a:cubicBezTo>
                    <a:cubicBezTo>
                      <a:pt x="1" y="488"/>
                      <a:pt x="141" y="629"/>
                      <a:pt x="315" y="629"/>
                    </a:cubicBezTo>
                    <a:cubicBezTo>
                      <a:pt x="490" y="629"/>
                      <a:pt x="629" y="488"/>
                      <a:pt x="629" y="314"/>
                    </a:cubicBezTo>
                    <a:cubicBezTo>
                      <a:pt x="629" y="141"/>
                      <a:pt x="490"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8"/>
              <p:cNvSpPr/>
              <p:nvPr/>
            </p:nvSpPr>
            <p:spPr>
              <a:xfrm>
                <a:off x="8064971" y="2457266"/>
                <a:ext cx="19534" cy="19534"/>
              </a:xfrm>
              <a:custGeom>
                <a:avLst/>
                <a:gdLst/>
                <a:ahLst/>
                <a:cxnLst/>
                <a:rect l="l" t="t" r="r" b="b"/>
                <a:pathLst>
                  <a:path w="629" h="629" extrusionOk="0">
                    <a:moveTo>
                      <a:pt x="316" y="1"/>
                    </a:moveTo>
                    <a:cubicBezTo>
                      <a:pt x="141" y="1"/>
                      <a:pt x="1" y="141"/>
                      <a:pt x="1" y="314"/>
                    </a:cubicBezTo>
                    <a:cubicBezTo>
                      <a:pt x="1" y="488"/>
                      <a:pt x="141" y="629"/>
                      <a:pt x="316" y="629"/>
                    </a:cubicBezTo>
                    <a:cubicBezTo>
                      <a:pt x="491" y="629"/>
                      <a:pt x="629" y="488"/>
                      <a:pt x="629" y="314"/>
                    </a:cubicBezTo>
                    <a:cubicBezTo>
                      <a:pt x="629" y="141"/>
                      <a:pt x="488" y="1"/>
                      <a:pt x="3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8"/>
              <p:cNvSpPr/>
              <p:nvPr/>
            </p:nvSpPr>
            <p:spPr>
              <a:xfrm>
                <a:off x="8121770" y="2457266"/>
                <a:ext cx="19534" cy="19534"/>
              </a:xfrm>
              <a:custGeom>
                <a:avLst/>
                <a:gdLst/>
                <a:ahLst/>
                <a:cxnLst/>
                <a:rect l="l" t="t" r="r" b="b"/>
                <a:pathLst>
                  <a:path w="629" h="629" extrusionOk="0">
                    <a:moveTo>
                      <a:pt x="313" y="1"/>
                    </a:moveTo>
                    <a:cubicBezTo>
                      <a:pt x="141" y="1"/>
                      <a:pt x="0" y="141"/>
                      <a:pt x="0" y="314"/>
                    </a:cubicBezTo>
                    <a:cubicBezTo>
                      <a:pt x="0" y="488"/>
                      <a:pt x="141" y="629"/>
                      <a:pt x="313" y="629"/>
                    </a:cubicBezTo>
                    <a:cubicBezTo>
                      <a:pt x="488" y="629"/>
                      <a:pt x="628" y="488"/>
                      <a:pt x="628" y="314"/>
                    </a:cubicBezTo>
                    <a:cubicBezTo>
                      <a:pt x="628" y="141"/>
                      <a:pt x="488" y="1"/>
                      <a:pt x="3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8"/>
              <p:cNvSpPr/>
              <p:nvPr/>
            </p:nvSpPr>
            <p:spPr>
              <a:xfrm>
                <a:off x="7758054" y="2569281"/>
                <a:ext cx="211360" cy="62172"/>
              </a:xfrm>
              <a:custGeom>
                <a:avLst/>
                <a:gdLst/>
                <a:ahLst/>
                <a:cxnLst/>
                <a:rect l="l" t="t" r="r" b="b"/>
                <a:pathLst>
                  <a:path w="6806" h="2002" extrusionOk="0">
                    <a:moveTo>
                      <a:pt x="0" y="0"/>
                    </a:moveTo>
                    <a:lnTo>
                      <a:pt x="0" y="2001"/>
                    </a:lnTo>
                    <a:lnTo>
                      <a:pt x="6805" y="2001"/>
                    </a:lnTo>
                    <a:lnTo>
                      <a:pt x="68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8"/>
              <p:cNvSpPr/>
              <p:nvPr/>
            </p:nvSpPr>
            <p:spPr>
              <a:xfrm>
                <a:off x="7795320" y="2591889"/>
                <a:ext cx="136642" cy="16987"/>
              </a:xfrm>
              <a:custGeom>
                <a:avLst/>
                <a:gdLst/>
                <a:ahLst/>
                <a:cxnLst/>
                <a:rect l="l" t="t" r="r" b="b"/>
                <a:pathLst>
                  <a:path w="4400" h="547" extrusionOk="0">
                    <a:moveTo>
                      <a:pt x="1" y="0"/>
                    </a:moveTo>
                    <a:lnTo>
                      <a:pt x="1" y="547"/>
                    </a:lnTo>
                    <a:lnTo>
                      <a:pt x="4400" y="547"/>
                    </a:lnTo>
                    <a:lnTo>
                      <a:pt x="44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8"/>
              <p:cNvSpPr/>
              <p:nvPr/>
            </p:nvSpPr>
            <p:spPr>
              <a:xfrm>
                <a:off x="8009879" y="2569281"/>
                <a:ext cx="211360" cy="62172"/>
              </a:xfrm>
              <a:custGeom>
                <a:avLst/>
                <a:gdLst/>
                <a:ahLst/>
                <a:cxnLst/>
                <a:rect l="l" t="t" r="r" b="b"/>
                <a:pathLst>
                  <a:path w="6806" h="2002" extrusionOk="0">
                    <a:moveTo>
                      <a:pt x="1" y="0"/>
                    </a:moveTo>
                    <a:lnTo>
                      <a:pt x="1" y="2001"/>
                    </a:lnTo>
                    <a:lnTo>
                      <a:pt x="6806" y="2001"/>
                    </a:lnTo>
                    <a:lnTo>
                      <a:pt x="68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8"/>
              <p:cNvSpPr/>
              <p:nvPr/>
            </p:nvSpPr>
            <p:spPr>
              <a:xfrm>
                <a:off x="8047207" y="2591889"/>
                <a:ext cx="136673" cy="16987"/>
              </a:xfrm>
              <a:custGeom>
                <a:avLst/>
                <a:gdLst/>
                <a:ahLst/>
                <a:cxnLst/>
                <a:rect l="l" t="t" r="r" b="b"/>
                <a:pathLst>
                  <a:path w="4401" h="547" extrusionOk="0">
                    <a:moveTo>
                      <a:pt x="0" y="0"/>
                    </a:moveTo>
                    <a:lnTo>
                      <a:pt x="0" y="547"/>
                    </a:lnTo>
                    <a:lnTo>
                      <a:pt x="4401" y="547"/>
                    </a:lnTo>
                    <a:lnTo>
                      <a:pt x="44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8"/>
              <p:cNvSpPr/>
              <p:nvPr/>
            </p:nvSpPr>
            <p:spPr>
              <a:xfrm>
                <a:off x="7879231" y="2169821"/>
                <a:ext cx="220708" cy="126208"/>
              </a:xfrm>
              <a:custGeom>
                <a:avLst/>
                <a:gdLst/>
                <a:ahLst/>
                <a:cxnLst/>
                <a:rect l="l" t="t" r="r" b="b"/>
                <a:pathLst>
                  <a:path w="7107" h="4064" extrusionOk="0">
                    <a:moveTo>
                      <a:pt x="3556" y="1"/>
                    </a:moveTo>
                    <a:cubicBezTo>
                      <a:pt x="1807" y="1"/>
                      <a:pt x="349" y="1235"/>
                      <a:pt x="0" y="2878"/>
                    </a:cubicBezTo>
                    <a:cubicBezTo>
                      <a:pt x="990" y="3622"/>
                      <a:pt x="2220" y="4064"/>
                      <a:pt x="3553" y="4064"/>
                    </a:cubicBezTo>
                    <a:cubicBezTo>
                      <a:pt x="4887" y="4064"/>
                      <a:pt x="6117" y="3622"/>
                      <a:pt x="7107" y="2878"/>
                    </a:cubicBezTo>
                    <a:cubicBezTo>
                      <a:pt x="6762" y="1235"/>
                      <a:pt x="5304" y="1"/>
                      <a:pt x="35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8"/>
              <p:cNvSpPr/>
              <p:nvPr/>
            </p:nvSpPr>
            <p:spPr>
              <a:xfrm>
                <a:off x="7363261" y="3014082"/>
                <a:ext cx="655509" cy="357195"/>
              </a:xfrm>
              <a:custGeom>
                <a:avLst/>
                <a:gdLst/>
                <a:ahLst/>
                <a:cxnLst/>
                <a:rect l="l" t="t" r="r" b="b"/>
                <a:pathLst>
                  <a:path w="21108" h="11502" extrusionOk="0">
                    <a:moveTo>
                      <a:pt x="2428" y="1"/>
                    </a:moveTo>
                    <a:cubicBezTo>
                      <a:pt x="1093" y="1"/>
                      <a:pt x="0" y="1092"/>
                      <a:pt x="0" y="2427"/>
                    </a:cubicBezTo>
                    <a:lnTo>
                      <a:pt x="0" y="9076"/>
                    </a:lnTo>
                    <a:cubicBezTo>
                      <a:pt x="0" y="10411"/>
                      <a:pt x="1093" y="11502"/>
                      <a:pt x="2428" y="11502"/>
                    </a:cubicBezTo>
                    <a:lnTo>
                      <a:pt x="18679" y="11502"/>
                    </a:lnTo>
                    <a:cubicBezTo>
                      <a:pt x="20015" y="11502"/>
                      <a:pt x="21107" y="10411"/>
                      <a:pt x="21107" y="9076"/>
                    </a:cubicBezTo>
                    <a:lnTo>
                      <a:pt x="21107" y="2427"/>
                    </a:lnTo>
                    <a:cubicBezTo>
                      <a:pt x="21107" y="1092"/>
                      <a:pt x="20015" y="1"/>
                      <a:pt x="186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8"/>
              <p:cNvSpPr/>
              <p:nvPr/>
            </p:nvSpPr>
            <p:spPr>
              <a:xfrm>
                <a:off x="7363261" y="3207648"/>
                <a:ext cx="655509" cy="78507"/>
              </a:xfrm>
              <a:custGeom>
                <a:avLst/>
                <a:gdLst/>
                <a:ahLst/>
                <a:cxnLst/>
                <a:rect l="l" t="t" r="r" b="b"/>
                <a:pathLst>
                  <a:path w="21108" h="2528" extrusionOk="0">
                    <a:moveTo>
                      <a:pt x="0" y="0"/>
                    </a:moveTo>
                    <a:lnTo>
                      <a:pt x="0" y="2528"/>
                    </a:lnTo>
                    <a:lnTo>
                      <a:pt x="21107" y="2528"/>
                    </a:lnTo>
                    <a:lnTo>
                      <a:pt x="211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8"/>
              <p:cNvSpPr/>
              <p:nvPr/>
            </p:nvSpPr>
            <p:spPr>
              <a:xfrm>
                <a:off x="7788311" y="3073490"/>
                <a:ext cx="163722" cy="72576"/>
              </a:xfrm>
              <a:custGeom>
                <a:avLst/>
                <a:gdLst/>
                <a:ahLst/>
                <a:cxnLst/>
                <a:rect l="l" t="t" r="r" b="b"/>
                <a:pathLst>
                  <a:path w="5272" h="2337" extrusionOk="0">
                    <a:moveTo>
                      <a:pt x="1168" y="1"/>
                    </a:moveTo>
                    <a:cubicBezTo>
                      <a:pt x="523" y="1"/>
                      <a:pt x="1" y="525"/>
                      <a:pt x="1" y="1169"/>
                    </a:cubicBezTo>
                    <a:cubicBezTo>
                      <a:pt x="1" y="1814"/>
                      <a:pt x="523" y="2337"/>
                      <a:pt x="1168" y="2337"/>
                    </a:cubicBezTo>
                    <a:lnTo>
                      <a:pt x="4104" y="2337"/>
                    </a:lnTo>
                    <a:cubicBezTo>
                      <a:pt x="4748" y="2337"/>
                      <a:pt x="5272" y="1814"/>
                      <a:pt x="5272" y="1169"/>
                    </a:cubicBezTo>
                    <a:cubicBezTo>
                      <a:pt x="5272" y="522"/>
                      <a:pt x="4748" y="1"/>
                      <a:pt x="41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8"/>
              <p:cNvSpPr/>
              <p:nvPr/>
            </p:nvSpPr>
            <p:spPr>
              <a:xfrm>
                <a:off x="7850203" y="3073490"/>
                <a:ext cx="101829" cy="72576"/>
              </a:xfrm>
              <a:custGeom>
                <a:avLst/>
                <a:gdLst/>
                <a:ahLst/>
                <a:cxnLst/>
                <a:rect l="l" t="t" r="r" b="b"/>
                <a:pathLst>
                  <a:path w="3279" h="2337" extrusionOk="0">
                    <a:moveTo>
                      <a:pt x="1118" y="1"/>
                    </a:moveTo>
                    <a:lnTo>
                      <a:pt x="0" y="2337"/>
                    </a:lnTo>
                    <a:lnTo>
                      <a:pt x="2108" y="2337"/>
                    </a:lnTo>
                    <a:cubicBezTo>
                      <a:pt x="2754" y="2337"/>
                      <a:pt x="3276" y="1814"/>
                      <a:pt x="3276" y="1169"/>
                    </a:cubicBezTo>
                    <a:cubicBezTo>
                      <a:pt x="3279" y="522"/>
                      <a:pt x="2755" y="1"/>
                      <a:pt x="21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8"/>
              <p:cNvSpPr/>
              <p:nvPr/>
            </p:nvSpPr>
            <p:spPr>
              <a:xfrm>
                <a:off x="7444687" y="3095632"/>
                <a:ext cx="208255" cy="14130"/>
              </a:xfrm>
              <a:custGeom>
                <a:avLst/>
                <a:gdLst/>
                <a:ahLst/>
                <a:cxnLst/>
                <a:rect l="l" t="t" r="r" b="b"/>
                <a:pathLst>
                  <a:path w="6706" h="455" extrusionOk="0">
                    <a:moveTo>
                      <a:pt x="0" y="1"/>
                    </a:moveTo>
                    <a:lnTo>
                      <a:pt x="0" y="454"/>
                    </a:lnTo>
                    <a:lnTo>
                      <a:pt x="6706" y="454"/>
                    </a:lnTo>
                    <a:lnTo>
                      <a:pt x="67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8"/>
              <p:cNvSpPr/>
              <p:nvPr/>
            </p:nvSpPr>
            <p:spPr>
              <a:xfrm>
                <a:off x="7444687" y="3135507"/>
                <a:ext cx="287290" cy="14130"/>
              </a:xfrm>
              <a:custGeom>
                <a:avLst/>
                <a:gdLst/>
                <a:ahLst/>
                <a:cxnLst/>
                <a:rect l="l" t="t" r="r" b="b"/>
                <a:pathLst>
                  <a:path w="9251" h="455" extrusionOk="0">
                    <a:moveTo>
                      <a:pt x="0" y="1"/>
                    </a:moveTo>
                    <a:lnTo>
                      <a:pt x="0" y="455"/>
                    </a:lnTo>
                    <a:lnTo>
                      <a:pt x="9251" y="455"/>
                    </a:lnTo>
                    <a:lnTo>
                      <a:pt x="92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8"/>
              <p:cNvSpPr/>
              <p:nvPr/>
            </p:nvSpPr>
            <p:spPr>
              <a:xfrm>
                <a:off x="6195850" y="1611607"/>
                <a:ext cx="431633" cy="488868"/>
              </a:xfrm>
              <a:custGeom>
                <a:avLst/>
                <a:gdLst/>
                <a:ahLst/>
                <a:cxnLst/>
                <a:rect l="l" t="t" r="r" b="b"/>
                <a:pathLst>
                  <a:path w="13899" h="15742" extrusionOk="0">
                    <a:moveTo>
                      <a:pt x="1" y="0"/>
                    </a:moveTo>
                    <a:lnTo>
                      <a:pt x="1" y="15741"/>
                    </a:lnTo>
                    <a:lnTo>
                      <a:pt x="13899" y="15741"/>
                    </a:lnTo>
                    <a:lnTo>
                      <a:pt x="13899" y="3381"/>
                    </a:lnTo>
                    <a:lnTo>
                      <a:pt x="107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8"/>
              <p:cNvSpPr/>
              <p:nvPr/>
            </p:nvSpPr>
            <p:spPr>
              <a:xfrm>
                <a:off x="6530281" y="1611607"/>
                <a:ext cx="97202" cy="105028"/>
              </a:xfrm>
              <a:custGeom>
                <a:avLst/>
                <a:gdLst/>
                <a:ahLst/>
                <a:cxnLst/>
                <a:rect l="l" t="t" r="r" b="b"/>
                <a:pathLst>
                  <a:path w="3130" h="3382" extrusionOk="0">
                    <a:moveTo>
                      <a:pt x="0" y="0"/>
                    </a:moveTo>
                    <a:lnTo>
                      <a:pt x="0" y="3381"/>
                    </a:lnTo>
                    <a:lnTo>
                      <a:pt x="3130" y="338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8"/>
              <p:cNvSpPr/>
              <p:nvPr/>
            </p:nvSpPr>
            <p:spPr>
              <a:xfrm>
                <a:off x="6242774" y="1683468"/>
                <a:ext cx="242353" cy="13757"/>
              </a:xfrm>
              <a:custGeom>
                <a:avLst/>
                <a:gdLst/>
                <a:ahLst/>
                <a:cxnLst/>
                <a:rect l="l" t="t" r="r" b="b"/>
                <a:pathLst>
                  <a:path w="7804" h="443" extrusionOk="0">
                    <a:moveTo>
                      <a:pt x="1" y="1"/>
                    </a:moveTo>
                    <a:lnTo>
                      <a:pt x="1" y="442"/>
                    </a:lnTo>
                    <a:lnTo>
                      <a:pt x="7804" y="442"/>
                    </a:lnTo>
                    <a:lnTo>
                      <a:pt x="78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8"/>
              <p:cNvSpPr/>
              <p:nvPr/>
            </p:nvSpPr>
            <p:spPr>
              <a:xfrm>
                <a:off x="6242774" y="1731945"/>
                <a:ext cx="242353" cy="13788"/>
              </a:xfrm>
              <a:custGeom>
                <a:avLst/>
                <a:gdLst/>
                <a:ahLst/>
                <a:cxnLst/>
                <a:rect l="l" t="t" r="r" b="b"/>
                <a:pathLst>
                  <a:path w="7804" h="444" extrusionOk="0">
                    <a:moveTo>
                      <a:pt x="1" y="0"/>
                    </a:moveTo>
                    <a:lnTo>
                      <a:pt x="1" y="443"/>
                    </a:lnTo>
                    <a:lnTo>
                      <a:pt x="7804" y="443"/>
                    </a:lnTo>
                    <a:lnTo>
                      <a:pt x="780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8"/>
              <p:cNvSpPr/>
              <p:nvPr/>
            </p:nvSpPr>
            <p:spPr>
              <a:xfrm>
                <a:off x="6242774" y="1780360"/>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8"/>
              <p:cNvSpPr/>
              <p:nvPr/>
            </p:nvSpPr>
            <p:spPr>
              <a:xfrm>
                <a:off x="6242774" y="1828899"/>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8"/>
              <p:cNvSpPr/>
              <p:nvPr/>
            </p:nvSpPr>
            <p:spPr>
              <a:xfrm>
                <a:off x="6242774" y="1877376"/>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8"/>
              <p:cNvSpPr/>
              <p:nvPr/>
            </p:nvSpPr>
            <p:spPr>
              <a:xfrm>
                <a:off x="6242774" y="1925790"/>
                <a:ext cx="345735" cy="13757"/>
              </a:xfrm>
              <a:custGeom>
                <a:avLst/>
                <a:gdLst/>
                <a:ahLst/>
                <a:cxnLst/>
                <a:rect l="l" t="t" r="r" b="b"/>
                <a:pathLst>
                  <a:path w="11133" h="443" extrusionOk="0">
                    <a:moveTo>
                      <a:pt x="1" y="1"/>
                    </a:moveTo>
                    <a:lnTo>
                      <a:pt x="1" y="442"/>
                    </a:lnTo>
                    <a:lnTo>
                      <a:pt x="11132" y="442"/>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8"/>
              <p:cNvSpPr/>
              <p:nvPr/>
            </p:nvSpPr>
            <p:spPr>
              <a:xfrm>
                <a:off x="6242774" y="1974267"/>
                <a:ext cx="345735" cy="13788"/>
              </a:xfrm>
              <a:custGeom>
                <a:avLst/>
                <a:gdLst/>
                <a:ahLst/>
                <a:cxnLst/>
                <a:rect l="l" t="t" r="r" b="b"/>
                <a:pathLst>
                  <a:path w="11133" h="444" extrusionOk="0">
                    <a:moveTo>
                      <a:pt x="1" y="0"/>
                    </a:moveTo>
                    <a:lnTo>
                      <a:pt x="1" y="443"/>
                    </a:lnTo>
                    <a:lnTo>
                      <a:pt x="11132" y="443"/>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8"/>
              <p:cNvSpPr/>
              <p:nvPr/>
            </p:nvSpPr>
            <p:spPr>
              <a:xfrm>
                <a:off x="6242774" y="2022682"/>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8"/>
              <p:cNvSpPr/>
              <p:nvPr/>
            </p:nvSpPr>
            <p:spPr>
              <a:xfrm>
                <a:off x="6140945" y="1753715"/>
                <a:ext cx="551972" cy="420764"/>
              </a:xfrm>
              <a:custGeom>
                <a:avLst/>
                <a:gdLst/>
                <a:ahLst/>
                <a:cxnLst/>
                <a:rect l="l" t="t" r="r" b="b"/>
                <a:pathLst>
                  <a:path w="17774" h="13549" extrusionOk="0">
                    <a:moveTo>
                      <a:pt x="1020" y="0"/>
                    </a:moveTo>
                    <a:cubicBezTo>
                      <a:pt x="429" y="0"/>
                      <a:pt x="0" y="479"/>
                      <a:pt x="66" y="1067"/>
                    </a:cubicBezTo>
                    <a:lnTo>
                      <a:pt x="1357" y="12479"/>
                    </a:lnTo>
                    <a:cubicBezTo>
                      <a:pt x="1423" y="13066"/>
                      <a:pt x="1962" y="13548"/>
                      <a:pt x="2552" y="13548"/>
                    </a:cubicBezTo>
                    <a:lnTo>
                      <a:pt x="15229" y="13548"/>
                    </a:lnTo>
                    <a:cubicBezTo>
                      <a:pt x="15819" y="13548"/>
                      <a:pt x="16366" y="13069"/>
                      <a:pt x="16446" y="12483"/>
                    </a:cubicBezTo>
                    <a:lnTo>
                      <a:pt x="17695" y="3195"/>
                    </a:lnTo>
                    <a:cubicBezTo>
                      <a:pt x="17773" y="2609"/>
                      <a:pt x="17355" y="2129"/>
                      <a:pt x="16763" y="2129"/>
                    </a:cubicBezTo>
                    <a:lnTo>
                      <a:pt x="10316" y="2129"/>
                    </a:lnTo>
                    <a:lnTo>
                      <a:pt x="10316" y="2131"/>
                    </a:lnTo>
                    <a:cubicBezTo>
                      <a:pt x="9726" y="2131"/>
                      <a:pt x="9242" y="1651"/>
                      <a:pt x="9242" y="1065"/>
                    </a:cubicBezTo>
                    <a:cubicBezTo>
                      <a:pt x="9242" y="479"/>
                      <a:pt x="8758" y="0"/>
                      <a:pt x="8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8"/>
              <p:cNvSpPr/>
              <p:nvPr/>
            </p:nvSpPr>
            <p:spPr>
              <a:xfrm>
                <a:off x="6109952" y="1753715"/>
                <a:ext cx="551941" cy="420764"/>
              </a:xfrm>
              <a:custGeom>
                <a:avLst/>
                <a:gdLst/>
                <a:ahLst/>
                <a:cxnLst/>
                <a:rect l="l" t="t" r="r" b="b"/>
                <a:pathLst>
                  <a:path w="17773" h="13549" extrusionOk="0">
                    <a:moveTo>
                      <a:pt x="1020" y="0"/>
                    </a:moveTo>
                    <a:cubicBezTo>
                      <a:pt x="430" y="0"/>
                      <a:pt x="0" y="479"/>
                      <a:pt x="66" y="1067"/>
                    </a:cubicBezTo>
                    <a:lnTo>
                      <a:pt x="1357" y="12479"/>
                    </a:lnTo>
                    <a:cubicBezTo>
                      <a:pt x="1423" y="13066"/>
                      <a:pt x="1962" y="13548"/>
                      <a:pt x="2552" y="13548"/>
                    </a:cubicBezTo>
                    <a:lnTo>
                      <a:pt x="15228" y="13548"/>
                    </a:lnTo>
                    <a:cubicBezTo>
                      <a:pt x="15818" y="13548"/>
                      <a:pt x="16368" y="13069"/>
                      <a:pt x="16445" y="12483"/>
                    </a:cubicBezTo>
                    <a:lnTo>
                      <a:pt x="17694" y="3195"/>
                    </a:lnTo>
                    <a:cubicBezTo>
                      <a:pt x="17772" y="2609"/>
                      <a:pt x="17353" y="2129"/>
                      <a:pt x="16762" y="2129"/>
                    </a:cubicBezTo>
                    <a:lnTo>
                      <a:pt x="10316" y="2129"/>
                    </a:lnTo>
                    <a:lnTo>
                      <a:pt x="10316" y="2131"/>
                    </a:lnTo>
                    <a:cubicBezTo>
                      <a:pt x="9726" y="2131"/>
                      <a:pt x="9243" y="1651"/>
                      <a:pt x="9243" y="1065"/>
                    </a:cubicBezTo>
                    <a:cubicBezTo>
                      <a:pt x="9243" y="479"/>
                      <a:pt x="8759" y="0"/>
                      <a:pt x="8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8"/>
              <p:cNvSpPr/>
              <p:nvPr/>
            </p:nvSpPr>
            <p:spPr>
              <a:xfrm>
                <a:off x="5652699" y="2714795"/>
                <a:ext cx="820601" cy="712598"/>
              </a:xfrm>
              <a:custGeom>
                <a:avLst/>
                <a:gdLst/>
                <a:ahLst/>
                <a:cxnLst/>
                <a:rect l="l" t="t" r="r" b="b"/>
                <a:pathLst>
                  <a:path w="12849" h="11157" extrusionOk="0">
                    <a:moveTo>
                      <a:pt x="6424" y="0"/>
                    </a:moveTo>
                    <a:cubicBezTo>
                      <a:pt x="5969" y="362"/>
                      <a:pt x="4259" y="1596"/>
                      <a:pt x="2112" y="1632"/>
                    </a:cubicBezTo>
                    <a:cubicBezTo>
                      <a:pt x="2112" y="1632"/>
                      <a:pt x="1" y="8796"/>
                      <a:pt x="6424" y="11156"/>
                    </a:cubicBezTo>
                    <a:cubicBezTo>
                      <a:pt x="12848" y="8796"/>
                      <a:pt x="10737" y="1632"/>
                      <a:pt x="10737" y="1632"/>
                    </a:cubicBezTo>
                    <a:cubicBezTo>
                      <a:pt x="8589" y="1596"/>
                      <a:pt x="6881" y="363"/>
                      <a:pt x="64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8"/>
              <p:cNvSpPr/>
              <p:nvPr/>
            </p:nvSpPr>
            <p:spPr>
              <a:xfrm>
                <a:off x="5912680" y="2932030"/>
                <a:ext cx="318303" cy="249668"/>
              </a:xfrm>
              <a:custGeom>
                <a:avLst/>
                <a:gdLst/>
                <a:ahLst/>
                <a:cxnLst/>
                <a:rect l="l" t="t" r="r" b="b"/>
                <a:pathLst>
                  <a:path w="4984" h="3909" extrusionOk="0">
                    <a:moveTo>
                      <a:pt x="4432" y="1"/>
                    </a:moveTo>
                    <a:lnTo>
                      <a:pt x="1875" y="2927"/>
                    </a:lnTo>
                    <a:lnTo>
                      <a:pt x="425" y="1893"/>
                    </a:lnTo>
                    <a:lnTo>
                      <a:pt x="0" y="2488"/>
                    </a:lnTo>
                    <a:lnTo>
                      <a:pt x="1990" y="3908"/>
                    </a:lnTo>
                    <a:lnTo>
                      <a:pt x="4983" y="480"/>
                    </a:lnTo>
                    <a:lnTo>
                      <a:pt x="4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8"/>
              <p:cNvSpPr/>
              <p:nvPr/>
            </p:nvSpPr>
            <p:spPr>
              <a:xfrm>
                <a:off x="5954733" y="2813091"/>
                <a:ext cx="518775" cy="614238"/>
              </a:xfrm>
              <a:custGeom>
                <a:avLst/>
                <a:gdLst/>
                <a:ahLst/>
                <a:cxnLst/>
                <a:rect l="l" t="t" r="r" b="b"/>
                <a:pathLst>
                  <a:path w="8123" h="9617" extrusionOk="0">
                    <a:moveTo>
                      <a:pt x="5060" y="0"/>
                    </a:moveTo>
                    <a:lnTo>
                      <a:pt x="5060" y="0"/>
                    </a:lnTo>
                    <a:cubicBezTo>
                      <a:pt x="5172" y="2719"/>
                      <a:pt x="4496" y="6777"/>
                      <a:pt x="0" y="8764"/>
                    </a:cubicBezTo>
                    <a:cubicBezTo>
                      <a:pt x="487" y="9088"/>
                      <a:pt x="1049" y="9378"/>
                      <a:pt x="1700" y="9616"/>
                    </a:cubicBezTo>
                    <a:cubicBezTo>
                      <a:pt x="8122" y="7258"/>
                      <a:pt x="6011" y="94"/>
                      <a:pt x="6011" y="94"/>
                    </a:cubicBezTo>
                    <a:cubicBezTo>
                      <a:pt x="5683" y="89"/>
                      <a:pt x="5365" y="55"/>
                      <a:pt x="50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39"/>
          <p:cNvSpPr txBox="1">
            <a:spLocks noGrp="1"/>
          </p:cNvSpPr>
          <p:nvPr>
            <p:ph type="title"/>
          </p:nvPr>
        </p:nvSpPr>
        <p:spPr>
          <a:xfrm>
            <a:off x="2898000" y="3325200"/>
            <a:ext cx="5526000" cy="55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—SOMEONE FAMOUS</a:t>
            </a:r>
            <a:endParaRPr/>
          </a:p>
        </p:txBody>
      </p:sp>
      <p:sp>
        <p:nvSpPr>
          <p:cNvPr id="515" name="Google Shape;515;p39"/>
          <p:cNvSpPr txBox="1">
            <a:spLocks noGrp="1"/>
          </p:cNvSpPr>
          <p:nvPr>
            <p:ph type="subTitle" idx="1"/>
          </p:nvPr>
        </p:nvSpPr>
        <p:spPr>
          <a:xfrm>
            <a:off x="2898000" y="1264200"/>
            <a:ext cx="5526000" cy="190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“This is a quote, words full of wisdom that someone important said and inspire anyone who reads them.”</a:t>
            </a:r>
            <a:endParaRPr/>
          </a:p>
        </p:txBody>
      </p:sp>
      <p:grpSp>
        <p:nvGrpSpPr>
          <p:cNvPr id="516" name="Google Shape;516;p39"/>
          <p:cNvGrpSpPr/>
          <p:nvPr/>
        </p:nvGrpSpPr>
        <p:grpSpPr>
          <a:xfrm>
            <a:off x="-1527048" y="1579815"/>
            <a:ext cx="4620746" cy="3556754"/>
            <a:chOff x="5527089" y="1579815"/>
            <a:chExt cx="4620746" cy="3556754"/>
          </a:xfrm>
        </p:grpSpPr>
        <p:sp>
          <p:nvSpPr>
            <p:cNvPr id="517" name="Google Shape;517;p39"/>
            <p:cNvSpPr/>
            <p:nvPr/>
          </p:nvSpPr>
          <p:spPr>
            <a:xfrm>
              <a:off x="6239778" y="2099076"/>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9"/>
            <p:cNvSpPr/>
            <p:nvPr/>
          </p:nvSpPr>
          <p:spPr>
            <a:xfrm>
              <a:off x="9124311" y="4112833"/>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9"/>
            <p:cNvSpPr/>
            <p:nvPr/>
          </p:nvSpPr>
          <p:spPr>
            <a:xfrm flipH="1">
              <a:off x="9407991" y="1801714"/>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9"/>
            <p:cNvSpPr/>
            <p:nvPr/>
          </p:nvSpPr>
          <p:spPr>
            <a:xfrm flipH="1">
              <a:off x="9111945" y="157981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9"/>
            <p:cNvSpPr/>
            <p:nvPr/>
          </p:nvSpPr>
          <p:spPr>
            <a:xfrm flipH="1">
              <a:off x="8924714" y="1897923"/>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9"/>
            <p:cNvSpPr/>
            <p:nvPr/>
          </p:nvSpPr>
          <p:spPr>
            <a:xfrm>
              <a:off x="5527089" y="3925265"/>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9"/>
            <p:cNvSpPr/>
            <p:nvPr/>
          </p:nvSpPr>
          <p:spPr>
            <a:xfrm>
              <a:off x="5983525" y="4306634"/>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9"/>
            <p:cNvSpPr/>
            <p:nvPr/>
          </p:nvSpPr>
          <p:spPr>
            <a:xfrm>
              <a:off x="6203967" y="4021455"/>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5" name="Google Shape;525;p39"/>
            <p:cNvGrpSpPr/>
            <p:nvPr/>
          </p:nvGrpSpPr>
          <p:grpSpPr>
            <a:xfrm>
              <a:off x="6419268" y="2175276"/>
              <a:ext cx="3428123" cy="2427848"/>
              <a:chOff x="6419268" y="2175276"/>
              <a:chExt cx="3428123" cy="2427848"/>
            </a:xfrm>
          </p:grpSpPr>
          <p:sp>
            <p:nvSpPr>
              <p:cNvPr id="526" name="Google Shape;526;p39"/>
              <p:cNvSpPr/>
              <p:nvPr/>
            </p:nvSpPr>
            <p:spPr>
              <a:xfrm>
                <a:off x="6825596" y="2683536"/>
                <a:ext cx="2463278" cy="1555605"/>
              </a:xfrm>
              <a:custGeom>
                <a:avLst/>
                <a:gdLst/>
                <a:ahLst/>
                <a:cxnLst/>
                <a:rect l="l" t="t" r="r" b="b"/>
                <a:pathLst>
                  <a:path w="109479" h="69138" extrusionOk="0">
                    <a:moveTo>
                      <a:pt x="4971" y="1"/>
                    </a:moveTo>
                    <a:cubicBezTo>
                      <a:pt x="2238" y="1"/>
                      <a:pt x="0" y="2237"/>
                      <a:pt x="0" y="4972"/>
                    </a:cubicBezTo>
                    <a:lnTo>
                      <a:pt x="0" y="64165"/>
                    </a:lnTo>
                    <a:cubicBezTo>
                      <a:pt x="0" y="66900"/>
                      <a:pt x="2237" y="69137"/>
                      <a:pt x="4971" y="69137"/>
                    </a:cubicBezTo>
                    <a:lnTo>
                      <a:pt x="104507" y="69137"/>
                    </a:lnTo>
                    <a:cubicBezTo>
                      <a:pt x="107241" y="69137"/>
                      <a:pt x="109479" y="66900"/>
                      <a:pt x="109479" y="64165"/>
                    </a:cubicBezTo>
                    <a:lnTo>
                      <a:pt x="109479" y="4972"/>
                    </a:lnTo>
                    <a:cubicBezTo>
                      <a:pt x="109479" y="2238"/>
                      <a:pt x="107243" y="1"/>
                      <a:pt x="1045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9"/>
              <p:cNvSpPr/>
              <p:nvPr/>
            </p:nvSpPr>
            <p:spPr>
              <a:xfrm>
                <a:off x="6825528" y="3851398"/>
                <a:ext cx="2463323" cy="387765"/>
              </a:xfrm>
              <a:custGeom>
                <a:avLst/>
                <a:gdLst/>
                <a:ahLst/>
                <a:cxnLst/>
                <a:rect l="l" t="t" r="r" b="b"/>
                <a:pathLst>
                  <a:path w="109481" h="17234" extrusionOk="0">
                    <a:moveTo>
                      <a:pt x="1" y="1"/>
                    </a:moveTo>
                    <a:lnTo>
                      <a:pt x="1" y="12261"/>
                    </a:lnTo>
                    <a:cubicBezTo>
                      <a:pt x="1" y="14996"/>
                      <a:pt x="2240" y="17234"/>
                      <a:pt x="4972" y="17234"/>
                    </a:cubicBezTo>
                    <a:lnTo>
                      <a:pt x="104509" y="17234"/>
                    </a:lnTo>
                    <a:cubicBezTo>
                      <a:pt x="107244" y="17234"/>
                      <a:pt x="109481" y="14996"/>
                      <a:pt x="109481" y="12261"/>
                    </a:cubicBezTo>
                    <a:lnTo>
                      <a:pt x="10948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9"/>
              <p:cNvSpPr/>
              <p:nvPr/>
            </p:nvSpPr>
            <p:spPr>
              <a:xfrm>
                <a:off x="6889901" y="2748696"/>
                <a:ext cx="2334645" cy="1046768"/>
              </a:xfrm>
              <a:custGeom>
                <a:avLst/>
                <a:gdLst/>
                <a:ahLst/>
                <a:cxnLst/>
                <a:rect l="l" t="t" r="r" b="b"/>
                <a:pathLst>
                  <a:path w="103762" h="46523" extrusionOk="0">
                    <a:moveTo>
                      <a:pt x="1598" y="1"/>
                    </a:moveTo>
                    <a:cubicBezTo>
                      <a:pt x="719" y="1"/>
                      <a:pt x="1" y="720"/>
                      <a:pt x="1" y="1600"/>
                    </a:cubicBezTo>
                    <a:lnTo>
                      <a:pt x="1" y="44925"/>
                    </a:lnTo>
                    <a:cubicBezTo>
                      <a:pt x="1" y="45804"/>
                      <a:pt x="719" y="46523"/>
                      <a:pt x="1598" y="46523"/>
                    </a:cubicBezTo>
                    <a:lnTo>
                      <a:pt x="102162" y="46523"/>
                    </a:lnTo>
                    <a:cubicBezTo>
                      <a:pt x="103042" y="46523"/>
                      <a:pt x="103761" y="45804"/>
                      <a:pt x="103761" y="44925"/>
                    </a:cubicBezTo>
                    <a:lnTo>
                      <a:pt x="103761" y="1600"/>
                    </a:lnTo>
                    <a:cubicBezTo>
                      <a:pt x="103761" y="720"/>
                      <a:pt x="103042" y="1"/>
                      <a:pt x="1021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9"/>
              <p:cNvSpPr/>
              <p:nvPr/>
            </p:nvSpPr>
            <p:spPr>
              <a:xfrm>
                <a:off x="7451928" y="4474648"/>
                <a:ext cx="1210613" cy="63945"/>
              </a:xfrm>
              <a:custGeom>
                <a:avLst/>
                <a:gdLst/>
                <a:ahLst/>
                <a:cxnLst/>
                <a:rect l="l" t="t" r="r" b="b"/>
                <a:pathLst>
                  <a:path w="53805" h="2842" extrusionOk="0">
                    <a:moveTo>
                      <a:pt x="1" y="1"/>
                    </a:moveTo>
                    <a:lnTo>
                      <a:pt x="1" y="2841"/>
                    </a:lnTo>
                    <a:lnTo>
                      <a:pt x="53805" y="2841"/>
                    </a:lnTo>
                    <a:lnTo>
                      <a:pt x="538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9"/>
              <p:cNvSpPr/>
              <p:nvPr/>
            </p:nvSpPr>
            <p:spPr>
              <a:xfrm>
                <a:off x="7609743" y="4239118"/>
                <a:ext cx="894960" cy="235553"/>
              </a:xfrm>
              <a:custGeom>
                <a:avLst/>
                <a:gdLst/>
                <a:ahLst/>
                <a:cxnLst/>
                <a:rect l="l" t="t" r="r" b="b"/>
                <a:pathLst>
                  <a:path w="39776" h="10469" extrusionOk="0">
                    <a:moveTo>
                      <a:pt x="0" y="0"/>
                    </a:moveTo>
                    <a:lnTo>
                      <a:pt x="0" y="10469"/>
                    </a:lnTo>
                    <a:lnTo>
                      <a:pt x="39776" y="10469"/>
                    </a:lnTo>
                    <a:lnTo>
                      <a:pt x="3977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9"/>
              <p:cNvSpPr/>
              <p:nvPr/>
            </p:nvSpPr>
            <p:spPr>
              <a:xfrm>
                <a:off x="7609743" y="4239118"/>
                <a:ext cx="894960" cy="135675"/>
              </a:xfrm>
              <a:custGeom>
                <a:avLst/>
                <a:gdLst/>
                <a:ahLst/>
                <a:cxnLst/>
                <a:rect l="l" t="t" r="r" b="b"/>
                <a:pathLst>
                  <a:path w="39776" h="6030" extrusionOk="0">
                    <a:moveTo>
                      <a:pt x="0" y="0"/>
                    </a:moveTo>
                    <a:lnTo>
                      <a:pt x="0" y="1945"/>
                    </a:lnTo>
                    <a:lnTo>
                      <a:pt x="39776" y="6030"/>
                    </a:lnTo>
                    <a:lnTo>
                      <a:pt x="3977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9"/>
              <p:cNvSpPr/>
              <p:nvPr/>
            </p:nvSpPr>
            <p:spPr>
              <a:xfrm>
                <a:off x="8869338" y="3487056"/>
                <a:ext cx="978052" cy="558180"/>
              </a:xfrm>
              <a:custGeom>
                <a:avLst/>
                <a:gdLst/>
                <a:ahLst/>
                <a:cxnLst/>
                <a:rect l="l" t="t" r="r" b="b"/>
                <a:pathLst>
                  <a:path w="43469" h="24808" extrusionOk="0">
                    <a:moveTo>
                      <a:pt x="0" y="1"/>
                    </a:moveTo>
                    <a:lnTo>
                      <a:pt x="0" y="24808"/>
                    </a:lnTo>
                    <a:lnTo>
                      <a:pt x="43469" y="24808"/>
                    </a:lnTo>
                    <a:lnTo>
                      <a:pt x="4346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9"/>
              <p:cNvSpPr/>
              <p:nvPr/>
            </p:nvSpPr>
            <p:spPr>
              <a:xfrm>
                <a:off x="8869338" y="3487056"/>
                <a:ext cx="978052" cy="81225"/>
              </a:xfrm>
              <a:custGeom>
                <a:avLst/>
                <a:gdLst/>
                <a:ahLst/>
                <a:cxnLst/>
                <a:rect l="l" t="t" r="r" b="b"/>
                <a:pathLst>
                  <a:path w="43469" h="3610" extrusionOk="0">
                    <a:moveTo>
                      <a:pt x="0" y="1"/>
                    </a:moveTo>
                    <a:lnTo>
                      <a:pt x="0" y="3609"/>
                    </a:lnTo>
                    <a:lnTo>
                      <a:pt x="43469" y="3609"/>
                    </a:lnTo>
                    <a:lnTo>
                      <a:pt x="434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9"/>
              <p:cNvSpPr/>
              <p:nvPr/>
            </p:nvSpPr>
            <p:spPr>
              <a:xfrm>
                <a:off x="8898588" y="3514956"/>
                <a:ext cx="23445" cy="23468"/>
              </a:xfrm>
              <a:custGeom>
                <a:avLst/>
                <a:gdLst/>
                <a:ahLst/>
                <a:cxnLst/>
                <a:rect l="l" t="t" r="r" b="b"/>
                <a:pathLst>
                  <a:path w="1042" h="1043" extrusionOk="0">
                    <a:moveTo>
                      <a:pt x="521" y="0"/>
                    </a:moveTo>
                    <a:cubicBezTo>
                      <a:pt x="233" y="0"/>
                      <a:pt x="0" y="234"/>
                      <a:pt x="0" y="522"/>
                    </a:cubicBezTo>
                    <a:cubicBezTo>
                      <a:pt x="0" y="808"/>
                      <a:pt x="235" y="1043"/>
                      <a:pt x="521" y="1043"/>
                    </a:cubicBezTo>
                    <a:cubicBezTo>
                      <a:pt x="807" y="1043"/>
                      <a:pt x="1042" y="808"/>
                      <a:pt x="1042" y="522"/>
                    </a:cubicBezTo>
                    <a:cubicBezTo>
                      <a:pt x="1042" y="234"/>
                      <a:pt x="807" y="0"/>
                      <a:pt x="5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9"/>
              <p:cNvSpPr/>
              <p:nvPr/>
            </p:nvSpPr>
            <p:spPr>
              <a:xfrm>
                <a:off x="8942643" y="3514956"/>
                <a:ext cx="23490" cy="23468"/>
              </a:xfrm>
              <a:custGeom>
                <a:avLst/>
                <a:gdLst/>
                <a:ahLst/>
                <a:cxnLst/>
                <a:rect l="l" t="t" r="r" b="b"/>
                <a:pathLst>
                  <a:path w="1044" h="1043" extrusionOk="0">
                    <a:moveTo>
                      <a:pt x="522" y="0"/>
                    </a:moveTo>
                    <a:cubicBezTo>
                      <a:pt x="234" y="0"/>
                      <a:pt x="1" y="234"/>
                      <a:pt x="1" y="522"/>
                    </a:cubicBezTo>
                    <a:cubicBezTo>
                      <a:pt x="1" y="808"/>
                      <a:pt x="235" y="1043"/>
                      <a:pt x="522" y="1043"/>
                    </a:cubicBezTo>
                    <a:cubicBezTo>
                      <a:pt x="810" y="1043"/>
                      <a:pt x="1044" y="808"/>
                      <a:pt x="1044" y="522"/>
                    </a:cubicBezTo>
                    <a:cubicBezTo>
                      <a:pt x="1044" y="234"/>
                      <a:pt x="810" y="0"/>
                      <a:pt x="5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9"/>
              <p:cNvSpPr/>
              <p:nvPr/>
            </p:nvSpPr>
            <p:spPr>
              <a:xfrm>
                <a:off x="8986788" y="3514956"/>
                <a:ext cx="23445" cy="23468"/>
              </a:xfrm>
              <a:custGeom>
                <a:avLst/>
                <a:gdLst/>
                <a:ahLst/>
                <a:cxnLst/>
                <a:rect l="l" t="t" r="r" b="b"/>
                <a:pathLst>
                  <a:path w="1042" h="1043" extrusionOk="0">
                    <a:moveTo>
                      <a:pt x="521" y="0"/>
                    </a:moveTo>
                    <a:cubicBezTo>
                      <a:pt x="232" y="0"/>
                      <a:pt x="0" y="234"/>
                      <a:pt x="0" y="522"/>
                    </a:cubicBezTo>
                    <a:cubicBezTo>
                      <a:pt x="0" y="808"/>
                      <a:pt x="232" y="1043"/>
                      <a:pt x="521" y="1043"/>
                    </a:cubicBezTo>
                    <a:cubicBezTo>
                      <a:pt x="808" y="1043"/>
                      <a:pt x="1042" y="808"/>
                      <a:pt x="1042" y="522"/>
                    </a:cubicBezTo>
                    <a:cubicBezTo>
                      <a:pt x="1042" y="234"/>
                      <a:pt x="808" y="0"/>
                      <a:pt x="5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9"/>
              <p:cNvSpPr/>
              <p:nvPr/>
            </p:nvSpPr>
            <p:spPr>
              <a:xfrm>
                <a:off x="8967528" y="3662691"/>
                <a:ext cx="269280" cy="269257"/>
              </a:xfrm>
              <a:custGeom>
                <a:avLst/>
                <a:gdLst/>
                <a:ahLst/>
                <a:cxnLst/>
                <a:rect l="l" t="t" r="r" b="b"/>
                <a:pathLst>
                  <a:path w="11968" h="11967" extrusionOk="0">
                    <a:moveTo>
                      <a:pt x="5983" y="1"/>
                    </a:moveTo>
                    <a:cubicBezTo>
                      <a:pt x="2678" y="1"/>
                      <a:pt x="1" y="2678"/>
                      <a:pt x="1" y="5983"/>
                    </a:cubicBezTo>
                    <a:cubicBezTo>
                      <a:pt x="1" y="9288"/>
                      <a:pt x="2678" y="11967"/>
                      <a:pt x="5983" y="11967"/>
                    </a:cubicBezTo>
                    <a:cubicBezTo>
                      <a:pt x="9289" y="11967"/>
                      <a:pt x="11967" y="9287"/>
                      <a:pt x="11967" y="5983"/>
                    </a:cubicBezTo>
                    <a:cubicBezTo>
                      <a:pt x="11967" y="2679"/>
                      <a:pt x="9289" y="1"/>
                      <a:pt x="598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9"/>
              <p:cNvSpPr/>
              <p:nvPr/>
            </p:nvSpPr>
            <p:spPr>
              <a:xfrm>
                <a:off x="9068868" y="3731698"/>
                <a:ext cx="66600" cy="131175"/>
              </a:xfrm>
              <a:custGeom>
                <a:avLst/>
                <a:gdLst/>
                <a:ahLst/>
                <a:cxnLst/>
                <a:rect l="l" t="t" r="r" b="b"/>
                <a:pathLst>
                  <a:path w="2960" h="5830" extrusionOk="0">
                    <a:moveTo>
                      <a:pt x="1479" y="1"/>
                    </a:moveTo>
                    <a:cubicBezTo>
                      <a:pt x="661" y="1"/>
                      <a:pt x="1" y="663"/>
                      <a:pt x="1" y="1481"/>
                    </a:cubicBezTo>
                    <a:cubicBezTo>
                      <a:pt x="1" y="2066"/>
                      <a:pt x="343" y="2570"/>
                      <a:pt x="838" y="2807"/>
                    </a:cubicBezTo>
                    <a:lnTo>
                      <a:pt x="100" y="5579"/>
                    </a:lnTo>
                    <a:cubicBezTo>
                      <a:pt x="73" y="5716"/>
                      <a:pt x="167" y="5830"/>
                      <a:pt x="307" y="5830"/>
                    </a:cubicBezTo>
                    <a:lnTo>
                      <a:pt x="2650" y="5830"/>
                    </a:lnTo>
                    <a:cubicBezTo>
                      <a:pt x="2792" y="5830"/>
                      <a:pt x="2883" y="5717"/>
                      <a:pt x="2858" y="5579"/>
                    </a:cubicBezTo>
                    <a:lnTo>
                      <a:pt x="2123" y="2807"/>
                    </a:lnTo>
                    <a:cubicBezTo>
                      <a:pt x="2615" y="2568"/>
                      <a:pt x="2959" y="2066"/>
                      <a:pt x="2959" y="1481"/>
                    </a:cubicBezTo>
                    <a:cubicBezTo>
                      <a:pt x="2959" y="665"/>
                      <a:pt x="2297" y="1"/>
                      <a:pt x="14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9"/>
              <p:cNvSpPr/>
              <p:nvPr/>
            </p:nvSpPr>
            <p:spPr>
              <a:xfrm>
                <a:off x="9312633" y="3654186"/>
                <a:ext cx="239850" cy="16672"/>
              </a:xfrm>
              <a:custGeom>
                <a:avLst/>
                <a:gdLst/>
                <a:ahLst/>
                <a:cxnLst/>
                <a:rect l="l" t="t" r="r" b="b"/>
                <a:pathLst>
                  <a:path w="10660" h="741" extrusionOk="0">
                    <a:moveTo>
                      <a:pt x="0" y="1"/>
                    </a:moveTo>
                    <a:lnTo>
                      <a:pt x="0" y="741"/>
                    </a:lnTo>
                    <a:lnTo>
                      <a:pt x="10659" y="741"/>
                    </a:lnTo>
                    <a:lnTo>
                      <a:pt x="1065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9"/>
              <p:cNvSpPr/>
              <p:nvPr/>
            </p:nvSpPr>
            <p:spPr>
              <a:xfrm>
                <a:off x="9312633" y="3698331"/>
                <a:ext cx="432810" cy="16605"/>
              </a:xfrm>
              <a:custGeom>
                <a:avLst/>
                <a:gdLst/>
                <a:ahLst/>
                <a:cxnLst/>
                <a:rect l="l" t="t" r="r" b="b"/>
                <a:pathLst>
                  <a:path w="19236" h="738" extrusionOk="0">
                    <a:moveTo>
                      <a:pt x="0" y="0"/>
                    </a:moveTo>
                    <a:lnTo>
                      <a:pt x="0" y="738"/>
                    </a:lnTo>
                    <a:lnTo>
                      <a:pt x="19235" y="738"/>
                    </a:lnTo>
                    <a:lnTo>
                      <a:pt x="192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9"/>
              <p:cNvSpPr/>
              <p:nvPr/>
            </p:nvSpPr>
            <p:spPr>
              <a:xfrm>
                <a:off x="9312633" y="3758451"/>
                <a:ext cx="432855" cy="92857"/>
              </a:xfrm>
              <a:custGeom>
                <a:avLst/>
                <a:gdLst/>
                <a:ahLst/>
                <a:cxnLst/>
                <a:rect l="l" t="t" r="r" b="b"/>
                <a:pathLst>
                  <a:path w="19238" h="4127" extrusionOk="0">
                    <a:moveTo>
                      <a:pt x="2780" y="0"/>
                    </a:moveTo>
                    <a:cubicBezTo>
                      <a:pt x="1250" y="0"/>
                      <a:pt x="0" y="928"/>
                      <a:pt x="0" y="2063"/>
                    </a:cubicBezTo>
                    <a:cubicBezTo>
                      <a:pt x="0" y="3198"/>
                      <a:pt x="1250" y="4127"/>
                      <a:pt x="2780" y="4127"/>
                    </a:cubicBezTo>
                    <a:lnTo>
                      <a:pt x="16459" y="4127"/>
                    </a:lnTo>
                    <a:cubicBezTo>
                      <a:pt x="17986" y="4127"/>
                      <a:pt x="19238" y="3197"/>
                      <a:pt x="19238" y="2063"/>
                    </a:cubicBezTo>
                    <a:cubicBezTo>
                      <a:pt x="19238" y="929"/>
                      <a:pt x="17986" y="0"/>
                      <a:pt x="164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9"/>
              <p:cNvSpPr/>
              <p:nvPr/>
            </p:nvSpPr>
            <p:spPr>
              <a:xfrm>
                <a:off x="9411183" y="3797263"/>
                <a:ext cx="15210" cy="15188"/>
              </a:xfrm>
              <a:custGeom>
                <a:avLst/>
                <a:gdLst/>
                <a:ahLst/>
                <a:cxnLst/>
                <a:rect l="l" t="t" r="r" b="b"/>
                <a:pathLst>
                  <a:path w="676" h="675" extrusionOk="0">
                    <a:moveTo>
                      <a:pt x="339" y="1"/>
                    </a:moveTo>
                    <a:cubicBezTo>
                      <a:pt x="151" y="1"/>
                      <a:pt x="0" y="152"/>
                      <a:pt x="0" y="338"/>
                    </a:cubicBezTo>
                    <a:cubicBezTo>
                      <a:pt x="0" y="525"/>
                      <a:pt x="152" y="675"/>
                      <a:pt x="339" y="675"/>
                    </a:cubicBezTo>
                    <a:cubicBezTo>
                      <a:pt x="525" y="675"/>
                      <a:pt x="676" y="525"/>
                      <a:pt x="676" y="338"/>
                    </a:cubicBezTo>
                    <a:cubicBezTo>
                      <a:pt x="676" y="152"/>
                      <a:pt x="525" y="2"/>
                      <a:pt x="3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9"/>
              <p:cNvSpPr/>
              <p:nvPr/>
            </p:nvSpPr>
            <p:spPr>
              <a:xfrm>
                <a:off x="9455283" y="3797263"/>
                <a:ext cx="15188" cy="15188"/>
              </a:xfrm>
              <a:custGeom>
                <a:avLst/>
                <a:gdLst/>
                <a:ahLst/>
                <a:cxnLst/>
                <a:rect l="l" t="t" r="r" b="b"/>
                <a:pathLst>
                  <a:path w="675" h="675" extrusionOk="0">
                    <a:moveTo>
                      <a:pt x="337" y="1"/>
                    </a:moveTo>
                    <a:cubicBezTo>
                      <a:pt x="152" y="1"/>
                      <a:pt x="0" y="152"/>
                      <a:pt x="0" y="338"/>
                    </a:cubicBezTo>
                    <a:cubicBezTo>
                      <a:pt x="0" y="525"/>
                      <a:pt x="152" y="675"/>
                      <a:pt x="337" y="675"/>
                    </a:cubicBezTo>
                    <a:cubicBezTo>
                      <a:pt x="526" y="675"/>
                      <a:pt x="674" y="525"/>
                      <a:pt x="674" y="338"/>
                    </a:cubicBezTo>
                    <a:cubicBezTo>
                      <a:pt x="674" y="152"/>
                      <a:pt x="526" y="2"/>
                      <a:pt x="3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9"/>
              <p:cNvSpPr/>
              <p:nvPr/>
            </p:nvSpPr>
            <p:spPr>
              <a:xfrm>
                <a:off x="9499406" y="3797263"/>
                <a:ext cx="15210" cy="15188"/>
              </a:xfrm>
              <a:custGeom>
                <a:avLst/>
                <a:gdLst/>
                <a:ahLst/>
                <a:cxnLst/>
                <a:rect l="l" t="t" r="r" b="b"/>
                <a:pathLst>
                  <a:path w="676" h="675" extrusionOk="0">
                    <a:moveTo>
                      <a:pt x="339" y="1"/>
                    </a:moveTo>
                    <a:cubicBezTo>
                      <a:pt x="151" y="1"/>
                      <a:pt x="0" y="152"/>
                      <a:pt x="0" y="338"/>
                    </a:cubicBezTo>
                    <a:cubicBezTo>
                      <a:pt x="0" y="525"/>
                      <a:pt x="152" y="675"/>
                      <a:pt x="339" y="675"/>
                    </a:cubicBezTo>
                    <a:cubicBezTo>
                      <a:pt x="526" y="675"/>
                      <a:pt x="676" y="525"/>
                      <a:pt x="676" y="338"/>
                    </a:cubicBezTo>
                    <a:cubicBezTo>
                      <a:pt x="676" y="152"/>
                      <a:pt x="525" y="2"/>
                      <a:pt x="3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9"/>
              <p:cNvSpPr/>
              <p:nvPr/>
            </p:nvSpPr>
            <p:spPr>
              <a:xfrm>
                <a:off x="9543528" y="3797263"/>
                <a:ext cx="15165" cy="15188"/>
              </a:xfrm>
              <a:custGeom>
                <a:avLst/>
                <a:gdLst/>
                <a:ahLst/>
                <a:cxnLst/>
                <a:rect l="l" t="t" r="r" b="b"/>
                <a:pathLst>
                  <a:path w="674" h="675" extrusionOk="0">
                    <a:moveTo>
                      <a:pt x="338" y="1"/>
                    </a:moveTo>
                    <a:cubicBezTo>
                      <a:pt x="151" y="1"/>
                      <a:pt x="1" y="152"/>
                      <a:pt x="1" y="338"/>
                    </a:cubicBezTo>
                    <a:cubicBezTo>
                      <a:pt x="1" y="525"/>
                      <a:pt x="153" y="675"/>
                      <a:pt x="338" y="675"/>
                    </a:cubicBezTo>
                    <a:cubicBezTo>
                      <a:pt x="525" y="675"/>
                      <a:pt x="673" y="525"/>
                      <a:pt x="673" y="338"/>
                    </a:cubicBezTo>
                    <a:cubicBezTo>
                      <a:pt x="673" y="152"/>
                      <a:pt x="525" y="2"/>
                      <a:pt x="3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9"/>
              <p:cNvSpPr/>
              <p:nvPr/>
            </p:nvSpPr>
            <p:spPr>
              <a:xfrm>
                <a:off x="9587606" y="3797263"/>
                <a:ext cx="15210" cy="15188"/>
              </a:xfrm>
              <a:custGeom>
                <a:avLst/>
                <a:gdLst/>
                <a:ahLst/>
                <a:cxnLst/>
                <a:rect l="l" t="t" r="r" b="b"/>
                <a:pathLst>
                  <a:path w="676" h="675" extrusionOk="0">
                    <a:moveTo>
                      <a:pt x="337" y="1"/>
                    </a:moveTo>
                    <a:cubicBezTo>
                      <a:pt x="151" y="1"/>
                      <a:pt x="0" y="152"/>
                      <a:pt x="0" y="338"/>
                    </a:cubicBezTo>
                    <a:cubicBezTo>
                      <a:pt x="0" y="525"/>
                      <a:pt x="151" y="675"/>
                      <a:pt x="337" y="675"/>
                    </a:cubicBezTo>
                    <a:cubicBezTo>
                      <a:pt x="526" y="675"/>
                      <a:pt x="676" y="525"/>
                      <a:pt x="676" y="338"/>
                    </a:cubicBezTo>
                    <a:cubicBezTo>
                      <a:pt x="676" y="152"/>
                      <a:pt x="526" y="2"/>
                      <a:pt x="3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9"/>
              <p:cNvSpPr/>
              <p:nvPr/>
            </p:nvSpPr>
            <p:spPr>
              <a:xfrm>
                <a:off x="9631728" y="3797263"/>
                <a:ext cx="15188" cy="15188"/>
              </a:xfrm>
              <a:custGeom>
                <a:avLst/>
                <a:gdLst/>
                <a:ahLst/>
                <a:cxnLst/>
                <a:rect l="l" t="t" r="r" b="b"/>
                <a:pathLst>
                  <a:path w="675" h="675" extrusionOk="0">
                    <a:moveTo>
                      <a:pt x="338" y="1"/>
                    </a:moveTo>
                    <a:cubicBezTo>
                      <a:pt x="153" y="1"/>
                      <a:pt x="1" y="152"/>
                      <a:pt x="1" y="338"/>
                    </a:cubicBezTo>
                    <a:cubicBezTo>
                      <a:pt x="1" y="525"/>
                      <a:pt x="153" y="675"/>
                      <a:pt x="338" y="675"/>
                    </a:cubicBezTo>
                    <a:cubicBezTo>
                      <a:pt x="524" y="675"/>
                      <a:pt x="675" y="525"/>
                      <a:pt x="675" y="338"/>
                    </a:cubicBezTo>
                    <a:cubicBezTo>
                      <a:pt x="675" y="152"/>
                      <a:pt x="526" y="2"/>
                      <a:pt x="3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9"/>
              <p:cNvSpPr/>
              <p:nvPr/>
            </p:nvSpPr>
            <p:spPr>
              <a:xfrm>
                <a:off x="9312633" y="3899548"/>
                <a:ext cx="203220" cy="60907"/>
              </a:xfrm>
              <a:custGeom>
                <a:avLst/>
                <a:gdLst/>
                <a:ahLst/>
                <a:cxnLst/>
                <a:rect l="l" t="t" r="r" b="b"/>
                <a:pathLst>
                  <a:path w="9032" h="2707" extrusionOk="0">
                    <a:moveTo>
                      <a:pt x="0" y="1"/>
                    </a:moveTo>
                    <a:lnTo>
                      <a:pt x="0" y="2707"/>
                    </a:lnTo>
                    <a:lnTo>
                      <a:pt x="9031" y="2707"/>
                    </a:lnTo>
                    <a:lnTo>
                      <a:pt x="90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9"/>
              <p:cNvSpPr/>
              <p:nvPr/>
            </p:nvSpPr>
            <p:spPr>
              <a:xfrm>
                <a:off x="9339161" y="3921666"/>
                <a:ext cx="150165" cy="16650"/>
              </a:xfrm>
              <a:custGeom>
                <a:avLst/>
                <a:gdLst/>
                <a:ahLst/>
                <a:cxnLst/>
                <a:rect l="l" t="t" r="r" b="b"/>
                <a:pathLst>
                  <a:path w="6674" h="740" extrusionOk="0">
                    <a:moveTo>
                      <a:pt x="1" y="1"/>
                    </a:moveTo>
                    <a:lnTo>
                      <a:pt x="1" y="739"/>
                    </a:lnTo>
                    <a:lnTo>
                      <a:pt x="6674" y="739"/>
                    </a:lnTo>
                    <a:lnTo>
                      <a:pt x="66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9"/>
              <p:cNvSpPr/>
              <p:nvPr/>
            </p:nvSpPr>
            <p:spPr>
              <a:xfrm>
                <a:off x="9034466" y="2311926"/>
                <a:ext cx="609682" cy="690503"/>
              </a:xfrm>
              <a:custGeom>
                <a:avLst/>
                <a:gdLst/>
                <a:ahLst/>
                <a:cxnLst/>
                <a:rect l="l" t="t" r="r" b="b"/>
                <a:pathLst>
                  <a:path w="27097" h="30689" extrusionOk="0">
                    <a:moveTo>
                      <a:pt x="1" y="1"/>
                    </a:moveTo>
                    <a:lnTo>
                      <a:pt x="1" y="30688"/>
                    </a:lnTo>
                    <a:lnTo>
                      <a:pt x="27097" y="30688"/>
                    </a:lnTo>
                    <a:lnTo>
                      <a:pt x="27097" y="6594"/>
                    </a:lnTo>
                    <a:lnTo>
                      <a:pt x="209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9"/>
              <p:cNvSpPr/>
              <p:nvPr/>
            </p:nvSpPr>
            <p:spPr>
              <a:xfrm>
                <a:off x="9506876" y="2311926"/>
                <a:ext cx="137273" cy="148365"/>
              </a:xfrm>
              <a:custGeom>
                <a:avLst/>
                <a:gdLst/>
                <a:ahLst/>
                <a:cxnLst/>
                <a:rect l="l" t="t" r="r" b="b"/>
                <a:pathLst>
                  <a:path w="6101" h="6594" extrusionOk="0">
                    <a:moveTo>
                      <a:pt x="0" y="1"/>
                    </a:moveTo>
                    <a:lnTo>
                      <a:pt x="0" y="6594"/>
                    </a:lnTo>
                    <a:lnTo>
                      <a:pt x="6101" y="6594"/>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9"/>
              <p:cNvSpPr/>
              <p:nvPr/>
            </p:nvSpPr>
            <p:spPr>
              <a:xfrm>
                <a:off x="9100728" y="2413468"/>
                <a:ext cx="342293" cy="19417"/>
              </a:xfrm>
              <a:custGeom>
                <a:avLst/>
                <a:gdLst/>
                <a:ahLst/>
                <a:cxnLst/>
                <a:rect l="l" t="t" r="r" b="b"/>
                <a:pathLst>
                  <a:path w="15213" h="863" extrusionOk="0">
                    <a:moveTo>
                      <a:pt x="0" y="1"/>
                    </a:moveTo>
                    <a:lnTo>
                      <a:pt x="0" y="862"/>
                    </a:lnTo>
                    <a:lnTo>
                      <a:pt x="15212" y="862"/>
                    </a:lnTo>
                    <a:lnTo>
                      <a:pt x="152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9"/>
              <p:cNvSpPr/>
              <p:nvPr/>
            </p:nvSpPr>
            <p:spPr>
              <a:xfrm>
                <a:off x="9100728" y="2481913"/>
                <a:ext cx="342293" cy="19463"/>
              </a:xfrm>
              <a:custGeom>
                <a:avLst/>
                <a:gdLst/>
                <a:ahLst/>
                <a:cxnLst/>
                <a:rect l="l" t="t" r="r" b="b"/>
                <a:pathLst>
                  <a:path w="15213" h="865" extrusionOk="0">
                    <a:moveTo>
                      <a:pt x="0" y="1"/>
                    </a:moveTo>
                    <a:lnTo>
                      <a:pt x="0" y="865"/>
                    </a:lnTo>
                    <a:lnTo>
                      <a:pt x="15212" y="865"/>
                    </a:lnTo>
                    <a:lnTo>
                      <a:pt x="152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9"/>
              <p:cNvSpPr/>
              <p:nvPr/>
            </p:nvSpPr>
            <p:spPr>
              <a:xfrm>
                <a:off x="9100728" y="2550381"/>
                <a:ext cx="488318" cy="19417"/>
              </a:xfrm>
              <a:custGeom>
                <a:avLst/>
                <a:gdLst/>
                <a:ahLst/>
                <a:cxnLst/>
                <a:rect l="l" t="t" r="r" b="b"/>
                <a:pathLst>
                  <a:path w="21703" h="863" extrusionOk="0">
                    <a:moveTo>
                      <a:pt x="0" y="1"/>
                    </a:moveTo>
                    <a:lnTo>
                      <a:pt x="0" y="862"/>
                    </a:lnTo>
                    <a:lnTo>
                      <a:pt x="21703" y="862"/>
                    </a:lnTo>
                    <a:lnTo>
                      <a:pt x="21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9"/>
              <p:cNvSpPr/>
              <p:nvPr/>
            </p:nvSpPr>
            <p:spPr>
              <a:xfrm>
                <a:off x="9100728" y="2618826"/>
                <a:ext cx="488318" cy="19417"/>
              </a:xfrm>
              <a:custGeom>
                <a:avLst/>
                <a:gdLst/>
                <a:ahLst/>
                <a:cxnLst/>
                <a:rect l="l" t="t" r="r" b="b"/>
                <a:pathLst>
                  <a:path w="21703" h="863" extrusionOk="0">
                    <a:moveTo>
                      <a:pt x="0" y="1"/>
                    </a:moveTo>
                    <a:lnTo>
                      <a:pt x="0" y="862"/>
                    </a:lnTo>
                    <a:lnTo>
                      <a:pt x="21703" y="862"/>
                    </a:lnTo>
                    <a:lnTo>
                      <a:pt x="21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9"/>
              <p:cNvSpPr/>
              <p:nvPr/>
            </p:nvSpPr>
            <p:spPr>
              <a:xfrm>
                <a:off x="9100728" y="2687271"/>
                <a:ext cx="488318" cy="19417"/>
              </a:xfrm>
              <a:custGeom>
                <a:avLst/>
                <a:gdLst/>
                <a:ahLst/>
                <a:cxnLst/>
                <a:rect l="l" t="t" r="r" b="b"/>
                <a:pathLst>
                  <a:path w="21703" h="863" extrusionOk="0">
                    <a:moveTo>
                      <a:pt x="0" y="1"/>
                    </a:moveTo>
                    <a:lnTo>
                      <a:pt x="0" y="862"/>
                    </a:lnTo>
                    <a:lnTo>
                      <a:pt x="21703" y="862"/>
                    </a:lnTo>
                    <a:lnTo>
                      <a:pt x="21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9"/>
              <p:cNvSpPr/>
              <p:nvPr/>
            </p:nvSpPr>
            <p:spPr>
              <a:xfrm>
                <a:off x="9100728" y="2755738"/>
                <a:ext cx="488318" cy="19417"/>
              </a:xfrm>
              <a:custGeom>
                <a:avLst/>
                <a:gdLst/>
                <a:ahLst/>
                <a:cxnLst/>
                <a:rect l="l" t="t" r="r" b="b"/>
                <a:pathLst>
                  <a:path w="21703" h="863" extrusionOk="0">
                    <a:moveTo>
                      <a:pt x="0" y="1"/>
                    </a:moveTo>
                    <a:lnTo>
                      <a:pt x="0" y="862"/>
                    </a:lnTo>
                    <a:lnTo>
                      <a:pt x="21703" y="862"/>
                    </a:lnTo>
                    <a:lnTo>
                      <a:pt x="21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9"/>
              <p:cNvSpPr/>
              <p:nvPr/>
            </p:nvSpPr>
            <p:spPr>
              <a:xfrm>
                <a:off x="9100728" y="2824183"/>
                <a:ext cx="488318" cy="19417"/>
              </a:xfrm>
              <a:custGeom>
                <a:avLst/>
                <a:gdLst/>
                <a:ahLst/>
                <a:cxnLst/>
                <a:rect l="l" t="t" r="r" b="b"/>
                <a:pathLst>
                  <a:path w="21703" h="863" extrusionOk="0">
                    <a:moveTo>
                      <a:pt x="0" y="1"/>
                    </a:moveTo>
                    <a:lnTo>
                      <a:pt x="0" y="862"/>
                    </a:lnTo>
                    <a:lnTo>
                      <a:pt x="21703" y="862"/>
                    </a:lnTo>
                    <a:lnTo>
                      <a:pt x="21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9"/>
              <p:cNvSpPr/>
              <p:nvPr/>
            </p:nvSpPr>
            <p:spPr>
              <a:xfrm>
                <a:off x="9100728" y="2892628"/>
                <a:ext cx="488318" cy="19417"/>
              </a:xfrm>
              <a:custGeom>
                <a:avLst/>
                <a:gdLst/>
                <a:ahLst/>
                <a:cxnLst/>
                <a:rect l="l" t="t" r="r" b="b"/>
                <a:pathLst>
                  <a:path w="21703" h="863" extrusionOk="0">
                    <a:moveTo>
                      <a:pt x="0" y="1"/>
                    </a:moveTo>
                    <a:lnTo>
                      <a:pt x="0" y="862"/>
                    </a:lnTo>
                    <a:lnTo>
                      <a:pt x="21703" y="862"/>
                    </a:lnTo>
                    <a:lnTo>
                      <a:pt x="21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9"/>
              <p:cNvSpPr/>
              <p:nvPr/>
            </p:nvSpPr>
            <p:spPr>
              <a:xfrm>
                <a:off x="6493383" y="3609546"/>
                <a:ext cx="670410" cy="426938"/>
              </a:xfrm>
              <a:custGeom>
                <a:avLst/>
                <a:gdLst/>
                <a:ahLst/>
                <a:cxnLst/>
                <a:rect l="l" t="t" r="r" b="b"/>
                <a:pathLst>
                  <a:path w="29796" h="18975" extrusionOk="0">
                    <a:moveTo>
                      <a:pt x="1" y="1"/>
                    </a:moveTo>
                    <a:lnTo>
                      <a:pt x="1" y="18975"/>
                    </a:lnTo>
                    <a:lnTo>
                      <a:pt x="29795" y="18975"/>
                    </a:lnTo>
                    <a:lnTo>
                      <a:pt x="297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9"/>
              <p:cNvSpPr/>
              <p:nvPr/>
            </p:nvSpPr>
            <p:spPr>
              <a:xfrm>
                <a:off x="6493383" y="3609546"/>
                <a:ext cx="670410" cy="286605"/>
              </a:xfrm>
              <a:custGeom>
                <a:avLst/>
                <a:gdLst/>
                <a:ahLst/>
                <a:cxnLst/>
                <a:rect l="l" t="t" r="r" b="b"/>
                <a:pathLst>
                  <a:path w="29796" h="12738" extrusionOk="0">
                    <a:moveTo>
                      <a:pt x="1" y="1"/>
                    </a:moveTo>
                    <a:lnTo>
                      <a:pt x="14900" y="12737"/>
                    </a:lnTo>
                    <a:lnTo>
                      <a:pt x="2979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9"/>
              <p:cNvSpPr/>
              <p:nvPr/>
            </p:nvSpPr>
            <p:spPr>
              <a:xfrm>
                <a:off x="6493383" y="3739371"/>
                <a:ext cx="329175" cy="297113"/>
              </a:xfrm>
              <a:custGeom>
                <a:avLst/>
                <a:gdLst/>
                <a:ahLst/>
                <a:cxnLst/>
                <a:rect l="l" t="t" r="r" b="b"/>
                <a:pathLst>
                  <a:path w="14630" h="13205" extrusionOk="0">
                    <a:moveTo>
                      <a:pt x="13722" y="1"/>
                    </a:moveTo>
                    <a:cubicBezTo>
                      <a:pt x="13585" y="1"/>
                      <a:pt x="13444" y="50"/>
                      <a:pt x="13316" y="168"/>
                    </a:cubicBezTo>
                    <a:cubicBezTo>
                      <a:pt x="8877" y="4239"/>
                      <a:pt x="4441" y="8308"/>
                      <a:pt x="1" y="12379"/>
                    </a:cubicBezTo>
                    <a:lnTo>
                      <a:pt x="1" y="13205"/>
                    </a:lnTo>
                    <a:lnTo>
                      <a:pt x="903" y="13205"/>
                    </a:lnTo>
                    <a:cubicBezTo>
                      <a:pt x="5328" y="9144"/>
                      <a:pt x="9752" y="5089"/>
                      <a:pt x="14178" y="1028"/>
                    </a:cubicBezTo>
                    <a:cubicBezTo>
                      <a:pt x="14629" y="614"/>
                      <a:pt x="14205" y="1"/>
                      <a:pt x="137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9"/>
              <p:cNvSpPr/>
              <p:nvPr/>
            </p:nvSpPr>
            <p:spPr>
              <a:xfrm>
                <a:off x="6866816" y="3386143"/>
                <a:ext cx="505282" cy="460350"/>
              </a:xfrm>
              <a:custGeom>
                <a:avLst/>
                <a:gdLst/>
                <a:ahLst/>
                <a:cxnLst/>
                <a:rect l="l" t="t" r="r" b="b"/>
                <a:pathLst>
                  <a:path w="22457" h="20460" extrusionOk="0">
                    <a:moveTo>
                      <a:pt x="11226" y="2319"/>
                    </a:moveTo>
                    <a:cubicBezTo>
                      <a:pt x="13251" y="2319"/>
                      <a:pt x="15275" y="3090"/>
                      <a:pt x="16820" y="4634"/>
                    </a:cubicBezTo>
                    <a:cubicBezTo>
                      <a:pt x="19910" y="7726"/>
                      <a:pt x="19910" y="12734"/>
                      <a:pt x="16820" y="15821"/>
                    </a:cubicBezTo>
                    <a:cubicBezTo>
                      <a:pt x="15275" y="17366"/>
                      <a:pt x="13250" y="18138"/>
                      <a:pt x="11225" y="18138"/>
                    </a:cubicBezTo>
                    <a:cubicBezTo>
                      <a:pt x="9201" y="18138"/>
                      <a:pt x="7177" y="17367"/>
                      <a:pt x="5633" y="15822"/>
                    </a:cubicBezTo>
                    <a:cubicBezTo>
                      <a:pt x="2546" y="12734"/>
                      <a:pt x="2546" y="7726"/>
                      <a:pt x="5633" y="4634"/>
                    </a:cubicBezTo>
                    <a:cubicBezTo>
                      <a:pt x="7178" y="3090"/>
                      <a:pt x="9202" y="2319"/>
                      <a:pt x="11226" y="2319"/>
                    </a:cubicBezTo>
                    <a:close/>
                    <a:moveTo>
                      <a:pt x="11226" y="0"/>
                    </a:moveTo>
                    <a:cubicBezTo>
                      <a:pt x="8608" y="0"/>
                      <a:pt x="5991" y="998"/>
                      <a:pt x="3994" y="2995"/>
                    </a:cubicBezTo>
                    <a:cubicBezTo>
                      <a:pt x="0" y="6991"/>
                      <a:pt x="0" y="13467"/>
                      <a:pt x="3994" y="17463"/>
                    </a:cubicBezTo>
                    <a:cubicBezTo>
                      <a:pt x="5991" y="19461"/>
                      <a:pt x="8610" y="20459"/>
                      <a:pt x="11228" y="20459"/>
                    </a:cubicBezTo>
                    <a:cubicBezTo>
                      <a:pt x="13846" y="20459"/>
                      <a:pt x="16465" y="19461"/>
                      <a:pt x="18462" y="17463"/>
                    </a:cubicBezTo>
                    <a:cubicBezTo>
                      <a:pt x="22457" y="13470"/>
                      <a:pt x="22457" y="6991"/>
                      <a:pt x="18462" y="2997"/>
                    </a:cubicBezTo>
                    <a:cubicBezTo>
                      <a:pt x="16463" y="999"/>
                      <a:pt x="13844" y="0"/>
                      <a:pt x="112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9"/>
              <p:cNvSpPr/>
              <p:nvPr/>
            </p:nvSpPr>
            <p:spPr>
              <a:xfrm>
                <a:off x="6924078" y="3438298"/>
                <a:ext cx="390735" cy="355972"/>
              </a:xfrm>
              <a:custGeom>
                <a:avLst/>
                <a:gdLst/>
                <a:ahLst/>
                <a:cxnLst/>
                <a:rect l="l" t="t" r="r" b="b"/>
                <a:pathLst>
                  <a:path w="17366" h="15821" extrusionOk="0">
                    <a:moveTo>
                      <a:pt x="8681" y="1"/>
                    </a:moveTo>
                    <a:cubicBezTo>
                      <a:pt x="6657" y="1"/>
                      <a:pt x="4633" y="772"/>
                      <a:pt x="3088" y="2316"/>
                    </a:cubicBezTo>
                    <a:cubicBezTo>
                      <a:pt x="1" y="5408"/>
                      <a:pt x="1" y="10416"/>
                      <a:pt x="3088" y="13504"/>
                    </a:cubicBezTo>
                    <a:cubicBezTo>
                      <a:pt x="4632" y="15049"/>
                      <a:pt x="6656" y="15820"/>
                      <a:pt x="8680" y="15820"/>
                    </a:cubicBezTo>
                    <a:cubicBezTo>
                      <a:pt x="10705" y="15820"/>
                      <a:pt x="12730" y="15048"/>
                      <a:pt x="14275" y="13503"/>
                    </a:cubicBezTo>
                    <a:cubicBezTo>
                      <a:pt x="17365" y="10416"/>
                      <a:pt x="17365" y="5408"/>
                      <a:pt x="14275" y="2316"/>
                    </a:cubicBezTo>
                    <a:cubicBezTo>
                      <a:pt x="12730" y="772"/>
                      <a:pt x="10706" y="1"/>
                      <a:pt x="86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9"/>
              <p:cNvSpPr/>
              <p:nvPr/>
            </p:nvSpPr>
            <p:spPr>
              <a:xfrm>
                <a:off x="7225241" y="3722136"/>
                <a:ext cx="226418" cy="226372"/>
              </a:xfrm>
              <a:custGeom>
                <a:avLst/>
                <a:gdLst/>
                <a:ahLst/>
                <a:cxnLst/>
                <a:rect l="l" t="t" r="r" b="b"/>
                <a:pathLst>
                  <a:path w="10063" h="10061" extrusionOk="0">
                    <a:moveTo>
                      <a:pt x="1782" y="0"/>
                    </a:moveTo>
                    <a:lnTo>
                      <a:pt x="1" y="1781"/>
                    </a:lnTo>
                    <a:lnTo>
                      <a:pt x="8282" y="10061"/>
                    </a:lnTo>
                    <a:lnTo>
                      <a:pt x="10063" y="8281"/>
                    </a:lnTo>
                    <a:lnTo>
                      <a:pt x="178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9"/>
              <p:cNvSpPr/>
              <p:nvPr/>
            </p:nvSpPr>
            <p:spPr>
              <a:xfrm>
                <a:off x="7371423" y="3868341"/>
                <a:ext cx="80235" cy="80168"/>
              </a:xfrm>
              <a:custGeom>
                <a:avLst/>
                <a:gdLst/>
                <a:ahLst/>
                <a:cxnLst/>
                <a:rect l="l" t="t" r="r" b="b"/>
                <a:pathLst>
                  <a:path w="3566" h="3563" extrusionOk="0">
                    <a:moveTo>
                      <a:pt x="1785" y="0"/>
                    </a:moveTo>
                    <a:lnTo>
                      <a:pt x="1" y="1783"/>
                    </a:lnTo>
                    <a:lnTo>
                      <a:pt x="1785" y="3563"/>
                    </a:lnTo>
                    <a:lnTo>
                      <a:pt x="3566" y="1783"/>
                    </a:lnTo>
                    <a:lnTo>
                      <a:pt x="1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9"/>
              <p:cNvSpPr/>
              <p:nvPr/>
            </p:nvSpPr>
            <p:spPr>
              <a:xfrm>
                <a:off x="7013088" y="3518848"/>
                <a:ext cx="212648" cy="190035"/>
              </a:xfrm>
              <a:custGeom>
                <a:avLst/>
                <a:gdLst/>
                <a:ahLst/>
                <a:cxnLst/>
                <a:rect l="l" t="t" r="r" b="b"/>
                <a:pathLst>
                  <a:path w="9451" h="8446" extrusionOk="0">
                    <a:moveTo>
                      <a:pt x="4726" y="1"/>
                    </a:moveTo>
                    <a:cubicBezTo>
                      <a:pt x="3911" y="1"/>
                      <a:pt x="3251" y="661"/>
                      <a:pt x="3251" y="1474"/>
                    </a:cubicBezTo>
                    <a:cubicBezTo>
                      <a:pt x="3251" y="1778"/>
                      <a:pt x="3343" y="2062"/>
                      <a:pt x="3503" y="2296"/>
                    </a:cubicBezTo>
                    <a:cubicBezTo>
                      <a:pt x="3299" y="2458"/>
                      <a:pt x="3113" y="2659"/>
                      <a:pt x="2953" y="2892"/>
                    </a:cubicBezTo>
                    <a:cubicBezTo>
                      <a:pt x="2359" y="2519"/>
                      <a:pt x="1766" y="2146"/>
                      <a:pt x="1172" y="1774"/>
                    </a:cubicBezTo>
                    <a:cubicBezTo>
                      <a:pt x="1125" y="1745"/>
                      <a:pt x="1080" y="1732"/>
                      <a:pt x="1037" y="1732"/>
                    </a:cubicBezTo>
                    <a:cubicBezTo>
                      <a:pt x="812" y="1732"/>
                      <a:pt x="666" y="2077"/>
                      <a:pt x="906" y="2228"/>
                    </a:cubicBezTo>
                    <a:cubicBezTo>
                      <a:pt x="1501" y="2602"/>
                      <a:pt x="2096" y="2974"/>
                      <a:pt x="2691" y="3348"/>
                    </a:cubicBezTo>
                    <a:cubicBezTo>
                      <a:pt x="2483" y="3785"/>
                      <a:pt x="2355" y="4293"/>
                      <a:pt x="2330" y="4840"/>
                    </a:cubicBezTo>
                    <a:cubicBezTo>
                      <a:pt x="1665" y="4771"/>
                      <a:pt x="1001" y="4701"/>
                      <a:pt x="337" y="4633"/>
                    </a:cubicBezTo>
                    <a:cubicBezTo>
                      <a:pt x="326" y="4631"/>
                      <a:pt x="315" y="4631"/>
                      <a:pt x="305" y="4631"/>
                    </a:cubicBezTo>
                    <a:cubicBezTo>
                      <a:pt x="1" y="4631"/>
                      <a:pt x="13" y="5124"/>
                      <a:pt x="337" y="5158"/>
                    </a:cubicBezTo>
                    <a:lnTo>
                      <a:pt x="2338" y="5367"/>
                    </a:lnTo>
                    <a:cubicBezTo>
                      <a:pt x="2374" y="5839"/>
                      <a:pt x="2490" y="6281"/>
                      <a:pt x="2663" y="6670"/>
                    </a:cubicBezTo>
                    <a:lnTo>
                      <a:pt x="1238" y="8001"/>
                    </a:lnTo>
                    <a:cubicBezTo>
                      <a:pt x="1045" y="8181"/>
                      <a:pt x="1227" y="8446"/>
                      <a:pt x="1434" y="8446"/>
                    </a:cubicBezTo>
                    <a:cubicBezTo>
                      <a:pt x="1494" y="8446"/>
                      <a:pt x="1555" y="8424"/>
                      <a:pt x="1610" y="8372"/>
                    </a:cubicBezTo>
                    <a:cubicBezTo>
                      <a:pt x="2049" y="7963"/>
                      <a:pt x="2488" y="7554"/>
                      <a:pt x="2927" y="7146"/>
                    </a:cubicBezTo>
                    <a:cubicBezTo>
                      <a:pt x="3366" y="7806"/>
                      <a:pt x="4010" y="8223"/>
                      <a:pt x="4726" y="8223"/>
                    </a:cubicBezTo>
                    <a:cubicBezTo>
                      <a:pt x="5442" y="8223"/>
                      <a:pt x="6084" y="7806"/>
                      <a:pt x="6525" y="7146"/>
                    </a:cubicBezTo>
                    <a:cubicBezTo>
                      <a:pt x="6963" y="7555"/>
                      <a:pt x="7401" y="7965"/>
                      <a:pt x="7841" y="8372"/>
                    </a:cubicBezTo>
                    <a:cubicBezTo>
                      <a:pt x="7896" y="8424"/>
                      <a:pt x="7957" y="8446"/>
                      <a:pt x="8017" y="8446"/>
                    </a:cubicBezTo>
                    <a:cubicBezTo>
                      <a:pt x="8224" y="8446"/>
                      <a:pt x="8407" y="8181"/>
                      <a:pt x="8214" y="8001"/>
                    </a:cubicBezTo>
                    <a:lnTo>
                      <a:pt x="6787" y="6671"/>
                    </a:lnTo>
                    <a:cubicBezTo>
                      <a:pt x="6963" y="6282"/>
                      <a:pt x="7077" y="5841"/>
                      <a:pt x="7114" y="5367"/>
                    </a:cubicBezTo>
                    <a:lnTo>
                      <a:pt x="9114" y="5158"/>
                    </a:lnTo>
                    <a:cubicBezTo>
                      <a:pt x="9438" y="5123"/>
                      <a:pt x="9451" y="4630"/>
                      <a:pt x="9146" y="4630"/>
                    </a:cubicBezTo>
                    <a:cubicBezTo>
                      <a:pt x="9136" y="4630"/>
                      <a:pt x="9125" y="4630"/>
                      <a:pt x="9114" y="4631"/>
                    </a:cubicBezTo>
                    <a:cubicBezTo>
                      <a:pt x="8450" y="4701"/>
                      <a:pt x="7785" y="4768"/>
                      <a:pt x="7121" y="4838"/>
                    </a:cubicBezTo>
                    <a:cubicBezTo>
                      <a:pt x="7096" y="4292"/>
                      <a:pt x="6967" y="3784"/>
                      <a:pt x="6760" y="3348"/>
                    </a:cubicBezTo>
                    <a:cubicBezTo>
                      <a:pt x="7356" y="2974"/>
                      <a:pt x="7951" y="2602"/>
                      <a:pt x="8546" y="2228"/>
                    </a:cubicBezTo>
                    <a:cubicBezTo>
                      <a:pt x="8786" y="2077"/>
                      <a:pt x="8640" y="1732"/>
                      <a:pt x="8415" y="1732"/>
                    </a:cubicBezTo>
                    <a:cubicBezTo>
                      <a:pt x="8372" y="1732"/>
                      <a:pt x="8326" y="1745"/>
                      <a:pt x="8279" y="1774"/>
                    </a:cubicBezTo>
                    <a:cubicBezTo>
                      <a:pt x="7685" y="2146"/>
                      <a:pt x="7091" y="2519"/>
                      <a:pt x="6498" y="2892"/>
                    </a:cubicBezTo>
                    <a:cubicBezTo>
                      <a:pt x="6337" y="2661"/>
                      <a:pt x="6154" y="2458"/>
                      <a:pt x="5948" y="2296"/>
                    </a:cubicBezTo>
                    <a:cubicBezTo>
                      <a:pt x="6107" y="2062"/>
                      <a:pt x="6200" y="1778"/>
                      <a:pt x="6200" y="1474"/>
                    </a:cubicBezTo>
                    <a:cubicBezTo>
                      <a:pt x="6200" y="661"/>
                      <a:pt x="5539" y="1"/>
                      <a:pt x="47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9"/>
              <p:cNvSpPr/>
              <p:nvPr/>
            </p:nvSpPr>
            <p:spPr>
              <a:xfrm>
                <a:off x="6559016" y="2352763"/>
                <a:ext cx="645502" cy="731115"/>
              </a:xfrm>
              <a:custGeom>
                <a:avLst/>
                <a:gdLst/>
                <a:ahLst/>
                <a:cxnLst/>
                <a:rect l="l" t="t" r="r" b="b"/>
                <a:pathLst>
                  <a:path w="28689" h="32494" extrusionOk="0">
                    <a:moveTo>
                      <a:pt x="0" y="0"/>
                    </a:moveTo>
                    <a:lnTo>
                      <a:pt x="0" y="32493"/>
                    </a:lnTo>
                    <a:lnTo>
                      <a:pt x="28689" y="32493"/>
                    </a:lnTo>
                    <a:lnTo>
                      <a:pt x="28689" y="6980"/>
                    </a:lnTo>
                    <a:lnTo>
                      <a:pt x="2223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9"/>
              <p:cNvSpPr/>
              <p:nvPr/>
            </p:nvSpPr>
            <p:spPr>
              <a:xfrm>
                <a:off x="7059168" y="2352763"/>
                <a:ext cx="145350" cy="157050"/>
              </a:xfrm>
              <a:custGeom>
                <a:avLst/>
                <a:gdLst/>
                <a:ahLst/>
                <a:cxnLst/>
                <a:rect l="l" t="t" r="r" b="b"/>
                <a:pathLst>
                  <a:path w="6460" h="6980" extrusionOk="0">
                    <a:moveTo>
                      <a:pt x="1" y="0"/>
                    </a:moveTo>
                    <a:lnTo>
                      <a:pt x="1" y="6980"/>
                    </a:lnTo>
                    <a:lnTo>
                      <a:pt x="6460" y="6980"/>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9"/>
              <p:cNvSpPr/>
              <p:nvPr/>
            </p:nvSpPr>
            <p:spPr>
              <a:xfrm>
                <a:off x="6629193" y="2460268"/>
                <a:ext cx="362385" cy="20520"/>
              </a:xfrm>
              <a:custGeom>
                <a:avLst/>
                <a:gdLst/>
                <a:ahLst/>
                <a:cxnLst/>
                <a:rect l="l" t="t" r="r" b="b"/>
                <a:pathLst>
                  <a:path w="16106" h="912" extrusionOk="0">
                    <a:moveTo>
                      <a:pt x="0" y="1"/>
                    </a:moveTo>
                    <a:lnTo>
                      <a:pt x="0" y="912"/>
                    </a:lnTo>
                    <a:lnTo>
                      <a:pt x="16105" y="912"/>
                    </a:lnTo>
                    <a:lnTo>
                      <a:pt x="161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9"/>
              <p:cNvSpPr/>
              <p:nvPr/>
            </p:nvSpPr>
            <p:spPr>
              <a:xfrm>
                <a:off x="6629193" y="2532741"/>
                <a:ext cx="362385" cy="20542"/>
              </a:xfrm>
              <a:custGeom>
                <a:avLst/>
                <a:gdLst/>
                <a:ahLst/>
                <a:cxnLst/>
                <a:rect l="l" t="t" r="r" b="b"/>
                <a:pathLst>
                  <a:path w="16106" h="913" extrusionOk="0">
                    <a:moveTo>
                      <a:pt x="0" y="0"/>
                    </a:moveTo>
                    <a:lnTo>
                      <a:pt x="0" y="913"/>
                    </a:lnTo>
                    <a:lnTo>
                      <a:pt x="16105" y="913"/>
                    </a:lnTo>
                    <a:lnTo>
                      <a:pt x="161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9"/>
              <p:cNvSpPr/>
              <p:nvPr/>
            </p:nvSpPr>
            <p:spPr>
              <a:xfrm>
                <a:off x="6629193" y="2605213"/>
                <a:ext cx="517005" cy="20542"/>
              </a:xfrm>
              <a:custGeom>
                <a:avLst/>
                <a:gdLst/>
                <a:ahLst/>
                <a:cxnLst/>
                <a:rect l="l" t="t" r="r" b="b"/>
                <a:pathLst>
                  <a:path w="22978" h="913" extrusionOk="0">
                    <a:moveTo>
                      <a:pt x="0" y="0"/>
                    </a:moveTo>
                    <a:lnTo>
                      <a:pt x="0" y="912"/>
                    </a:lnTo>
                    <a:lnTo>
                      <a:pt x="22977" y="912"/>
                    </a:lnTo>
                    <a:lnTo>
                      <a:pt x="229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9"/>
              <p:cNvSpPr/>
              <p:nvPr/>
            </p:nvSpPr>
            <p:spPr>
              <a:xfrm>
                <a:off x="6629193" y="2677686"/>
                <a:ext cx="517005" cy="20565"/>
              </a:xfrm>
              <a:custGeom>
                <a:avLst/>
                <a:gdLst/>
                <a:ahLst/>
                <a:cxnLst/>
                <a:rect l="l" t="t" r="r" b="b"/>
                <a:pathLst>
                  <a:path w="22978" h="914" extrusionOk="0">
                    <a:moveTo>
                      <a:pt x="0" y="1"/>
                    </a:moveTo>
                    <a:lnTo>
                      <a:pt x="0" y="913"/>
                    </a:lnTo>
                    <a:lnTo>
                      <a:pt x="22977" y="913"/>
                    </a:lnTo>
                    <a:lnTo>
                      <a:pt x="229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9"/>
              <p:cNvSpPr/>
              <p:nvPr/>
            </p:nvSpPr>
            <p:spPr>
              <a:xfrm>
                <a:off x="6629193" y="2750181"/>
                <a:ext cx="517005" cy="20542"/>
              </a:xfrm>
              <a:custGeom>
                <a:avLst/>
                <a:gdLst/>
                <a:ahLst/>
                <a:cxnLst/>
                <a:rect l="l" t="t" r="r" b="b"/>
                <a:pathLst>
                  <a:path w="22978" h="913" extrusionOk="0">
                    <a:moveTo>
                      <a:pt x="0" y="1"/>
                    </a:moveTo>
                    <a:lnTo>
                      <a:pt x="0" y="913"/>
                    </a:lnTo>
                    <a:lnTo>
                      <a:pt x="22977" y="913"/>
                    </a:lnTo>
                    <a:lnTo>
                      <a:pt x="229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9"/>
              <p:cNvSpPr/>
              <p:nvPr/>
            </p:nvSpPr>
            <p:spPr>
              <a:xfrm>
                <a:off x="6629193" y="2822653"/>
                <a:ext cx="517005" cy="20542"/>
              </a:xfrm>
              <a:custGeom>
                <a:avLst/>
                <a:gdLst/>
                <a:ahLst/>
                <a:cxnLst/>
                <a:rect l="l" t="t" r="r" b="b"/>
                <a:pathLst>
                  <a:path w="22978" h="913" extrusionOk="0">
                    <a:moveTo>
                      <a:pt x="0" y="0"/>
                    </a:moveTo>
                    <a:lnTo>
                      <a:pt x="0" y="912"/>
                    </a:lnTo>
                    <a:lnTo>
                      <a:pt x="22977" y="912"/>
                    </a:lnTo>
                    <a:lnTo>
                      <a:pt x="229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9"/>
              <p:cNvSpPr/>
              <p:nvPr/>
            </p:nvSpPr>
            <p:spPr>
              <a:xfrm>
                <a:off x="6629193" y="2895103"/>
                <a:ext cx="517005" cy="20542"/>
              </a:xfrm>
              <a:custGeom>
                <a:avLst/>
                <a:gdLst/>
                <a:ahLst/>
                <a:cxnLst/>
                <a:rect l="l" t="t" r="r" b="b"/>
                <a:pathLst>
                  <a:path w="22978" h="913" extrusionOk="0">
                    <a:moveTo>
                      <a:pt x="0" y="1"/>
                    </a:moveTo>
                    <a:lnTo>
                      <a:pt x="0" y="913"/>
                    </a:lnTo>
                    <a:lnTo>
                      <a:pt x="22977" y="913"/>
                    </a:lnTo>
                    <a:lnTo>
                      <a:pt x="229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9"/>
              <p:cNvSpPr/>
              <p:nvPr/>
            </p:nvSpPr>
            <p:spPr>
              <a:xfrm>
                <a:off x="6629193" y="2967598"/>
                <a:ext cx="517005" cy="20542"/>
              </a:xfrm>
              <a:custGeom>
                <a:avLst/>
                <a:gdLst/>
                <a:ahLst/>
                <a:cxnLst/>
                <a:rect l="l" t="t" r="r" b="b"/>
                <a:pathLst>
                  <a:path w="22978" h="913" extrusionOk="0">
                    <a:moveTo>
                      <a:pt x="0" y="1"/>
                    </a:moveTo>
                    <a:lnTo>
                      <a:pt x="0" y="913"/>
                    </a:lnTo>
                    <a:lnTo>
                      <a:pt x="22977" y="913"/>
                    </a:lnTo>
                    <a:lnTo>
                      <a:pt x="229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9"/>
              <p:cNvSpPr/>
              <p:nvPr/>
            </p:nvSpPr>
            <p:spPr>
              <a:xfrm>
                <a:off x="7757748" y="2175298"/>
                <a:ext cx="580973" cy="416723"/>
              </a:xfrm>
              <a:custGeom>
                <a:avLst/>
                <a:gdLst/>
                <a:ahLst/>
                <a:cxnLst/>
                <a:rect l="l" t="t" r="r" b="b"/>
                <a:pathLst>
                  <a:path w="25821" h="18521" extrusionOk="0">
                    <a:moveTo>
                      <a:pt x="12910" y="0"/>
                    </a:moveTo>
                    <a:cubicBezTo>
                      <a:pt x="12051" y="0"/>
                      <a:pt x="11192" y="480"/>
                      <a:pt x="10541" y="1439"/>
                    </a:cubicBezTo>
                    <a:lnTo>
                      <a:pt x="1303" y="15034"/>
                    </a:lnTo>
                    <a:cubicBezTo>
                      <a:pt x="0" y="16952"/>
                      <a:pt x="831" y="18521"/>
                      <a:pt x="3150" y="18521"/>
                    </a:cubicBezTo>
                    <a:lnTo>
                      <a:pt x="22669" y="18521"/>
                    </a:lnTo>
                    <a:cubicBezTo>
                      <a:pt x="24988" y="18521"/>
                      <a:pt x="25820" y="16951"/>
                      <a:pt x="24517" y="15034"/>
                    </a:cubicBezTo>
                    <a:lnTo>
                      <a:pt x="15279" y="1439"/>
                    </a:lnTo>
                    <a:cubicBezTo>
                      <a:pt x="14628" y="480"/>
                      <a:pt x="13769" y="0"/>
                      <a:pt x="129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9"/>
              <p:cNvSpPr/>
              <p:nvPr/>
            </p:nvSpPr>
            <p:spPr>
              <a:xfrm>
                <a:off x="8034003" y="2175276"/>
                <a:ext cx="304718" cy="416745"/>
              </a:xfrm>
              <a:custGeom>
                <a:avLst/>
                <a:gdLst/>
                <a:ahLst/>
                <a:cxnLst/>
                <a:rect l="l" t="t" r="r" b="b"/>
                <a:pathLst>
                  <a:path w="13543" h="18522" extrusionOk="0">
                    <a:moveTo>
                      <a:pt x="631" y="1"/>
                    </a:moveTo>
                    <a:cubicBezTo>
                      <a:pt x="420" y="1"/>
                      <a:pt x="208" y="30"/>
                      <a:pt x="0" y="88"/>
                    </a:cubicBezTo>
                    <a:cubicBezTo>
                      <a:pt x="636" y="268"/>
                      <a:pt x="1244" y="716"/>
                      <a:pt x="1736" y="1440"/>
                    </a:cubicBezTo>
                    <a:lnTo>
                      <a:pt x="10973" y="15035"/>
                    </a:lnTo>
                    <a:cubicBezTo>
                      <a:pt x="12277" y="16953"/>
                      <a:pt x="11444" y="18522"/>
                      <a:pt x="9127" y="18522"/>
                    </a:cubicBezTo>
                    <a:lnTo>
                      <a:pt x="10391" y="18522"/>
                    </a:lnTo>
                    <a:cubicBezTo>
                      <a:pt x="12710" y="18522"/>
                      <a:pt x="13542" y="16953"/>
                      <a:pt x="12239" y="15035"/>
                    </a:cubicBezTo>
                    <a:lnTo>
                      <a:pt x="3001" y="1440"/>
                    </a:lnTo>
                    <a:cubicBezTo>
                      <a:pt x="2349" y="480"/>
                      <a:pt x="1490" y="1"/>
                      <a:pt x="6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9"/>
              <p:cNvSpPr/>
              <p:nvPr/>
            </p:nvSpPr>
            <p:spPr>
              <a:xfrm>
                <a:off x="8029031" y="2278866"/>
                <a:ext cx="38385" cy="207540"/>
              </a:xfrm>
              <a:custGeom>
                <a:avLst/>
                <a:gdLst/>
                <a:ahLst/>
                <a:cxnLst/>
                <a:rect l="l" t="t" r="r" b="b"/>
                <a:pathLst>
                  <a:path w="1706" h="9224" extrusionOk="0">
                    <a:moveTo>
                      <a:pt x="853" y="1"/>
                    </a:moveTo>
                    <a:cubicBezTo>
                      <a:pt x="382" y="1"/>
                      <a:pt x="1" y="383"/>
                      <a:pt x="1" y="855"/>
                    </a:cubicBezTo>
                    <a:lnTo>
                      <a:pt x="1" y="8371"/>
                    </a:lnTo>
                    <a:cubicBezTo>
                      <a:pt x="1" y="8843"/>
                      <a:pt x="382" y="9224"/>
                      <a:pt x="853" y="9224"/>
                    </a:cubicBezTo>
                    <a:cubicBezTo>
                      <a:pt x="1323" y="9224"/>
                      <a:pt x="1706" y="8843"/>
                      <a:pt x="1706" y="8371"/>
                    </a:cubicBezTo>
                    <a:lnTo>
                      <a:pt x="1706" y="855"/>
                    </a:lnTo>
                    <a:cubicBezTo>
                      <a:pt x="1706" y="383"/>
                      <a:pt x="1325" y="1"/>
                      <a:pt x="8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9"/>
              <p:cNvSpPr/>
              <p:nvPr/>
            </p:nvSpPr>
            <p:spPr>
              <a:xfrm>
                <a:off x="8029031" y="2503776"/>
                <a:ext cx="38385" cy="38430"/>
              </a:xfrm>
              <a:custGeom>
                <a:avLst/>
                <a:gdLst/>
                <a:ahLst/>
                <a:cxnLst/>
                <a:rect l="l" t="t" r="r" b="b"/>
                <a:pathLst>
                  <a:path w="1706" h="1708" extrusionOk="0">
                    <a:moveTo>
                      <a:pt x="853" y="1"/>
                    </a:moveTo>
                    <a:cubicBezTo>
                      <a:pt x="382" y="1"/>
                      <a:pt x="1" y="383"/>
                      <a:pt x="1" y="853"/>
                    </a:cubicBezTo>
                    <a:cubicBezTo>
                      <a:pt x="1" y="1325"/>
                      <a:pt x="382" y="1707"/>
                      <a:pt x="853" y="1707"/>
                    </a:cubicBezTo>
                    <a:cubicBezTo>
                      <a:pt x="1323" y="1707"/>
                      <a:pt x="1706" y="1325"/>
                      <a:pt x="1706" y="853"/>
                    </a:cubicBezTo>
                    <a:cubicBezTo>
                      <a:pt x="1706" y="382"/>
                      <a:pt x="1325" y="1"/>
                      <a:pt x="8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9"/>
              <p:cNvSpPr/>
              <p:nvPr/>
            </p:nvSpPr>
            <p:spPr>
              <a:xfrm>
                <a:off x="6836913" y="3739371"/>
                <a:ext cx="326880" cy="297113"/>
              </a:xfrm>
              <a:custGeom>
                <a:avLst/>
                <a:gdLst/>
                <a:ahLst/>
                <a:cxnLst/>
                <a:rect l="l" t="t" r="r" b="b"/>
                <a:pathLst>
                  <a:path w="14528" h="13205" extrusionOk="0">
                    <a:moveTo>
                      <a:pt x="906" y="1"/>
                    </a:moveTo>
                    <a:cubicBezTo>
                      <a:pt x="424" y="1"/>
                      <a:pt x="0" y="614"/>
                      <a:pt x="451" y="1028"/>
                    </a:cubicBezTo>
                    <a:cubicBezTo>
                      <a:pt x="4878" y="5089"/>
                      <a:pt x="9301" y="9144"/>
                      <a:pt x="13726" y="13205"/>
                    </a:cubicBezTo>
                    <a:lnTo>
                      <a:pt x="14527" y="13205"/>
                    </a:lnTo>
                    <a:lnTo>
                      <a:pt x="14527" y="12286"/>
                    </a:lnTo>
                    <a:cubicBezTo>
                      <a:pt x="10123" y="8248"/>
                      <a:pt x="5719" y="4207"/>
                      <a:pt x="1313" y="168"/>
                    </a:cubicBezTo>
                    <a:cubicBezTo>
                      <a:pt x="1185" y="50"/>
                      <a:pt x="1043" y="1"/>
                      <a:pt x="9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9"/>
              <p:cNvSpPr/>
              <p:nvPr/>
            </p:nvSpPr>
            <p:spPr>
              <a:xfrm>
                <a:off x="6419268" y="4532563"/>
                <a:ext cx="3401055" cy="70560"/>
              </a:xfrm>
              <a:custGeom>
                <a:avLst/>
                <a:gdLst/>
                <a:ahLst/>
                <a:cxnLst/>
                <a:rect l="l" t="t" r="r" b="b"/>
                <a:pathLst>
                  <a:path w="151158" h="3136" extrusionOk="0">
                    <a:moveTo>
                      <a:pt x="1568" y="0"/>
                    </a:moveTo>
                    <a:cubicBezTo>
                      <a:pt x="702" y="0"/>
                      <a:pt x="1" y="702"/>
                      <a:pt x="1" y="1567"/>
                    </a:cubicBezTo>
                    <a:cubicBezTo>
                      <a:pt x="1" y="2434"/>
                      <a:pt x="702" y="3136"/>
                      <a:pt x="1568" y="3136"/>
                    </a:cubicBezTo>
                    <a:lnTo>
                      <a:pt x="149589" y="3136"/>
                    </a:lnTo>
                    <a:cubicBezTo>
                      <a:pt x="150455" y="3136"/>
                      <a:pt x="151157" y="2433"/>
                      <a:pt x="151157" y="1567"/>
                    </a:cubicBezTo>
                    <a:cubicBezTo>
                      <a:pt x="151157" y="703"/>
                      <a:pt x="150455" y="1"/>
                      <a:pt x="1495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9"/>
              <p:cNvSpPr/>
              <p:nvPr/>
            </p:nvSpPr>
            <p:spPr>
              <a:xfrm>
                <a:off x="8956886" y="2512648"/>
                <a:ext cx="779625" cy="594248"/>
              </a:xfrm>
              <a:custGeom>
                <a:avLst/>
                <a:gdLst/>
                <a:ahLst/>
                <a:cxnLst/>
                <a:rect l="l" t="t" r="r" b="b"/>
                <a:pathLst>
                  <a:path w="34650" h="26411" extrusionOk="0">
                    <a:moveTo>
                      <a:pt x="1989" y="0"/>
                    </a:moveTo>
                    <a:cubicBezTo>
                      <a:pt x="836" y="0"/>
                      <a:pt x="0" y="937"/>
                      <a:pt x="129" y="2081"/>
                    </a:cubicBezTo>
                    <a:lnTo>
                      <a:pt x="2648" y="24331"/>
                    </a:lnTo>
                    <a:cubicBezTo>
                      <a:pt x="2777" y="25476"/>
                      <a:pt x="3826" y="26411"/>
                      <a:pt x="4978" y="26411"/>
                    </a:cubicBezTo>
                    <a:lnTo>
                      <a:pt x="29691" y="26411"/>
                    </a:lnTo>
                    <a:cubicBezTo>
                      <a:pt x="30842" y="26411"/>
                      <a:pt x="31910" y="25475"/>
                      <a:pt x="32062" y="24334"/>
                    </a:cubicBezTo>
                    <a:lnTo>
                      <a:pt x="34497" y="6227"/>
                    </a:lnTo>
                    <a:cubicBezTo>
                      <a:pt x="34650" y="5086"/>
                      <a:pt x="33832" y="4152"/>
                      <a:pt x="32681" y="4152"/>
                    </a:cubicBezTo>
                    <a:lnTo>
                      <a:pt x="20114" y="4152"/>
                    </a:lnTo>
                    <a:lnTo>
                      <a:pt x="20114" y="4155"/>
                    </a:lnTo>
                    <a:cubicBezTo>
                      <a:pt x="18961" y="4155"/>
                      <a:pt x="18021" y="3222"/>
                      <a:pt x="18021" y="2078"/>
                    </a:cubicBezTo>
                    <a:cubicBezTo>
                      <a:pt x="18021" y="937"/>
                      <a:pt x="17077" y="0"/>
                      <a:pt x="15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9"/>
              <p:cNvSpPr/>
              <p:nvPr/>
            </p:nvSpPr>
            <p:spPr>
              <a:xfrm>
                <a:off x="8913123" y="2512648"/>
                <a:ext cx="779625" cy="594248"/>
              </a:xfrm>
              <a:custGeom>
                <a:avLst/>
                <a:gdLst/>
                <a:ahLst/>
                <a:cxnLst/>
                <a:rect l="l" t="t" r="r" b="b"/>
                <a:pathLst>
                  <a:path w="34650" h="26411" extrusionOk="0">
                    <a:moveTo>
                      <a:pt x="1987" y="0"/>
                    </a:moveTo>
                    <a:cubicBezTo>
                      <a:pt x="835" y="0"/>
                      <a:pt x="0" y="937"/>
                      <a:pt x="128" y="2081"/>
                    </a:cubicBezTo>
                    <a:lnTo>
                      <a:pt x="2647" y="24331"/>
                    </a:lnTo>
                    <a:cubicBezTo>
                      <a:pt x="2776" y="25476"/>
                      <a:pt x="3824" y="26411"/>
                      <a:pt x="4978" y="26411"/>
                    </a:cubicBezTo>
                    <a:lnTo>
                      <a:pt x="29691" y="26411"/>
                    </a:lnTo>
                    <a:cubicBezTo>
                      <a:pt x="30843" y="26411"/>
                      <a:pt x="31909" y="25475"/>
                      <a:pt x="32063" y="24334"/>
                    </a:cubicBezTo>
                    <a:lnTo>
                      <a:pt x="34498" y="6227"/>
                    </a:lnTo>
                    <a:cubicBezTo>
                      <a:pt x="34650" y="5086"/>
                      <a:pt x="33833" y="4152"/>
                      <a:pt x="32680" y="4152"/>
                    </a:cubicBezTo>
                    <a:lnTo>
                      <a:pt x="20113" y="4152"/>
                    </a:lnTo>
                    <a:lnTo>
                      <a:pt x="20113" y="4155"/>
                    </a:lnTo>
                    <a:cubicBezTo>
                      <a:pt x="18961" y="4155"/>
                      <a:pt x="18019" y="3222"/>
                      <a:pt x="18019" y="2078"/>
                    </a:cubicBezTo>
                    <a:cubicBezTo>
                      <a:pt x="18019" y="937"/>
                      <a:pt x="17075" y="0"/>
                      <a:pt x="159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9"/>
              <p:cNvSpPr/>
              <p:nvPr/>
            </p:nvSpPr>
            <p:spPr>
              <a:xfrm>
                <a:off x="7285012" y="2777256"/>
                <a:ext cx="1544355" cy="1338450"/>
              </a:xfrm>
              <a:custGeom>
                <a:avLst/>
                <a:gdLst/>
                <a:ahLst/>
                <a:cxnLst/>
                <a:rect l="l" t="t" r="r" b="b"/>
                <a:pathLst>
                  <a:path w="61898" h="53753" extrusionOk="0">
                    <a:moveTo>
                      <a:pt x="30950" y="0"/>
                    </a:moveTo>
                    <a:cubicBezTo>
                      <a:pt x="28754" y="1744"/>
                      <a:pt x="20519" y="7692"/>
                      <a:pt x="10168" y="7862"/>
                    </a:cubicBezTo>
                    <a:cubicBezTo>
                      <a:pt x="10168" y="7862"/>
                      <a:pt x="1" y="42385"/>
                      <a:pt x="30950" y="53752"/>
                    </a:cubicBezTo>
                    <a:cubicBezTo>
                      <a:pt x="61898" y="42385"/>
                      <a:pt x="51730" y="7862"/>
                      <a:pt x="51730" y="7862"/>
                    </a:cubicBezTo>
                    <a:cubicBezTo>
                      <a:pt x="41380" y="7692"/>
                      <a:pt x="33146" y="1744"/>
                      <a:pt x="309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9"/>
              <p:cNvSpPr/>
              <p:nvPr/>
            </p:nvSpPr>
            <p:spPr>
              <a:xfrm>
                <a:off x="7773898" y="3184982"/>
                <a:ext cx="599049" cy="468917"/>
              </a:xfrm>
              <a:custGeom>
                <a:avLst/>
                <a:gdLst/>
                <a:ahLst/>
                <a:cxnLst/>
                <a:rect l="l" t="t" r="r" b="b"/>
                <a:pathLst>
                  <a:path w="24010" h="18832" extrusionOk="0">
                    <a:moveTo>
                      <a:pt x="21357" y="1"/>
                    </a:moveTo>
                    <a:lnTo>
                      <a:pt x="9034" y="14110"/>
                    </a:lnTo>
                    <a:lnTo>
                      <a:pt x="2048" y="9121"/>
                    </a:lnTo>
                    <a:lnTo>
                      <a:pt x="0" y="11987"/>
                    </a:lnTo>
                    <a:lnTo>
                      <a:pt x="9587" y="18831"/>
                    </a:lnTo>
                    <a:lnTo>
                      <a:pt x="24009" y="2319"/>
                    </a:lnTo>
                    <a:lnTo>
                      <a:pt x="213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9"/>
              <p:cNvSpPr/>
              <p:nvPr/>
            </p:nvSpPr>
            <p:spPr>
              <a:xfrm>
                <a:off x="7852913" y="2961810"/>
                <a:ext cx="976443" cy="1153891"/>
              </a:xfrm>
              <a:custGeom>
                <a:avLst/>
                <a:gdLst/>
                <a:ahLst/>
                <a:cxnLst/>
                <a:rect l="l" t="t" r="r" b="b"/>
                <a:pathLst>
                  <a:path w="39136" h="46341" extrusionOk="0">
                    <a:moveTo>
                      <a:pt x="24380" y="0"/>
                    </a:moveTo>
                    <a:cubicBezTo>
                      <a:pt x="24919" y="13103"/>
                      <a:pt x="21662" y="32654"/>
                      <a:pt x="0" y="42228"/>
                    </a:cubicBezTo>
                    <a:cubicBezTo>
                      <a:pt x="2344" y="43794"/>
                      <a:pt x="5052" y="45188"/>
                      <a:pt x="8188" y="46340"/>
                    </a:cubicBezTo>
                    <a:cubicBezTo>
                      <a:pt x="39136" y="34973"/>
                      <a:pt x="28968" y="450"/>
                      <a:pt x="28968" y="450"/>
                    </a:cubicBezTo>
                    <a:cubicBezTo>
                      <a:pt x="27384" y="423"/>
                      <a:pt x="25851" y="260"/>
                      <a:pt x="243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40"/>
          <p:cNvSpPr/>
          <p:nvPr/>
        </p:nvSpPr>
        <p:spPr>
          <a:xfrm>
            <a:off x="3759300" y="2977189"/>
            <a:ext cx="1625400" cy="16263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94" name="Google Shape;594;p40"/>
          <p:cNvSpPr txBox="1">
            <a:spLocks noGrp="1"/>
          </p:cNvSpPr>
          <p:nvPr>
            <p:ph type="title"/>
          </p:nvPr>
        </p:nvSpPr>
        <p:spPr>
          <a:xfrm>
            <a:off x="720000" y="540000"/>
            <a:ext cx="7704000" cy="676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OUR TEACHING METHOD</a:t>
            </a:r>
            <a:endParaRPr/>
          </a:p>
        </p:txBody>
      </p:sp>
      <p:sp>
        <p:nvSpPr>
          <p:cNvPr id="595" name="Google Shape;595;p40"/>
          <p:cNvSpPr txBox="1"/>
          <p:nvPr/>
        </p:nvSpPr>
        <p:spPr>
          <a:xfrm>
            <a:off x="5892900" y="3852511"/>
            <a:ext cx="2246400" cy="504000"/>
          </a:xfrm>
          <a:prstGeom prst="rect">
            <a:avLst/>
          </a:prstGeom>
          <a:noFill/>
          <a:ln>
            <a:noFill/>
          </a:ln>
        </p:spPr>
        <p:txBody>
          <a:bodyPr spcFirstLastPara="1" wrap="square" lIns="90000" tIns="91425" rIns="90000" bIns="91425" anchor="t" anchorCtr="0">
            <a:noAutofit/>
          </a:bodyPr>
          <a:lstStyle/>
          <a:p>
            <a:pPr marL="0" lvl="0" indent="0" algn="l" rtl="0">
              <a:spcBef>
                <a:spcPts val="0"/>
              </a:spcBef>
              <a:spcAft>
                <a:spcPts val="0"/>
              </a:spcAft>
              <a:buNone/>
            </a:pPr>
            <a:r>
              <a:rPr lang="en">
                <a:solidFill>
                  <a:schemeClr val="dk1"/>
                </a:solidFill>
                <a:latin typeface="Montserrat Medium"/>
                <a:ea typeface="Montserrat Medium"/>
                <a:cs typeface="Montserrat Medium"/>
                <a:sym typeface="Montserrat Medium"/>
              </a:rPr>
              <a:t>Mercury is the closest planet to the Sun</a:t>
            </a:r>
            <a:endParaRPr>
              <a:solidFill>
                <a:schemeClr val="dk1"/>
              </a:solidFill>
              <a:latin typeface="Montserrat Medium"/>
              <a:ea typeface="Montserrat Medium"/>
              <a:cs typeface="Montserrat Medium"/>
              <a:sym typeface="Montserrat Medium"/>
            </a:endParaRPr>
          </a:p>
        </p:txBody>
      </p:sp>
      <p:sp>
        <p:nvSpPr>
          <p:cNvPr id="596" name="Google Shape;596;p40"/>
          <p:cNvSpPr txBox="1"/>
          <p:nvPr/>
        </p:nvSpPr>
        <p:spPr>
          <a:xfrm>
            <a:off x="5892900" y="3371911"/>
            <a:ext cx="2246400" cy="554100"/>
          </a:xfrm>
          <a:prstGeom prst="rect">
            <a:avLst/>
          </a:prstGeom>
          <a:noFill/>
          <a:ln>
            <a:noFill/>
          </a:ln>
        </p:spPr>
        <p:txBody>
          <a:bodyPr spcFirstLastPara="1" wrap="square" lIns="90000" tIns="91425" rIns="90000" bIns="91425" anchor="b" anchorCtr="0">
            <a:noAutofit/>
          </a:bodyPr>
          <a:lstStyle/>
          <a:p>
            <a:pPr marL="0" lvl="0" indent="0" algn="l" rtl="0">
              <a:spcBef>
                <a:spcPts val="0"/>
              </a:spcBef>
              <a:spcAft>
                <a:spcPts val="0"/>
              </a:spcAft>
              <a:buNone/>
            </a:pPr>
            <a:r>
              <a:rPr lang="en" sz="2400">
                <a:solidFill>
                  <a:schemeClr val="lt1"/>
                </a:solidFill>
                <a:latin typeface="Montserrat Black"/>
                <a:ea typeface="Montserrat Black"/>
                <a:cs typeface="Montserrat Black"/>
                <a:sym typeface="Montserrat Black"/>
              </a:rPr>
              <a:t>FEEDBACK</a:t>
            </a:r>
            <a:endParaRPr sz="2400">
              <a:solidFill>
                <a:schemeClr val="lt1"/>
              </a:solidFill>
              <a:latin typeface="Montserrat Black"/>
              <a:ea typeface="Montserrat Black"/>
              <a:cs typeface="Montserrat Black"/>
              <a:sym typeface="Montserrat Black"/>
            </a:endParaRPr>
          </a:p>
        </p:txBody>
      </p:sp>
      <p:sp>
        <p:nvSpPr>
          <p:cNvPr id="597" name="Google Shape;597;p40"/>
          <p:cNvSpPr txBox="1"/>
          <p:nvPr/>
        </p:nvSpPr>
        <p:spPr>
          <a:xfrm>
            <a:off x="1004700" y="3371911"/>
            <a:ext cx="2246400" cy="554100"/>
          </a:xfrm>
          <a:prstGeom prst="rect">
            <a:avLst/>
          </a:prstGeom>
          <a:noFill/>
          <a:ln>
            <a:noFill/>
          </a:ln>
        </p:spPr>
        <p:txBody>
          <a:bodyPr spcFirstLastPara="1" wrap="square" lIns="90000" tIns="91425" rIns="90000" bIns="91425" anchor="b" anchorCtr="0">
            <a:noAutofit/>
          </a:bodyPr>
          <a:lstStyle/>
          <a:p>
            <a:pPr marL="0" lvl="0" indent="0" algn="r" rtl="0">
              <a:spcBef>
                <a:spcPts val="0"/>
              </a:spcBef>
              <a:spcAft>
                <a:spcPts val="0"/>
              </a:spcAft>
              <a:buNone/>
            </a:pPr>
            <a:r>
              <a:rPr lang="en" sz="2400">
                <a:solidFill>
                  <a:schemeClr val="lt1"/>
                </a:solidFill>
                <a:latin typeface="Montserrat Black"/>
                <a:ea typeface="Montserrat Black"/>
                <a:cs typeface="Montserrat Black"/>
                <a:sym typeface="Montserrat Black"/>
              </a:rPr>
              <a:t>GOALS</a:t>
            </a:r>
            <a:endParaRPr sz="2400">
              <a:solidFill>
                <a:schemeClr val="lt1"/>
              </a:solidFill>
              <a:latin typeface="Montserrat Black"/>
              <a:ea typeface="Montserrat Black"/>
              <a:cs typeface="Montserrat Black"/>
              <a:sym typeface="Montserrat Black"/>
            </a:endParaRPr>
          </a:p>
        </p:txBody>
      </p:sp>
      <p:sp>
        <p:nvSpPr>
          <p:cNvPr id="598" name="Google Shape;598;p40"/>
          <p:cNvSpPr txBox="1"/>
          <p:nvPr/>
        </p:nvSpPr>
        <p:spPr>
          <a:xfrm>
            <a:off x="1004700" y="3852511"/>
            <a:ext cx="2246400" cy="504000"/>
          </a:xfrm>
          <a:prstGeom prst="rect">
            <a:avLst/>
          </a:prstGeom>
          <a:noFill/>
          <a:ln>
            <a:noFill/>
          </a:ln>
        </p:spPr>
        <p:txBody>
          <a:bodyPr spcFirstLastPara="1" wrap="square" lIns="90000" tIns="91425" rIns="90000" bIns="91425" anchor="t" anchorCtr="0">
            <a:noAutofit/>
          </a:bodyPr>
          <a:lstStyle/>
          <a:p>
            <a:pPr marL="0" lvl="0" indent="0" algn="r" rtl="0">
              <a:spcBef>
                <a:spcPts val="0"/>
              </a:spcBef>
              <a:spcAft>
                <a:spcPts val="0"/>
              </a:spcAft>
              <a:buNone/>
            </a:pPr>
            <a:r>
              <a:rPr lang="en">
                <a:solidFill>
                  <a:schemeClr val="dk1"/>
                </a:solidFill>
                <a:latin typeface="Montserrat Medium"/>
                <a:ea typeface="Montserrat Medium"/>
                <a:cs typeface="Montserrat Medium"/>
                <a:sym typeface="Montserrat Medium"/>
              </a:rPr>
              <a:t>Jupiter is the biggest planet of them all</a:t>
            </a:r>
            <a:endParaRPr>
              <a:solidFill>
                <a:schemeClr val="dk1"/>
              </a:solidFill>
              <a:latin typeface="Montserrat Medium"/>
              <a:ea typeface="Montserrat Medium"/>
              <a:cs typeface="Montserrat Medium"/>
              <a:sym typeface="Montserrat Medium"/>
            </a:endParaRPr>
          </a:p>
        </p:txBody>
      </p:sp>
      <p:sp>
        <p:nvSpPr>
          <p:cNvPr id="599" name="Google Shape;599;p40"/>
          <p:cNvSpPr txBox="1"/>
          <p:nvPr/>
        </p:nvSpPr>
        <p:spPr>
          <a:xfrm>
            <a:off x="3448750" y="1450400"/>
            <a:ext cx="2246400" cy="554100"/>
          </a:xfrm>
          <a:prstGeom prst="rect">
            <a:avLst/>
          </a:prstGeom>
          <a:noFill/>
          <a:ln>
            <a:noFill/>
          </a:ln>
        </p:spPr>
        <p:txBody>
          <a:bodyPr spcFirstLastPara="1" wrap="square" lIns="90000" tIns="91425" rIns="90000" bIns="91425" anchor="b" anchorCtr="0">
            <a:noAutofit/>
          </a:bodyPr>
          <a:lstStyle/>
          <a:p>
            <a:pPr marL="0" lvl="0" indent="0" algn="ctr" rtl="0">
              <a:spcBef>
                <a:spcPts val="0"/>
              </a:spcBef>
              <a:spcAft>
                <a:spcPts val="0"/>
              </a:spcAft>
              <a:buNone/>
            </a:pPr>
            <a:r>
              <a:rPr lang="en" sz="2400">
                <a:solidFill>
                  <a:schemeClr val="lt1"/>
                </a:solidFill>
                <a:latin typeface="Montserrat Black"/>
                <a:ea typeface="Montserrat Black"/>
                <a:cs typeface="Montserrat Black"/>
                <a:sym typeface="Montserrat Black"/>
              </a:rPr>
              <a:t>ACTIVITIES</a:t>
            </a:r>
            <a:endParaRPr sz="2400">
              <a:solidFill>
                <a:schemeClr val="lt1"/>
              </a:solidFill>
              <a:latin typeface="Montserrat Black"/>
              <a:ea typeface="Montserrat Black"/>
              <a:cs typeface="Montserrat Black"/>
              <a:sym typeface="Montserrat Black"/>
            </a:endParaRPr>
          </a:p>
        </p:txBody>
      </p:sp>
      <p:sp>
        <p:nvSpPr>
          <p:cNvPr id="600" name="Google Shape;600;p40"/>
          <p:cNvSpPr txBox="1"/>
          <p:nvPr/>
        </p:nvSpPr>
        <p:spPr>
          <a:xfrm>
            <a:off x="3448750" y="1928300"/>
            <a:ext cx="2246400" cy="504000"/>
          </a:xfrm>
          <a:prstGeom prst="rect">
            <a:avLst/>
          </a:prstGeom>
          <a:noFill/>
          <a:ln>
            <a:noFill/>
          </a:ln>
        </p:spPr>
        <p:txBody>
          <a:bodyPr spcFirstLastPara="1" wrap="square" lIns="90000" tIns="91425" rIns="90000" bIns="91425" anchor="t" anchorCtr="0">
            <a:noAutofit/>
          </a:bodyPr>
          <a:lstStyle/>
          <a:p>
            <a:pPr marL="0" lvl="0" indent="0" algn="ctr" rtl="0">
              <a:spcBef>
                <a:spcPts val="0"/>
              </a:spcBef>
              <a:spcAft>
                <a:spcPts val="0"/>
              </a:spcAft>
              <a:buNone/>
            </a:pPr>
            <a:r>
              <a:rPr lang="en">
                <a:solidFill>
                  <a:schemeClr val="dk1"/>
                </a:solidFill>
                <a:latin typeface="Montserrat Medium"/>
                <a:ea typeface="Montserrat Medium"/>
                <a:cs typeface="Montserrat Medium"/>
                <a:sym typeface="Montserrat Medium"/>
              </a:rPr>
              <a:t>Saturn is a gas giant and has several rings</a:t>
            </a:r>
            <a:endParaRPr>
              <a:solidFill>
                <a:schemeClr val="dk1"/>
              </a:solidFill>
              <a:latin typeface="Montserrat Medium"/>
              <a:ea typeface="Montserrat Medium"/>
              <a:cs typeface="Montserrat Medium"/>
              <a:sym typeface="Montserrat Medium"/>
            </a:endParaRPr>
          </a:p>
        </p:txBody>
      </p:sp>
      <p:sp>
        <p:nvSpPr>
          <p:cNvPr id="601" name="Google Shape;601;p40"/>
          <p:cNvSpPr/>
          <p:nvPr/>
        </p:nvSpPr>
        <p:spPr>
          <a:xfrm>
            <a:off x="4139950" y="2543911"/>
            <a:ext cx="864000" cy="8640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02" name="Google Shape;602;p40"/>
          <p:cNvSpPr/>
          <p:nvPr/>
        </p:nvSpPr>
        <p:spPr>
          <a:xfrm>
            <a:off x="4952700" y="3504211"/>
            <a:ext cx="864000" cy="8640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03" name="Google Shape;603;p40"/>
          <p:cNvSpPr/>
          <p:nvPr/>
        </p:nvSpPr>
        <p:spPr>
          <a:xfrm>
            <a:off x="3327300" y="3503611"/>
            <a:ext cx="864000" cy="864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604" name="Google Shape;604;p40"/>
          <p:cNvGrpSpPr/>
          <p:nvPr/>
        </p:nvGrpSpPr>
        <p:grpSpPr>
          <a:xfrm>
            <a:off x="5138110" y="3691263"/>
            <a:ext cx="493181" cy="489897"/>
            <a:chOff x="2085450" y="842250"/>
            <a:chExt cx="483700" cy="481850"/>
          </a:xfrm>
        </p:grpSpPr>
        <p:sp>
          <p:nvSpPr>
            <p:cNvPr id="605" name="Google Shape;605;p40"/>
            <p:cNvSpPr/>
            <p:nvPr/>
          </p:nvSpPr>
          <p:spPr>
            <a:xfrm>
              <a:off x="2085525" y="926925"/>
              <a:ext cx="483625" cy="397175"/>
            </a:xfrm>
            <a:custGeom>
              <a:avLst/>
              <a:gdLst/>
              <a:ahLst/>
              <a:cxnLst/>
              <a:rect l="l" t="t" r="r" b="b"/>
              <a:pathLst>
                <a:path w="19345" h="15887" extrusionOk="0">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6" name="Google Shape;606;p40"/>
            <p:cNvSpPr/>
            <p:nvPr/>
          </p:nvSpPr>
          <p:spPr>
            <a:xfrm>
              <a:off x="2085450" y="1151875"/>
              <a:ext cx="143650" cy="87575"/>
            </a:xfrm>
            <a:custGeom>
              <a:avLst/>
              <a:gdLst/>
              <a:ahLst/>
              <a:cxnLst/>
              <a:rect l="l" t="t" r="r" b="b"/>
              <a:pathLst>
                <a:path w="5746" h="3503" extrusionOk="0">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7" name="Google Shape;607;p40"/>
            <p:cNvSpPr/>
            <p:nvPr/>
          </p:nvSpPr>
          <p:spPr>
            <a:xfrm>
              <a:off x="2274775" y="842250"/>
              <a:ext cx="294375" cy="197650"/>
            </a:xfrm>
            <a:custGeom>
              <a:avLst/>
              <a:gdLst/>
              <a:ahLst/>
              <a:cxnLst/>
              <a:rect l="l" t="t" r="r" b="b"/>
              <a:pathLst>
                <a:path w="11775" h="7906" extrusionOk="0">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08" name="Google Shape;608;p40"/>
          <p:cNvGrpSpPr/>
          <p:nvPr/>
        </p:nvGrpSpPr>
        <p:grpSpPr>
          <a:xfrm>
            <a:off x="4325352" y="2786217"/>
            <a:ext cx="493196" cy="379390"/>
            <a:chOff x="3271200" y="3863875"/>
            <a:chExt cx="481825" cy="366950"/>
          </a:xfrm>
        </p:grpSpPr>
        <p:sp>
          <p:nvSpPr>
            <p:cNvPr id="609" name="Google Shape;609;p40"/>
            <p:cNvSpPr/>
            <p:nvPr/>
          </p:nvSpPr>
          <p:spPr>
            <a:xfrm>
              <a:off x="3271200" y="3920350"/>
              <a:ext cx="283225" cy="310475"/>
            </a:xfrm>
            <a:custGeom>
              <a:avLst/>
              <a:gdLst/>
              <a:ahLst/>
              <a:cxnLst/>
              <a:rect l="l" t="t" r="r" b="b"/>
              <a:pathLst>
                <a:path w="11329" h="12419" extrusionOk="0">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0" name="Google Shape;610;p40"/>
            <p:cNvSpPr/>
            <p:nvPr/>
          </p:nvSpPr>
          <p:spPr>
            <a:xfrm>
              <a:off x="3526175" y="3863875"/>
              <a:ext cx="226850" cy="310575"/>
            </a:xfrm>
            <a:custGeom>
              <a:avLst/>
              <a:gdLst/>
              <a:ahLst/>
              <a:cxnLst/>
              <a:rect l="l" t="t" r="r" b="b"/>
              <a:pathLst>
                <a:path w="9074" h="12423" extrusionOk="0">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11" name="Google Shape;611;p40"/>
          <p:cNvGrpSpPr/>
          <p:nvPr/>
        </p:nvGrpSpPr>
        <p:grpSpPr>
          <a:xfrm>
            <a:off x="3512702" y="3689313"/>
            <a:ext cx="493196" cy="493196"/>
            <a:chOff x="899850" y="4992125"/>
            <a:chExt cx="481825" cy="481825"/>
          </a:xfrm>
        </p:grpSpPr>
        <p:sp>
          <p:nvSpPr>
            <p:cNvPr id="612" name="Google Shape;612;p40"/>
            <p:cNvSpPr/>
            <p:nvPr/>
          </p:nvSpPr>
          <p:spPr>
            <a:xfrm>
              <a:off x="1126600" y="5360100"/>
              <a:ext cx="28250" cy="28250"/>
            </a:xfrm>
            <a:custGeom>
              <a:avLst/>
              <a:gdLst/>
              <a:ahLst/>
              <a:cxnLst/>
              <a:rect l="l" t="t" r="r" b="b"/>
              <a:pathLst>
                <a:path w="1130" h="1130" extrusionOk="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3" name="Google Shape;613;p40"/>
            <p:cNvSpPr/>
            <p:nvPr/>
          </p:nvSpPr>
          <p:spPr>
            <a:xfrm>
              <a:off x="1056050" y="5079900"/>
              <a:ext cx="169400" cy="194950"/>
            </a:xfrm>
            <a:custGeom>
              <a:avLst/>
              <a:gdLst/>
              <a:ahLst/>
              <a:cxnLst/>
              <a:rect l="l" t="t" r="r" b="b"/>
              <a:pathLst>
                <a:path w="6776" h="7798" extrusionOk="0">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4" name="Google Shape;614;p40"/>
            <p:cNvSpPr/>
            <p:nvPr/>
          </p:nvSpPr>
          <p:spPr>
            <a:xfrm>
              <a:off x="899850" y="4992125"/>
              <a:ext cx="481825" cy="481825"/>
            </a:xfrm>
            <a:custGeom>
              <a:avLst/>
              <a:gdLst/>
              <a:ahLst/>
              <a:cxnLst/>
              <a:rect l="l" t="t" r="r" b="b"/>
              <a:pathLst>
                <a:path w="19273" h="19273" extrusionOk="0">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15" name="Google Shape;615;p40"/>
          <p:cNvGrpSpPr/>
          <p:nvPr/>
        </p:nvGrpSpPr>
        <p:grpSpPr>
          <a:xfrm>
            <a:off x="76190" y="76211"/>
            <a:ext cx="1399466" cy="1919431"/>
            <a:chOff x="76190" y="76211"/>
            <a:chExt cx="1399466" cy="1919431"/>
          </a:xfrm>
        </p:grpSpPr>
        <p:sp>
          <p:nvSpPr>
            <p:cNvPr id="616" name="Google Shape;616;p40"/>
            <p:cNvSpPr/>
            <p:nvPr/>
          </p:nvSpPr>
          <p:spPr>
            <a:xfrm>
              <a:off x="76190"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7" name="Google Shape;617;p40"/>
            <p:cNvGrpSpPr/>
            <p:nvPr/>
          </p:nvGrpSpPr>
          <p:grpSpPr>
            <a:xfrm>
              <a:off x="228600" y="228600"/>
              <a:ext cx="1023557" cy="1199891"/>
              <a:chOff x="112075" y="-185574"/>
              <a:chExt cx="1023557" cy="1199891"/>
            </a:xfrm>
          </p:grpSpPr>
          <p:sp>
            <p:nvSpPr>
              <p:cNvPr id="618" name="Google Shape;618;p40"/>
              <p:cNvSpPr/>
              <p:nvPr/>
            </p:nvSpPr>
            <p:spPr>
              <a:xfrm>
                <a:off x="112075" y="-185574"/>
                <a:ext cx="1023557" cy="437592"/>
              </a:xfrm>
              <a:custGeom>
                <a:avLst/>
                <a:gdLst/>
                <a:ahLst/>
                <a:cxnLst/>
                <a:rect l="l" t="t" r="r" b="b"/>
                <a:pathLst>
                  <a:path w="28277" h="12089" extrusionOk="0">
                    <a:moveTo>
                      <a:pt x="14140" y="1"/>
                    </a:moveTo>
                    <a:lnTo>
                      <a:pt x="0" y="12088"/>
                    </a:lnTo>
                    <a:lnTo>
                      <a:pt x="28277" y="12088"/>
                    </a:lnTo>
                    <a:lnTo>
                      <a:pt x="141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40"/>
              <p:cNvSpPr/>
              <p:nvPr/>
            </p:nvSpPr>
            <p:spPr>
              <a:xfrm>
                <a:off x="112075" y="251967"/>
                <a:ext cx="1023557" cy="651881"/>
              </a:xfrm>
              <a:custGeom>
                <a:avLst/>
                <a:gdLst/>
                <a:ahLst/>
                <a:cxnLst/>
                <a:rect l="l" t="t" r="r" b="b"/>
                <a:pathLst>
                  <a:path w="28277" h="18009" extrusionOk="0">
                    <a:moveTo>
                      <a:pt x="0" y="0"/>
                    </a:moveTo>
                    <a:lnTo>
                      <a:pt x="0" y="18008"/>
                    </a:lnTo>
                    <a:lnTo>
                      <a:pt x="28277" y="18008"/>
                    </a:lnTo>
                    <a:lnTo>
                      <a:pt x="282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40"/>
              <p:cNvSpPr/>
              <p:nvPr/>
            </p:nvSpPr>
            <p:spPr>
              <a:xfrm>
                <a:off x="112075" y="251967"/>
                <a:ext cx="1023557" cy="437628"/>
              </a:xfrm>
              <a:custGeom>
                <a:avLst/>
                <a:gdLst/>
                <a:ahLst/>
                <a:cxnLst/>
                <a:rect l="l" t="t" r="r" b="b"/>
                <a:pathLst>
                  <a:path w="28277" h="12090" extrusionOk="0">
                    <a:moveTo>
                      <a:pt x="0" y="0"/>
                    </a:moveTo>
                    <a:lnTo>
                      <a:pt x="14140" y="12089"/>
                    </a:lnTo>
                    <a:lnTo>
                      <a:pt x="282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0"/>
              <p:cNvSpPr/>
              <p:nvPr/>
            </p:nvSpPr>
            <p:spPr>
              <a:xfrm>
                <a:off x="245386" y="33233"/>
                <a:ext cx="756926" cy="656369"/>
              </a:xfrm>
              <a:custGeom>
                <a:avLst/>
                <a:gdLst/>
                <a:ahLst/>
                <a:cxnLst/>
                <a:rect l="l" t="t" r="r" b="b"/>
                <a:pathLst>
                  <a:path w="20911" h="18133" extrusionOk="0">
                    <a:moveTo>
                      <a:pt x="1" y="1"/>
                    </a:moveTo>
                    <a:lnTo>
                      <a:pt x="1" y="9194"/>
                    </a:lnTo>
                    <a:lnTo>
                      <a:pt x="10457" y="18132"/>
                    </a:lnTo>
                    <a:lnTo>
                      <a:pt x="20910" y="9194"/>
                    </a:lnTo>
                    <a:lnTo>
                      <a:pt x="2091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40"/>
              <p:cNvSpPr/>
              <p:nvPr/>
            </p:nvSpPr>
            <p:spPr>
              <a:xfrm>
                <a:off x="636561" y="450251"/>
                <a:ext cx="499055" cy="453591"/>
              </a:xfrm>
              <a:custGeom>
                <a:avLst/>
                <a:gdLst/>
                <a:ahLst/>
                <a:cxnLst/>
                <a:rect l="l" t="t" r="r" b="b"/>
                <a:pathLst>
                  <a:path w="13787" h="12531" extrusionOk="0">
                    <a:moveTo>
                      <a:pt x="861" y="1"/>
                    </a:moveTo>
                    <a:cubicBezTo>
                      <a:pt x="403" y="1"/>
                      <a:pt x="0" y="582"/>
                      <a:pt x="428" y="976"/>
                    </a:cubicBezTo>
                    <a:cubicBezTo>
                      <a:pt x="4626" y="4829"/>
                      <a:pt x="8828" y="8680"/>
                      <a:pt x="13028" y="12530"/>
                    </a:cubicBezTo>
                    <a:lnTo>
                      <a:pt x="13787" y="12530"/>
                    </a:lnTo>
                    <a:lnTo>
                      <a:pt x="13787" y="11659"/>
                    </a:lnTo>
                    <a:cubicBezTo>
                      <a:pt x="9606" y="7825"/>
                      <a:pt x="5426" y="3993"/>
                      <a:pt x="1247" y="159"/>
                    </a:cubicBezTo>
                    <a:cubicBezTo>
                      <a:pt x="1126" y="48"/>
                      <a:pt x="991" y="1"/>
                      <a:pt x="8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40"/>
              <p:cNvSpPr/>
              <p:nvPr/>
            </p:nvSpPr>
            <p:spPr>
              <a:xfrm>
                <a:off x="112075" y="450251"/>
                <a:ext cx="502566" cy="453627"/>
              </a:xfrm>
              <a:custGeom>
                <a:avLst/>
                <a:gdLst/>
                <a:ahLst/>
                <a:cxnLst/>
                <a:rect l="l" t="t" r="r" b="b"/>
                <a:pathLst>
                  <a:path w="13884" h="12532" extrusionOk="0">
                    <a:moveTo>
                      <a:pt x="13023" y="1"/>
                    </a:moveTo>
                    <a:cubicBezTo>
                      <a:pt x="12893" y="1"/>
                      <a:pt x="12758" y="48"/>
                      <a:pt x="12637" y="159"/>
                    </a:cubicBezTo>
                    <a:lnTo>
                      <a:pt x="0" y="11748"/>
                    </a:lnTo>
                    <a:lnTo>
                      <a:pt x="0" y="12531"/>
                    </a:lnTo>
                    <a:lnTo>
                      <a:pt x="856" y="12531"/>
                    </a:lnTo>
                    <a:cubicBezTo>
                      <a:pt x="5055" y="8680"/>
                      <a:pt x="9256" y="4829"/>
                      <a:pt x="13455" y="977"/>
                    </a:cubicBezTo>
                    <a:cubicBezTo>
                      <a:pt x="13884" y="582"/>
                      <a:pt x="13481" y="1"/>
                      <a:pt x="130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40"/>
              <p:cNvSpPr/>
              <p:nvPr/>
            </p:nvSpPr>
            <p:spPr>
              <a:xfrm>
                <a:off x="415763" y="175195"/>
                <a:ext cx="416199" cy="409502"/>
              </a:xfrm>
              <a:custGeom>
                <a:avLst/>
                <a:gdLst/>
                <a:ahLst/>
                <a:cxnLst/>
                <a:rect l="l" t="t" r="r" b="b"/>
                <a:pathLst>
                  <a:path w="11498" h="11313" extrusionOk="0">
                    <a:moveTo>
                      <a:pt x="6551" y="1486"/>
                    </a:moveTo>
                    <a:cubicBezTo>
                      <a:pt x="8461" y="1486"/>
                      <a:pt x="10014" y="3039"/>
                      <a:pt x="10014" y="4949"/>
                    </a:cubicBezTo>
                    <a:lnTo>
                      <a:pt x="10014" y="6366"/>
                    </a:lnTo>
                    <a:cubicBezTo>
                      <a:pt x="10014" y="8275"/>
                      <a:pt x="8462" y="9828"/>
                      <a:pt x="6551" y="9828"/>
                    </a:cubicBezTo>
                    <a:lnTo>
                      <a:pt x="4946" y="9828"/>
                    </a:lnTo>
                    <a:cubicBezTo>
                      <a:pt x="3038" y="9828"/>
                      <a:pt x="1484" y="8275"/>
                      <a:pt x="1484" y="6366"/>
                    </a:cubicBezTo>
                    <a:lnTo>
                      <a:pt x="1484" y="4949"/>
                    </a:lnTo>
                    <a:cubicBezTo>
                      <a:pt x="1484" y="3039"/>
                      <a:pt x="3038" y="1486"/>
                      <a:pt x="4946" y="1486"/>
                    </a:cubicBezTo>
                    <a:close/>
                    <a:moveTo>
                      <a:pt x="4946" y="1"/>
                    </a:moveTo>
                    <a:cubicBezTo>
                      <a:pt x="2220" y="1"/>
                      <a:pt x="1" y="2220"/>
                      <a:pt x="1" y="4949"/>
                    </a:cubicBezTo>
                    <a:lnTo>
                      <a:pt x="1" y="6366"/>
                    </a:lnTo>
                    <a:cubicBezTo>
                      <a:pt x="1" y="9094"/>
                      <a:pt x="2220" y="11313"/>
                      <a:pt x="4946" y="11313"/>
                    </a:cubicBezTo>
                    <a:lnTo>
                      <a:pt x="6551" y="11313"/>
                    </a:lnTo>
                    <a:cubicBezTo>
                      <a:pt x="9278" y="11313"/>
                      <a:pt x="11498" y="9094"/>
                      <a:pt x="11498" y="6366"/>
                    </a:cubicBezTo>
                    <a:lnTo>
                      <a:pt x="11498" y="4949"/>
                    </a:lnTo>
                    <a:cubicBezTo>
                      <a:pt x="11498" y="2220"/>
                      <a:pt x="9278" y="1"/>
                      <a:pt x="6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40"/>
              <p:cNvSpPr/>
              <p:nvPr/>
            </p:nvSpPr>
            <p:spPr>
              <a:xfrm>
                <a:off x="321797" y="410182"/>
                <a:ext cx="604100" cy="604028"/>
              </a:xfrm>
              <a:custGeom>
                <a:avLst/>
                <a:gdLst/>
                <a:ahLst/>
                <a:cxnLst/>
                <a:rect l="l" t="t" r="r" b="b"/>
                <a:pathLst>
                  <a:path w="16689" h="16687" extrusionOk="0">
                    <a:moveTo>
                      <a:pt x="4853" y="0"/>
                    </a:moveTo>
                    <a:cubicBezTo>
                      <a:pt x="2184" y="0"/>
                      <a:pt x="1" y="2183"/>
                      <a:pt x="1" y="4851"/>
                    </a:cubicBezTo>
                    <a:lnTo>
                      <a:pt x="1" y="11836"/>
                    </a:lnTo>
                    <a:cubicBezTo>
                      <a:pt x="1" y="14504"/>
                      <a:pt x="2183" y="16686"/>
                      <a:pt x="4853" y="16686"/>
                    </a:cubicBezTo>
                    <a:lnTo>
                      <a:pt x="11836" y="16686"/>
                    </a:lnTo>
                    <a:cubicBezTo>
                      <a:pt x="14505" y="16686"/>
                      <a:pt x="16688" y="14504"/>
                      <a:pt x="16688" y="11836"/>
                    </a:cubicBezTo>
                    <a:lnTo>
                      <a:pt x="16688" y="4851"/>
                    </a:lnTo>
                    <a:cubicBezTo>
                      <a:pt x="16688" y="2184"/>
                      <a:pt x="14506" y="0"/>
                      <a:pt x="1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40"/>
              <p:cNvSpPr/>
              <p:nvPr/>
            </p:nvSpPr>
            <p:spPr>
              <a:xfrm>
                <a:off x="359875" y="448152"/>
                <a:ext cx="566057" cy="566165"/>
              </a:xfrm>
              <a:custGeom>
                <a:avLst/>
                <a:gdLst/>
                <a:ahLst/>
                <a:cxnLst/>
                <a:rect l="l" t="t" r="r" b="b"/>
                <a:pathLst>
                  <a:path w="15638" h="15641" extrusionOk="0">
                    <a:moveTo>
                      <a:pt x="13784" y="1"/>
                    </a:moveTo>
                    <a:lnTo>
                      <a:pt x="13784" y="1"/>
                    </a:lnTo>
                    <a:cubicBezTo>
                      <a:pt x="14440" y="829"/>
                      <a:pt x="14833" y="1869"/>
                      <a:pt x="14833" y="3001"/>
                    </a:cubicBezTo>
                    <a:lnTo>
                      <a:pt x="14833" y="9987"/>
                    </a:lnTo>
                    <a:cubicBezTo>
                      <a:pt x="14833" y="12655"/>
                      <a:pt x="12653" y="14839"/>
                      <a:pt x="9983" y="14839"/>
                    </a:cubicBezTo>
                    <a:lnTo>
                      <a:pt x="3001" y="14839"/>
                    </a:lnTo>
                    <a:cubicBezTo>
                      <a:pt x="1869" y="14839"/>
                      <a:pt x="828" y="14444"/>
                      <a:pt x="1" y="13788"/>
                    </a:cubicBezTo>
                    <a:lnTo>
                      <a:pt x="1" y="13788"/>
                    </a:lnTo>
                    <a:cubicBezTo>
                      <a:pt x="891" y="14913"/>
                      <a:pt x="2264" y="15640"/>
                      <a:pt x="3802" y="15640"/>
                    </a:cubicBezTo>
                    <a:lnTo>
                      <a:pt x="10787" y="15640"/>
                    </a:lnTo>
                    <a:cubicBezTo>
                      <a:pt x="13455" y="15640"/>
                      <a:pt x="15637" y="13457"/>
                      <a:pt x="15637" y="10788"/>
                    </a:cubicBezTo>
                    <a:lnTo>
                      <a:pt x="15637" y="3805"/>
                    </a:lnTo>
                    <a:cubicBezTo>
                      <a:pt x="15636" y="2265"/>
                      <a:pt x="14910" y="891"/>
                      <a:pt x="137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40"/>
              <p:cNvSpPr/>
              <p:nvPr/>
            </p:nvSpPr>
            <p:spPr>
              <a:xfrm>
                <a:off x="533184" y="552397"/>
                <a:ext cx="181313" cy="357125"/>
              </a:xfrm>
              <a:custGeom>
                <a:avLst/>
                <a:gdLst/>
                <a:ahLst/>
                <a:cxnLst/>
                <a:rect l="l" t="t" r="r" b="b"/>
                <a:pathLst>
                  <a:path w="5009" h="9866" extrusionOk="0">
                    <a:moveTo>
                      <a:pt x="2506" y="0"/>
                    </a:moveTo>
                    <a:cubicBezTo>
                      <a:pt x="1122" y="0"/>
                      <a:pt x="0" y="1121"/>
                      <a:pt x="0" y="2503"/>
                    </a:cubicBezTo>
                    <a:cubicBezTo>
                      <a:pt x="0" y="3495"/>
                      <a:pt x="583" y="4344"/>
                      <a:pt x="1418" y="4751"/>
                    </a:cubicBezTo>
                    <a:lnTo>
                      <a:pt x="173" y="9441"/>
                    </a:lnTo>
                    <a:cubicBezTo>
                      <a:pt x="125" y="9674"/>
                      <a:pt x="281" y="9866"/>
                      <a:pt x="522" y="9866"/>
                    </a:cubicBezTo>
                    <a:lnTo>
                      <a:pt x="4488" y="9866"/>
                    </a:lnTo>
                    <a:cubicBezTo>
                      <a:pt x="4726" y="9866"/>
                      <a:pt x="4884" y="9674"/>
                      <a:pt x="4836" y="9441"/>
                    </a:cubicBezTo>
                    <a:lnTo>
                      <a:pt x="3591" y="4749"/>
                    </a:lnTo>
                    <a:cubicBezTo>
                      <a:pt x="4426" y="4344"/>
                      <a:pt x="5008" y="3495"/>
                      <a:pt x="5008" y="2503"/>
                    </a:cubicBezTo>
                    <a:cubicBezTo>
                      <a:pt x="5008" y="1121"/>
                      <a:pt x="3889" y="0"/>
                      <a:pt x="25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8" name="Google Shape;628;p40"/>
            <p:cNvSpPr/>
            <p:nvPr/>
          </p:nvSpPr>
          <p:spPr>
            <a:xfrm>
              <a:off x="264421" y="1615874"/>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40"/>
            <p:cNvSpPr/>
            <p:nvPr/>
          </p:nvSpPr>
          <p:spPr>
            <a:xfrm>
              <a:off x="1254225" y="20237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40"/>
            <p:cNvSpPr/>
            <p:nvPr/>
          </p:nvSpPr>
          <p:spPr>
            <a:xfrm>
              <a:off x="76200" y="1428501"/>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4"/>
        <p:cNvGrpSpPr/>
        <p:nvPr/>
      </p:nvGrpSpPr>
      <p:grpSpPr>
        <a:xfrm>
          <a:off x="0" y="0"/>
          <a:ext cx="0" cy="0"/>
          <a:chOff x="0" y="0"/>
          <a:chExt cx="0" cy="0"/>
        </a:xfrm>
      </p:grpSpPr>
      <p:sp>
        <p:nvSpPr>
          <p:cNvPr id="635" name="Google Shape;635;p41"/>
          <p:cNvSpPr/>
          <p:nvPr/>
        </p:nvSpPr>
        <p:spPr>
          <a:xfrm>
            <a:off x="436350" y="3501900"/>
            <a:ext cx="4887300" cy="11016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41"/>
          <p:cNvSpPr txBox="1">
            <a:spLocks noGrp="1"/>
          </p:cNvSpPr>
          <p:nvPr>
            <p:ph type="title"/>
          </p:nvPr>
        </p:nvSpPr>
        <p:spPr>
          <a:xfrm>
            <a:off x="846000" y="3591000"/>
            <a:ext cx="4068000" cy="923400"/>
          </a:xfrm>
          <a:prstGeom prst="rect">
            <a:avLst/>
          </a:prstGeom>
        </p:spPr>
        <p:txBody>
          <a:bodyPr spcFirstLastPara="1" wrap="square" lIns="90000" tIns="91425" rIns="90000" bIns="91425" anchor="t" anchorCtr="0">
            <a:spAutoFit/>
          </a:bodyPr>
          <a:lstStyle/>
          <a:p>
            <a:pPr marL="0" lvl="0" indent="0" algn="ctr" rtl="0">
              <a:spcBef>
                <a:spcPts val="0"/>
              </a:spcBef>
              <a:spcAft>
                <a:spcPts val="0"/>
              </a:spcAft>
              <a:buNone/>
            </a:pPr>
            <a:r>
              <a:rPr lang="en"/>
              <a:t>A PICTURE IS WORTH A THOUSAND WORDS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42"/>
          <p:cNvSpPr txBox="1">
            <a:spLocks noGrp="1"/>
          </p:cNvSpPr>
          <p:nvPr>
            <p:ph type="subTitle" idx="5"/>
          </p:nvPr>
        </p:nvSpPr>
        <p:spPr>
          <a:xfrm>
            <a:off x="3402000" y="3158829"/>
            <a:ext cx="2340000" cy="7200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Jupiter is a gas giant and the biggest planet in the Solar System</a:t>
            </a:r>
            <a:endParaRPr/>
          </a:p>
        </p:txBody>
      </p:sp>
      <p:sp>
        <p:nvSpPr>
          <p:cNvPr id="642" name="Google Shape;642;p42"/>
          <p:cNvSpPr txBox="1">
            <a:spLocks noGrp="1"/>
          </p:cNvSpPr>
          <p:nvPr>
            <p:ph type="subTitle" idx="1"/>
          </p:nvPr>
        </p:nvSpPr>
        <p:spPr>
          <a:xfrm>
            <a:off x="720000" y="3158821"/>
            <a:ext cx="2340000" cy="7200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643" name="Google Shape;643;p42"/>
          <p:cNvSpPr txBox="1">
            <a:spLocks noGrp="1"/>
          </p:cNvSpPr>
          <p:nvPr>
            <p:ph type="title" idx="6"/>
          </p:nvPr>
        </p:nvSpPr>
        <p:spPr>
          <a:xfrm>
            <a:off x="720000" y="540000"/>
            <a:ext cx="7704000" cy="676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WHAT SETS US APART</a:t>
            </a:r>
            <a:endParaRPr/>
          </a:p>
        </p:txBody>
      </p:sp>
      <p:sp>
        <p:nvSpPr>
          <p:cNvPr id="644" name="Google Shape;644;p42"/>
          <p:cNvSpPr txBox="1">
            <a:spLocks noGrp="1"/>
          </p:cNvSpPr>
          <p:nvPr>
            <p:ph type="title"/>
          </p:nvPr>
        </p:nvSpPr>
        <p:spPr>
          <a:xfrm>
            <a:off x="720000" y="2680921"/>
            <a:ext cx="2340000" cy="554100"/>
          </a:xfrm>
          <a:prstGeom prst="rect">
            <a:avLst/>
          </a:prstGeom>
        </p:spPr>
        <p:txBody>
          <a:bodyPr spcFirstLastPara="1" wrap="square" lIns="90000" tIns="91425" rIns="90000" bIns="91425" anchor="b" anchorCtr="0">
            <a:noAutofit/>
          </a:bodyPr>
          <a:lstStyle/>
          <a:p>
            <a:pPr marL="0" lvl="0" indent="0" algn="ctr" rtl="0">
              <a:spcBef>
                <a:spcPts val="0"/>
              </a:spcBef>
              <a:spcAft>
                <a:spcPts val="0"/>
              </a:spcAft>
              <a:buNone/>
            </a:pPr>
            <a:r>
              <a:rPr lang="en"/>
              <a:t>VENUS</a:t>
            </a:r>
            <a:endParaRPr/>
          </a:p>
        </p:txBody>
      </p:sp>
      <p:sp>
        <p:nvSpPr>
          <p:cNvPr id="645" name="Google Shape;645;p42"/>
          <p:cNvSpPr txBox="1">
            <a:spLocks noGrp="1"/>
          </p:cNvSpPr>
          <p:nvPr>
            <p:ph type="title" idx="2"/>
          </p:nvPr>
        </p:nvSpPr>
        <p:spPr>
          <a:xfrm>
            <a:off x="6084000" y="2680921"/>
            <a:ext cx="2340000" cy="554100"/>
          </a:xfrm>
          <a:prstGeom prst="rect">
            <a:avLst/>
          </a:prstGeom>
        </p:spPr>
        <p:txBody>
          <a:bodyPr spcFirstLastPara="1" wrap="square" lIns="90000" tIns="91425" rIns="90000" bIns="91425" anchor="b" anchorCtr="0">
            <a:noAutofit/>
          </a:bodyPr>
          <a:lstStyle/>
          <a:p>
            <a:pPr marL="0" lvl="0" indent="0" algn="ctr" rtl="0">
              <a:spcBef>
                <a:spcPts val="0"/>
              </a:spcBef>
              <a:spcAft>
                <a:spcPts val="0"/>
              </a:spcAft>
              <a:buNone/>
            </a:pPr>
            <a:r>
              <a:rPr lang="en"/>
              <a:t>MARS</a:t>
            </a:r>
            <a:endParaRPr/>
          </a:p>
        </p:txBody>
      </p:sp>
      <p:sp>
        <p:nvSpPr>
          <p:cNvPr id="646" name="Google Shape;646;p42"/>
          <p:cNvSpPr txBox="1">
            <a:spLocks noGrp="1"/>
          </p:cNvSpPr>
          <p:nvPr>
            <p:ph type="subTitle" idx="3"/>
          </p:nvPr>
        </p:nvSpPr>
        <p:spPr>
          <a:xfrm>
            <a:off x="6084000" y="3158821"/>
            <a:ext cx="2340000" cy="7200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Mars is full of iron oxide dust, which gives the planet its reddish cast</a:t>
            </a:r>
            <a:endParaRPr/>
          </a:p>
          <a:p>
            <a:pPr marL="0" lvl="0" indent="0" algn="ctr" rtl="0">
              <a:spcBef>
                <a:spcPts val="0"/>
              </a:spcBef>
              <a:spcAft>
                <a:spcPts val="0"/>
              </a:spcAft>
              <a:buNone/>
            </a:pPr>
            <a:endParaRPr/>
          </a:p>
        </p:txBody>
      </p:sp>
      <p:sp>
        <p:nvSpPr>
          <p:cNvPr id="647" name="Google Shape;647;p42"/>
          <p:cNvSpPr txBox="1">
            <a:spLocks noGrp="1"/>
          </p:cNvSpPr>
          <p:nvPr>
            <p:ph type="title" idx="4"/>
          </p:nvPr>
        </p:nvSpPr>
        <p:spPr>
          <a:xfrm>
            <a:off x="3402000" y="2680921"/>
            <a:ext cx="2340000" cy="554100"/>
          </a:xfrm>
          <a:prstGeom prst="rect">
            <a:avLst/>
          </a:prstGeom>
        </p:spPr>
        <p:txBody>
          <a:bodyPr spcFirstLastPara="1" wrap="square" lIns="90000" tIns="91425" rIns="90000" bIns="91425" anchor="b" anchorCtr="0">
            <a:noAutofit/>
          </a:bodyPr>
          <a:lstStyle/>
          <a:p>
            <a:pPr marL="0" lvl="0" indent="0" algn="ctr" rtl="0">
              <a:spcBef>
                <a:spcPts val="0"/>
              </a:spcBef>
              <a:spcAft>
                <a:spcPts val="0"/>
              </a:spcAft>
              <a:buNone/>
            </a:pPr>
            <a:r>
              <a:rPr lang="en"/>
              <a:t>JUPITER</a:t>
            </a:r>
            <a:endParaRPr/>
          </a:p>
        </p:txBody>
      </p:sp>
      <p:sp>
        <p:nvSpPr>
          <p:cNvPr id="648" name="Google Shape;648;p42"/>
          <p:cNvSpPr/>
          <p:nvPr/>
        </p:nvSpPr>
        <p:spPr>
          <a:xfrm>
            <a:off x="1458000" y="1818061"/>
            <a:ext cx="864000" cy="862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49" name="Google Shape;649;p42"/>
          <p:cNvSpPr/>
          <p:nvPr/>
        </p:nvSpPr>
        <p:spPr>
          <a:xfrm>
            <a:off x="6822000" y="1818061"/>
            <a:ext cx="864000" cy="862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50" name="Google Shape;650;p42"/>
          <p:cNvSpPr/>
          <p:nvPr/>
        </p:nvSpPr>
        <p:spPr>
          <a:xfrm>
            <a:off x="4140000" y="1818061"/>
            <a:ext cx="864000" cy="862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651" name="Google Shape;651;p42"/>
          <p:cNvGrpSpPr/>
          <p:nvPr/>
        </p:nvGrpSpPr>
        <p:grpSpPr>
          <a:xfrm>
            <a:off x="76190" y="76211"/>
            <a:ext cx="1399466" cy="1919431"/>
            <a:chOff x="76190" y="76211"/>
            <a:chExt cx="1399466" cy="1919431"/>
          </a:xfrm>
        </p:grpSpPr>
        <p:sp>
          <p:nvSpPr>
            <p:cNvPr id="652" name="Google Shape;652;p42"/>
            <p:cNvSpPr/>
            <p:nvPr/>
          </p:nvSpPr>
          <p:spPr>
            <a:xfrm>
              <a:off x="76190"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3" name="Google Shape;653;p42"/>
            <p:cNvGrpSpPr/>
            <p:nvPr/>
          </p:nvGrpSpPr>
          <p:grpSpPr>
            <a:xfrm>
              <a:off x="228600" y="228600"/>
              <a:ext cx="1023557" cy="1199891"/>
              <a:chOff x="112075" y="-185574"/>
              <a:chExt cx="1023557" cy="1199891"/>
            </a:xfrm>
          </p:grpSpPr>
          <p:sp>
            <p:nvSpPr>
              <p:cNvPr id="654" name="Google Shape;654;p42"/>
              <p:cNvSpPr/>
              <p:nvPr/>
            </p:nvSpPr>
            <p:spPr>
              <a:xfrm>
                <a:off x="112075" y="-185574"/>
                <a:ext cx="1023557" cy="437592"/>
              </a:xfrm>
              <a:custGeom>
                <a:avLst/>
                <a:gdLst/>
                <a:ahLst/>
                <a:cxnLst/>
                <a:rect l="l" t="t" r="r" b="b"/>
                <a:pathLst>
                  <a:path w="28277" h="12089" extrusionOk="0">
                    <a:moveTo>
                      <a:pt x="14140" y="1"/>
                    </a:moveTo>
                    <a:lnTo>
                      <a:pt x="0" y="12088"/>
                    </a:lnTo>
                    <a:lnTo>
                      <a:pt x="28277" y="12088"/>
                    </a:lnTo>
                    <a:lnTo>
                      <a:pt x="141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42"/>
              <p:cNvSpPr/>
              <p:nvPr/>
            </p:nvSpPr>
            <p:spPr>
              <a:xfrm>
                <a:off x="112075" y="251967"/>
                <a:ext cx="1023557" cy="651881"/>
              </a:xfrm>
              <a:custGeom>
                <a:avLst/>
                <a:gdLst/>
                <a:ahLst/>
                <a:cxnLst/>
                <a:rect l="l" t="t" r="r" b="b"/>
                <a:pathLst>
                  <a:path w="28277" h="18009" extrusionOk="0">
                    <a:moveTo>
                      <a:pt x="0" y="0"/>
                    </a:moveTo>
                    <a:lnTo>
                      <a:pt x="0" y="18008"/>
                    </a:lnTo>
                    <a:lnTo>
                      <a:pt x="28277" y="18008"/>
                    </a:lnTo>
                    <a:lnTo>
                      <a:pt x="282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42"/>
              <p:cNvSpPr/>
              <p:nvPr/>
            </p:nvSpPr>
            <p:spPr>
              <a:xfrm>
                <a:off x="112075" y="251967"/>
                <a:ext cx="1023557" cy="437628"/>
              </a:xfrm>
              <a:custGeom>
                <a:avLst/>
                <a:gdLst/>
                <a:ahLst/>
                <a:cxnLst/>
                <a:rect l="l" t="t" r="r" b="b"/>
                <a:pathLst>
                  <a:path w="28277" h="12090" extrusionOk="0">
                    <a:moveTo>
                      <a:pt x="0" y="0"/>
                    </a:moveTo>
                    <a:lnTo>
                      <a:pt x="14140" y="12089"/>
                    </a:lnTo>
                    <a:lnTo>
                      <a:pt x="282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42"/>
              <p:cNvSpPr/>
              <p:nvPr/>
            </p:nvSpPr>
            <p:spPr>
              <a:xfrm>
                <a:off x="245386" y="33233"/>
                <a:ext cx="756926" cy="656369"/>
              </a:xfrm>
              <a:custGeom>
                <a:avLst/>
                <a:gdLst/>
                <a:ahLst/>
                <a:cxnLst/>
                <a:rect l="l" t="t" r="r" b="b"/>
                <a:pathLst>
                  <a:path w="20911" h="18133" extrusionOk="0">
                    <a:moveTo>
                      <a:pt x="1" y="1"/>
                    </a:moveTo>
                    <a:lnTo>
                      <a:pt x="1" y="9194"/>
                    </a:lnTo>
                    <a:lnTo>
                      <a:pt x="10457" y="18132"/>
                    </a:lnTo>
                    <a:lnTo>
                      <a:pt x="20910" y="9194"/>
                    </a:lnTo>
                    <a:lnTo>
                      <a:pt x="2091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42"/>
              <p:cNvSpPr/>
              <p:nvPr/>
            </p:nvSpPr>
            <p:spPr>
              <a:xfrm>
                <a:off x="636561" y="450251"/>
                <a:ext cx="499055" cy="453591"/>
              </a:xfrm>
              <a:custGeom>
                <a:avLst/>
                <a:gdLst/>
                <a:ahLst/>
                <a:cxnLst/>
                <a:rect l="l" t="t" r="r" b="b"/>
                <a:pathLst>
                  <a:path w="13787" h="12531" extrusionOk="0">
                    <a:moveTo>
                      <a:pt x="861" y="1"/>
                    </a:moveTo>
                    <a:cubicBezTo>
                      <a:pt x="403" y="1"/>
                      <a:pt x="0" y="582"/>
                      <a:pt x="428" y="976"/>
                    </a:cubicBezTo>
                    <a:cubicBezTo>
                      <a:pt x="4626" y="4829"/>
                      <a:pt x="8828" y="8680"/>
                      <a:pt x="13028" y="12530"/>
                    </a:cubicBezTo>
                    <a:lnTo>
                      <a:pt x="13787" y="12530"/>
                    </a:lnTo>
                    <a:lnTo>
                      <a:pt x="13787" y="11659"/>
                    </a:lnTo>
                    <a:cubicBezTo>
                      <a:pt x="9606" y="7825"/>
                      <a:pt x="5426" y="3993"/>
                      <a:pt x="1247" y="159"/>
                    </a:cubicBezTo>
                    <a:cubicBezTo>
                      <a:pt x="1126" y="48"/>
                      <a:pt x="991" y="1"/>
                      <a:pt x="8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42"/>
              <p:cNvSpPr/>
              <p:nvPr/>
            </p:nvSpPr>
            <p:spPr>
              <a:xfrm>
                <a:off x="112075" y="450251"/>
                <a:ext cx="502566" cy="453627"/>
              </a:xfrm>
              <a:custGeom>
                <a:avLst/>
                <a:gdLst/>
                <a:ahLst/>
                <a:cxnLst/>
                <a:rect l="l" t="t" r="r" b="b"/>
                <a:pathLst>
                  <a:path w="13884" h="12532" extrusionOk="0">
                    <a:moveTo>
                      <a:pt x="13023" y="1"/>
                    </a:moveTo>
                    <a:cubicBezTo>
                      <a:pt x="12893" y="1"/>
                      <a:pt x="12758" y="48"/>
                      <a:pt x="12637" y="159"/>
                    </a:cubicBezTo>
                    <a:lnTo>
                      <a:pt x="0" y="11748"/>
                    </a:lnTo>
                    <a:lnTo>
                      <a:pt x="0" y="12531"/>
                    </a:lnTo>
                    <a:lnTo>
                      <a:pt x="856" y="12531"/>
                    </a:lnTo>
                    <a:cubicBezTo>
                      <a:pt x="5055" y="8680"/>
                      <a:pt x="9256" y="4829"/>
                      <a:pt x="13455" y="977"/>
                    </a:cubicBezTo>
                    <a:cubicBezTo>
                      <a:pt x="13884" y="582"/>
                      <a:pt x="13481" y="1"/>
                      <a:pt x="130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42"/>
              <p:cNvSpPr/>
              <p:nvPr/>
            </p:nvSpPr>
            <p:spPr>
              <a:xfrm>
                <a:off x="415763" y="175195"/>
                <a:ext cx="416199" cy="409502"/>
              </a:xfrm>
              <a:custGeom>
                <a:avLst/>
                <a:gdLst/>
                <a:ahLst/>
                <a:cxnLst/>
                <a:rect l="l" t="t" r="r" b="b"/>
                <a:pathLst>
                  <a:path w="11498" h="11313" extrusionOk="0">
                    <a:moveTo>
                      <a:pt x="6551" y="1486"/>
                    </a:moveTo>
                    <a:cubicBezTo>
                      <a:pt x="8461" y="1486"/>
                      <a:pt x="10014" y="3039"/>
                      <a:pt x="10014" y="4949"/>
                    </a:cubicBezTo>
                    <a:lnTo>
                      <a:pt x="10014" y="6366"/>
                    </a:lnTo>
                    <a:cubicBezTo>
                      <a:pt x="10014" y="8275"/>
                      <a:pt x="8462" y="9828"/>
                      <a:pt x="6551" y="9828"/>
                    </a:cubicBezTo>
                    <a:lnTo>
                      <a:pt x="4946" y="9828"/>
                    </a:lnTo>
                    <a:cubicBezTo>
                      <a:pt x="3038" y="9828"/>
                      <a:pt x="1484" y="8275"/>
                      <a:pt x="1484" y="6366"/>
                    </a:cubicBezTo>
                    <a:lnTo>
                      <a:pt x="1484" y="4949"/>
                    </a:lnTo>
                    <a:cubicBezTo>
                      <a:pt x="1484" y="3039"/>
                      <a:pt x="3038" y="1486"/>
                      <a:pt x="4946" y="1486"/>
                    </a:cubicBezTo>
                    <a:close/>
                    <a:moveTo>
                      <a:pt x="4946" y="1"/>
                    </a:moveTo>
                    <a:cubicBezTo>
                      <a:pt x="2220" y="1"/>
                      <a:pt x="1" y="2220"/>
                      <a:pt x="1" y="4949"/>
                    </a:cubicBezTo>
                    <a:lnTo>
                      <a:pt x="1" y="6366"/>
                    </a:lnTo>
                    <a:cubicBezTo>
                      <a:pt x="1" y="9094"/>
                      <a:pt x="2220" y="11313"/>
                      <a:pt x="4946" y="11313"/>
                    </a:cubicBezTo>
                    <a:lnTo>
                      <a:pt x="6551" y="11313"/>
                    </a:lnTo>
                    <a:cubicBezTo>
                      <a:pt x="9278" y="11313"/>
                      <a:pt x="11498" y="9094"/>
                      <a:pt x="11498" y="6366"/>
                    </a:cubicBezTo>
                    <a:lnTo>
                      <a:pt x="11498" y="4949"/>
                    </a:lnTo>
                    <a:cubicBezTo>
                      <a:pt x="11498" y="2220"/>
                      <a:pt x="9278" y="1"/>
                      <a:pt x="6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42"/>
              <p:cNvSpPr/>
              <p:nvPr/>
            </p:nvSpPr>
            <p:spPr>
              <a:xfrm>
                <a:off x="321797" y="410182"/>
                <a:ext cx="604100" cy="604028"/>
              </a:xfrm>
              <a:custGeom>
                <a:avLst/>
                <a:gdLst/>
                <a:ahLst/>
                <a:cxnLst/>
                <a:rect l="l" t="t" r="r" b="b"/>
                <a:pathLst>
                  <a:path w="16689" h="16687" extrusionOk="0">
                    <a:moveTo>
                      <a:pt x="4853" y="0"/>
                    </a:moveTo>
                    <a:cubicBezTo>
                      <a:pt x="2184" y="0"/>
                      <a:pt x="1" y="2183"/>
                      <a:pt x="1" y="4851"/>
                    </a:cubicBezTo>
                    <a:lnTo>
                      <a:pt x="1" y="11836"/>
                    </a:lnTo>
                    <a:cubicBezTo>
                      <a:pt x="1" y="14504"/>
                      <a:pt x="2183" y="16686"/>
                      <a:pt x="4853" y="16686"/>
                    </a:cubicBezTo>
                    <a:lnTo>
                      <a:pt x="11836" y="16686"/>
                    </a:lnTo>
                    <a:cubicBezTo>
                      <a:pt x="14505" y="16686"/>
                      <a:pt x="16688" y="14504"/>
                      <a:pt x="16688" y="11836"/>
                    </a:cubicBezTo>
                    <a:lnTo>
                      <a:pt x="16688" y="4851"/>
                    </a:lnTo>
                    <a:cubicBezTo>
                      <a:pt x="16688" y="2184"/>
                      <a:pt x="14506" y="0"/>
                      <a:pt x="1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42"/>
              <p:cNvSpPr/>
              <p:nvPr/>
            </p:nvSpPr>
            <p:spPr>
              <a:xfrm>
                <a:off x="359875" y="448152"/>
                <a:ext cx="566057" cy="566165"/>
              </a:xfrm>
              <a:custGeom>
                <a:avLst/>
                <a:gdLst/>
                <a:ahLst/>
                <a:cxnLst/>
                <a:rect l="l" t="t" r="r" b="b"/>
                <a:pathLst>
                  <a:path w="15638" h="15641" extrusionOk="0">
                    <a:moveTo>
                      <a:pt x="13784" y="1"/>
                    </a:moveTo>
                    <a:lnTo>
                      <a:pt x="13784" y="1"/>
                    </a:lnTo>
                    <a:cubicBezTo>
                      <a:pt x="14440" y="829"/>
                      <a:pt x="14833" y="1869"/>
                      <a:pt x="14833" y="3001"/>
                    </a:cubicBezTo>
                    <a:lnTo>
                      <a:pt x="14833" y="9987"/>
                    </a:lnTo>
                    <a:cubicBezTo>
                      <a:pt x="14833" y="12655"/>
                      <a:pt x="12653" y="14839"/>
                      <a:pt x="9983" y="14839"/>
                    </a:cubicBezTo>
                    <a:lnTo>
                      <a:pt x="3001" y="14839"/>
                    </a:lnTo>
                    <a:cubicBezTo>
                      <a:pt x="1869" y="14839"/>
                      <a:pt x="828" y="14444"/>
                      <a:pt x="1" y="13788"/>
                    </a:cubicBezTo>
                    <a:lnTo>
                      <a:pt x="1" y="13788"/>
                    </a:lnTo>
                    <a:cubicBezTo>
                      <a:pt x="891" y="14913"/>
                      <a:pt x="2264" y="15640"/>
                      <a:pt x="3802" y="15640"/>
                    </a:cubicBezTo>
                    <a:lnTo>
                      <a:pt x="10787" y="15640"/>
                    </a:lnTo>
                    <a:cubicBezTo>
                      <a:pt x="13455" y="15640"/>
                      <a:pt x="15637" y="13457"/>
                      <a:pt x="15637" y="10788"/>
                    </a:cubicBezTo>
                    <a:lnTo>
                      <a:pt x="15637" y="3805"/>
                    </a:lnTo>
                    <a:cubicBezTo>
                      <a:pt x="15636" y="2265"/>
                      <a:pt x="14910" y="891"/>
                      <a:pt x="137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42"/>
              <p:cNvSpPr/>
              <p:nvPr/>
            </p:nvSpPr>
            <p:spPr>
              <a:xfrm>
                <a:off x="533184" y="552397"/>
                <a:ext cx="181313" cy="357125"/>
              </a:xfrm>
              <a:custGeom>
                <a:avLst/>
                <a:gdLst/>
                <a:ahLst/>
                <a:cxnLst/>
                <a:rect l="l" t="t" r="r" b="b"/>
                <a:pathLst>
                  <a:path w="5009" h="9866" extrusionOk="0">
                    <a:moveTo>
                      <a:pt x="2506" y="0"/>
                    </a:moveTo>
                    <a:cubicBezTo>
                      <a:pt x="1122" y="0"/>
                      <a:pt x="0" y="1121"/>
                      <a:pt x="0" y="2503"/>
                    </a:cubicBezTo>
                    <a:cubicBezTo>
                      <a:pt x="0" y="3495"/>
                      <a:pt x="583" y="4344"/>
                      <a:pt x="1418" y="4751"/>
                    </a:cubicBezTo>
                    <a:lnTo>
                      <a:pt x="173" y="9441"/>
                    </a:lnTo>
                    <a:cubicBezTo>
                      <a:pt x="125" y="9674"/>
                      <a:pt x="281" y="9866"/>
                      <a:pt x="522" y="9866"/>
                    </a:cubicBezTo>
                    <a:lnTo>
                      <a:pt x="4488" y="9866"/>
                    </a:lnTo>
                    <a:cubicBezTo>
                      <a:pt x="4726" y="9866"/>
                      <a:pt x="4884" y="9674"/>
                      <a:pt x="4836" y="9441"/>
                    </a:cubicBezTo>
                    <a:lnTo>
                      <a:pt x="3591" y="4749"/>
                    </a:lnTo>
                    <a:cubicBezTo>
                      <a:pt x="4426" y="4344"/>
                      <a:pt x="5008" y="3495"/>
                      <a:pt x="5008" y="2503"/>
                    </a:cubicBezTo>
                    <a:cubicBezTo>
                      <a:pt x="5008" y="1121"/>
                      <a:pt x="3889" y="0"/>
                      <a:pt x="25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4" name="Google Shape;664;p42"/>
            <p:cNvSpPr/>
            <p:nvPr/>
          </p:nvSpPr>
          <p:spPr>
            <a:xfrm>
              <a:off x="264421" y="1615874"/>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42"/>
            <p:cNvSpPr/>
            <p:nvPr/>
          </p:nvSpPr>
          <p:spPr>
            <a:xfrm>
              <a:off x="1254225" y="20237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42"/>
            <p:cNvSpPr/>
            <p:nvPr/>
          </p:nvSpPr>
          <p:spPr>
            <a:xfrm>
              <a:off x="76200" y="1428501"/>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7" name="Google Shape;667;p42"/>
          <p:cNvSpPr/>
          <p:nvPr/>
        </p:nvSpPr>
        <p:spPr>
          <a:xfrm>
            <a:off x="1643397" y="2057870"/>
            <a:ext cx="493207" cy="383181"/>
          </a:xfrm>
          <a:custGeom>
            <a:avLst/>
            <a:gdLst/>
            <a:ahLst/>
            <a:cxnLst/>
            <a:rect l="l" t="t" r="r" b="b"/>
            <a:pathLst>
              <a:path w="12665" h="9893" extrusionOk="0">
                <a:moveTo>
                  <a:pt x="8538" y="2458"/>
                </a:moveTo>
                <a:cubicBezTo>
                  <a:pt x="8758" y="2458"/>
                  <a:pt x="8916" y="2678"/>
                  <a:pt x="8916" y="2899"/>
                </a:cubicBezTo>
                <a:lnTo>
                  <a:pt x="8916" y="4569"/>
                </a:lnTo>
                <a:cubicBezTo>
                  <a:pt x="8916" y="4789"/>
                  <a:pt x="8727" y="4978"/>
                  <a:pt x="8538" y="4978"/>
                </a:cubicBezTo>
                <a:cubicBezTo>
                  <a:pt x="8349" y="4978"/>
                  <a:pt x="8128" y="4789"/>
                  <a:pt x="8128" y="4569"/>
                </a:cubicBezTo>
                <a:lnTo>
                  <a:pt x="8128" y="3875"/>
                </a:lnTo>
                <a:lnTo>
                  <a:pt x="6364" y="5671"/>
                </a:lnTo>
                <a:cubicBezTo>
                  <a:pt x="6285" y="5750"/>
                  <a:pt x="6175" y="5789"/>
                  <a:pt x="6065" y="5789"/>
                </a:cubicBezTo>
                <a:cubicBezTo>
                  <a:pt x="5954" y="5789"/>
                  <a:pt x="5844" y="5750"/>
                  <a:pt x="5765" y="5671"/>
                </a:cubicBezTo>
                <a:lnTo>
                  <a:pt x="5230" y="5104"/>
                </a:lnTo>
                <a:lnTo>
                  <a:pt x="3844" y="6490"/>
                </a:lnTo>
                <a:cubicBezTo>
                  <a:pt x="3765" y="6569"/>
                  <a:pt x="3655" y="6608"/>
                  <a:pt x="3544" y="6608"/>
                </a:cubicBezTo>
                <a:cubicBezTo>
                  <a:pt x="3434" y="6608"/>
                  <a:pt x="3324" y="6569"/>
                  <a:pt x="3245" y="6490"/>
                </a:cubicBezTo>
                <a:cubicBezTo>
                  <a:pt x="3087" y="6333"/>
                  <a:pt x="3087" y="6049"/>
                  <a:pt x="3245" y="5892"/>
                </a:cubicBezTo>
                <a:lnTo>
                  <a:pt x="4915" y="4254"/>
                </a:lnTo>
                <a:cubicBezTo>
                  <a:pt x="4994" y="4175"/>
                  <a:pt x="5104" y="4135"/>
                  <a:pt x="5214" y="4135"/>
                </a:cubicBezTo>
                <a:cubicBezTo>
                  <a:pt x="5324" y="4135"/>
                  <a:pt x="5435" y="4175"/>
                  <a:pt x="5513" y="4254"/>
                </a:cubicBezTo>
                <a:lnTo>
                  <a:pt x="6049" y="4789"/>
                </a:lnTo>
                <a:lnTo>
                  <a:pt x="7561" y="3308"/>
                </a:lnTo>
                <a:lnTo>
                  <a:pt x="6868" y="3308"/>
                </a:lnTo>
                <a:cubicBezTo>
                  <a:pt x="6648" y="3308"/>
                  <a:pt x="6490" y="3088"/>
                  <a:pt x="6490" y="2899"/>
                </a:cubicBezTo>
                <a:cubicBezTo>
                  <a:pt x="6490" y="2678"/>
                  <a:pt x="6679" y="2458"/>
                  <a:pt x="6868" y="2458"/>
                </a:cubicBezTo>
                <a:close/>
                <a:moveTo>
                  <a:pt x="11814" y="8255"/>
                </a:moveTo>
                <a:cubicBezTo>
                  <a:pt x="11814" y="8538"/>
                  <a:pt x="11877" y="9105"/>
                  <a:pt x="11405" y="9105"/>
                </a:cubicBezTo>
                <a:lnTo>
                  <a:pt x="1197" y="9105"/>
                </a:lnTo>
                <a:cubicBezTo>
                  <a:pt x="977" y="9105"/>
                  <a:pt x="788" y="8885"/>
                  <a:pt x="788" y="8664"/>
                </a:cubicBezTo>
                <a:lnTo>
                  <a:pt x="788" y="8255"/>
                </a:lnTo>
                <a:close/>
                <a:moveTo>
                  <a:pt x="2048" y="0"/>
                </a:moveTo>
                <a:cubicBezTo>
                  <a:pt x="1355" y="0"/>
                  <a:pt x="819" y="536"/>
                  <a:pt x="819" y="1229"/>
                </a:cubicBezTo>
                <a:lnTo>
                  <a:pt x="819" y="7435"/>
                </a:lnTo>
                <a:lnTo>
                  <a:pt x="410" y="7435"/>
                </a:lnTo>
                <a:cubicBezTo>
                  <a:pt x="189" y="7435"/>
                  <a:pt x="0" y="7625"/>
                  <a:pt x="0" y="7845"/>
                </a:cubicBezTo>
                <a:lnTo>
                  <a:pt x="0" y="8664"/>
                </a:lnTo>
                <a:cubicBezTo>
                  <a:pt x="0" y="9326"/>
                  <a:pt x="536" y="9893"/>
                  <a:pt x="1260" y="9893"/>
                </a:cubicBezTo>
                <a:lnTo>
                  <a:pt x="11436" y="9893"/>
                </a:lnTo>
                <a:cubicBezTo>
                  <a:pt x="12129" y="9893"/>
                  <a:pt x="12665" y="9326"/>
                  <a:pt x="12665" y="8664"/>
                </a:cubicBezTo>
                <a:lnTo>
                  <a:pt x="12665" y="7845"/>
                </a:lnTo>
                <a:cubicBezTo>
                  <a:pt x="12634" y="7593"/>
                  <a:pt x="12444" y="7435"/>
                  <a:pt x="12224" y="7435"/>
                </a:cubicBezTo>
                <a:lnTo>
                  <a:pt x="11814" y="7435"/>
                </a:lnTo>
                <a:lnTo>
                  <a:pt x="11814" y="1229"/>
                </a:lnTo>
                <a:cubicBezTo>
                  <a:pt x="11814" y="536"/>
                  <a:pt x="11247" y="0"/>
                  <a:pt x="105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42"/>
          <p:cNvSpPr/>
          <p:nvPr/>
        </p:nvSpPr>
        <p:spPr>
          <a:xfrm>
            <a:off x="7007393" y="2002861"/>
            <a:ext cx="493214" cy="493199"/>
          </a:xfrm>
          <a:custGeom>
            <a:avLst/>
            <a:gdLst/>
            <a:ahLst/>
            <a:cxnLst/>
            <a:rect l="l" t="t" r="r" b="b"/>
            <a:pathLst>
              <a:path w="12666" h="12677" extrusionOk="0">
                <a:moveTo>
                  <a:pt x="8916" y="1639"/>
                </a:moveTo>
                <a:cubicBezTo>
                  <a:pt x="9137" y="1639"/>
                  <a:pt x="9294" y="1828"/>
                  <a:pt x="9294" y="2048"/>
                </a:cubicBezTo>
                <a:cubicBezTo>
                  <a:pt x="9294" y="2269"/>
                  <a:pt x="9105" y="2458"/>
                  <a:pt x="8916" y="2458"/>
                </a:cubicBezTo>
                <a:lnTo>
                  <a:pt x="3655" y="2458"/>
                </a:lnTo>
                <a:cubicBezTo>
                  <a:pt x="3434" y="2458"/>
                  <a:pt x="3245" y="2269"/>
                  <a:pt x="3245" y="2048"/>
                </a:cubicBezTo>
                <a:cubicBezTo>
                  <a:pt x="3245" y="1796"/>
                  <a:pt x="3434" y="1639"/>
                  <a:pt x="3655" y="1639"/>
                </a:cubicBezTo>
                <a:close/>
                <a:moveTo>
                  <a:pt x="10555" y="3245"/>
                </a:moveTo>
                <a:cubicBezTo>
                  <a:pt x="10807" y="3245"/>
                  <a:pt x="10964" y="3434"/>
                  <a:pt x="10964" y="3686"/>
                </a:cubicBezTo>
                <a:cubicBezTo>
                  <a:pt x="10964" y="3939"/>
                  <a:pt x="10807" y="4128"/>
                  <a:pt x="10555" y="4128"/>
                </a:cubicBezTo>
                <a:lnTo>
                  <a:pt x="2017" y="4128"/>
                </a:lnTo>
                <a:cubicBezTo>
                  <a:pt x="1765" y="4128"/>
                  <a:pt x="1607" y="3939"/>
                  <a:pt x="1607" y="3686"/>
                </a:cubicBezTo>
                <a:cubicBezTo>
                  <a:pt x="1607" y="3434"/>
                  <a:pt x="1828" y="3245"/>
                  <a:pt x="2017" y="3245"/>
                </a:cubicBezTo>
                <a:close/>
                <a:moveTo>
                  <a:pt x="6711" y="5766"/>
                </a:moveTo>
                <a:cubicBezTo>
                  <a:pt x="7593" y="5766"/>
                  <a:pt x="8349" y="6522"/>
                  <a:pt x="8349" y="7436"/>
                </a:cubicBezTo>
                <a:cubicBezTo>
                  <a:pt x="8349" y="8349"/>
                  <a:pt x="7593" y="9074"/>
                  <a:pt x="6711" y="9074"/>
                </a:cubicBezTo>
                <a:cubicBezTo>
                  <a:pt x="5797" y="9074"/>
                  <a:pt x="5041" y="8349"/>
                  <a:pt x="5041" y="7436"/>
                </a:cubicBezTo>
                <a:cubicBezTo>
                  <a:pt x="5041" y="6522"/>
                  <a:pt x="5797" y="5766"/>
                  <a:pt x="6711" y="5766"/>
                </a:cubicBezTo>
                <a:close/>
                <a:moveTo>
                  <a:pt x="2048" y="0"/>
                </a:moveTo>
                <a:cubicBezTo>
                  <a:pt x="1828" y="0"/>
                  <a:pt x="1670" y="189"/>
                  <a:pt x="1670" y="378"/>
                </a:cubicBezTo>
                <a:cubicBezTo>
                  <a:pt x="1670" y="1040"/>
                  <a:pt x="1103" y="1639"/>
                  <a:pt x="410" y="1639"/>
                </a:cubicBezTo>
                <a:cubicBezTo>
                  <a:pt x="158" y="1639"/>
                  <a:pt x="0" y="1828"/>
                  <a:pt x="0" y="2048"/>
                </a:cubicBezTo>
                <a:lnTo>
                  <a:pt x="0" y="6994"/>
                </a:lnTo>
                <a:cubicBezTo>
                  <a:pt x="0" y="7247"/>
                  <a:pt x="189" y="7404"/>
                  <a:pt x="410" y="7404"/>
                </a:cubicBezTo>
                <a:cubicBezTo>
                  <a:pt x="1072" y="7404"/>
                  <a:pt x="1670" y="7940"/>
                  <a:pt x="1670" y="8601"/>
                </a:cubicBezTo>
                <a:cubicBezTo>
                  <a:pt x="1670" y="8853"/>
                  <a:pt x="1859" y="9042"/>
                  <a:pt x="2048" y="9042"/>
                </a:cubicBezTo>
                <a:lnTo>
                  <a:pt x="4884" y="9042"/>
                </a:lnTo>
                <a:lnTo>
                  <a:pt x="5073" y="9231"/>
                </a:lnTo>
                <a:lnTo>
                  <a:pt x="5073" y="12224"/>
                </a:lnTo>
                <a:cubicBezTo>
                  <a:pt x="5073" y="12468"/>
                  <a:pt x="5298" y="12654"/>
                  <a:pt x="5517" y="12654"/>
                </a:cubicBezTo>
                <a:cubicBezTo>
                  <a:pt x="5581" y="12654"/>
                  <a:pt x="5645" y="12638"/>
                  <a:pt x="5703" y="12602"/>
                </a:cubicBezTo>
                <a:lnTo>
                  <a:pt x="6743" y="11909"/>
                </a:lnTo>
                <a:lnTo>
                  <a:pt x="7782" y="12602"/>
                </a:lnTo>
                <a:cubicBezTo>
                  <a:pt x="7850" y="12653"/>
                  <a:pt x="7926" y="12676"/>
                  <a:pt x="8002" y="12676"/>
                </a:cubicBezTo>
                <a:cubicBezTo>
                  <a:pt x="8210" y="12676"/>
                  <a:pt x="8412" y="12501"/>
                  <a:pt x="8412" y="12224"/>
                </a:cubicBezTo>
                <a:lnTo>
                  <a:pt x="8412" y="9231"/>
                </a:lnTo>
                <a:lnTo>
                  <a:pt x="8601" y="9042"/>
                </a:lnTo>
                <a:lnTo>
                  <a:pt x="10618" y="9042"/>
                </a:lnTo>
                <a:cubicBezTo>
                  <a:pt x="10838" y="9042"/>
                  <a:pt x="10996" y="8853"/>
                  <a:pt x="10996" y="8601"/>
                </a:cubicBezTo>
                <a:cubicBezTo>
                  <a:pt x="10996" y="7940"/>
                  <a:pt x="11563" y="7404"/>
                  <a:pt x="12224" y="7404"/>
                </a:cubicBezTo>
                <a:cubicBezTo>
                  <a:pt x="12445" y="7404"/>
                  <a:pt x="12665" y="7184"/>
                  <a:pt x="12665" y="6994"/>
                </a:cubicBezTo>
                <a:lnTo>
                  <a:pt x="12665" y="2048"/>
                </a:lnTo>
                <a:cubicBezTo>
                  <a:pt x="12602" y="1796"/>
                  <a:pt x="12445" y="1639"/>
                  <a:pt x="12224" y="1639"/>
                </a:cubicBezTo>
                <a:cubicBezTo>
                  <a:pt x="11531" y="1639"/>
                  <a:pt x="10996" y="1103"/>
                  <a:pt x="10996" y="378"/>
                </a:cubicBezTo>
                <a:cubicBezTo>
                  <a:pt x="10996" y="158"/>
                  <a:pt x="10807" y="0"/>
                  <a:pt x="105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9" name="Google Shape;669;p42"/>
          <p:cNvGrpSpPr/>
          <p:nvPr/>
        </p:nvGrpSpPr>
        <p:grpSpPr>
          <a:xfrm>
            <a:off x="4325403" y="2006657"/>
            <a:ext cx="493193" cy="485608"/>
            <a:chOff x="3133425" y="3955025"/>
            <a:chExt cx="297750" cy="295400"/>
          </a:xfrm>
        </p:grpSpPr>
        <p:sp>
          <p:nvSpPr>
            <p:cNvPr id="670" name="Google Shape;670;p42"/>
            <p:cNvSpPr/>
            <p:nvPr/>
          </p:nvSpPr>
          <p:spPr>
            <a:xfrm>
              <a:off x="3133425" y="4058225"/>
              <a:ext cx="297750" cy="192200"/>
            </a:xfrm>
            <a:custGeom>
              <a:avLst/>
              <a:gdLst/>
              <a:ahLst/>
              <a:cxnLst/>
              <a:rect l="l" t="t" r="r" b="b"/>
              <a:pathLst>
                <a:path w="11910" h="7688" extrusionOk="0">
                  <a:moveTo>
                    <a:pt x="5923" y="0"/>
                  </a:moveTo>
                  <a:cubicBezTo>
                    <a:pt x="5325" y="0"/>
                    <a:pt x="4821" y="347"/>
                    <a:pt x="4631" y="914"/>
                  </a:cubicBezTo>
                  <a:cubicBezTo>
                    <a:pt x="4505" y="1166"/>
                    <a:pt x="4505" y="1449"/>
                    <a:pt x="4568" y="1764"/>
                  </a:cubicBezTo>
                  <a:cubicBezTo>
                    <a:pt x="4884" y="1922"/>
                    <a:pt x="5199" y="2016"/>
                    <a:pt x="5577" y="2048"/>
                  </a:cubicBezTo>
                  <a:lnTo>
                    <a:pt x="5577" y="2741"/>
                  </a:lnTo>
                  <a:lnTo>
                    <a:pt x="2458" y="2741"/>
                  </a:lnTo>
                  <a:cubicBezTo>
                    <a:pt x="1859" y="2741"/>
                    <a:pt x="1418" y="3214"/>
                    <a:pt x="1418" y="3781"/>
                  </a:cubicBezTo>
                  <a:lnTo>
                    <a:pt x="1418" y="4190"/>
                  </a:lnTo>
                  <a:cubicBezTo>
                    <a:pt x="630" y="4316"/>
                    <a:pt x="0" y="5041"/>
                    <a:pt x="0" y="5891"/>
                  </a:cubicBezTo>
                  <a:cubicBezTo>
                    <a:pt x="0" y="6837"/>
                    <a:pt x="788" y="7687"/>
                    <a:pt x="1765" y="7687"/>
                  </a:cubicBezTo>
                  <a:cubicBezTo>
                    <a:pt x="2710" y="7687"/>
                    <a:pt x="3497" y="6900"/>
                    <a:pt x="3497" y="5891"/>
                  </a:cubicBezTo>
                  <a:cubicBezTo>
                    <a:pt x="3497" y="5072"/>
                    <a:pt x="2930" y="4316"/>
                    <a:pt x="2143" y="4190"/>
                  </a:cubicBezTo>
                  <a:lnTo>
                    <a:pt x="2143" y="3781"/>
                  </a:lnTo>
                  <a:cubicBezTo>
                    <a:pt x="2143" y="3592"/>
                    <a:pt x="2300" y="3434"/>
                    <a:pt x="2489" y="3434"/>
                  </a:cubicBezTo>
                  <a:lnTo>
                    <a:pt x="5608" y="3434"/>
                  </a:lnTo>
                  <a:lnTo>
                    <a:pt x="5608" y="4127"/>
                  </a:lnTo>
                  <a:cubicBezTo>
                    <a:pt x="4821" y="4285"/>
                    <a:pt x="4222" y="5009"/>
                    <a:pt x="4222" y="5860"/>
                  </a:cubicBezTo>
                  <a:cubicBezTo>
                    <a:pt x="4222" y="6805"/>
                    <a:pt x="5010" y="7656"/>
                    <a:pt x="5955" y="7656"/>
                  </a:cubicBezTo>
                  <a:cubicBezTo>
                    <a:pt x="6900" y="7656"/>
                    <a:pt x="7687" y="6868"/>
                    <a:pt x="7687" y="5860"/>
                  </a:cubicBezTo>
                  <a:cubicBezTo>
                    <a:pt x="7687" y="5041"/>
                    <a:pt x="7089" y="4285"/>
                    <a:pt x="6301" y="4127"/>
                  </a:cubicBezTo>
                  <a:lnTo>
                    <a:pt x="6301" y="3434"/>
                  </a:lnTo>
                  <a:lnTo>
                    <a:pt x="9452" y="3434"/>
                  </a:lnTo>
                  <a:cubicBezTo>
                    <a:pt x="9641" y="3434"/>
                    <a:pt x="9798" y="3592"/>
                    <a:pt x="9798" y="3781"/>
                  </a:cubicBezTo>
                  <a:lnTo>
                    <a:pt x="9798" y="4190"/>
                  </a:lnTo>
                  <a:cubicBezTo>
                    <a:pt x="9011" y="4316"/>
                    <a:pt x="8444" y="5041"/>
                    <a:pt x="8444" y="5891"/>
                  </a:cubicBezTo>
                  <a:cubicBezTo>
                    <a:pt x="8444" y="6837"/>
                    <a:pt x="9231" y="7687"/>
                    <a:pt x="10176" y="7687"/>
                  </a:cubicBezTo>
                  <a:cubicBezTo>
                    <a:pt x="11121" y="7687"/>
                    <a:pt x="11909" y="6900"/>
                    <a:pt x="11909" y="5891"/>
                  </a:cubicBezTo>
                  <a:cubicBezTo>
                    <a:pt x="11783" y="5135"/>
                    <a:pt x="11185" y="4379"/>
                    <a:pt x="10397" y="4222"/>
                  </a:cubicBezTo>
                  <a:lnTo>
                    <a:pt x="10397" y="3812"/>
                  </a:lnTo>
                  <a:cubicBezTo>
                    <a:pt x="10397" y="3245"/>
                    <a:pt x="9924" y="2804"/>
                    <a:pt x="9389" y="2804"/>
                  </a:cubicBezTo>
                  <a:lnTo>
                    <a:pt x="6238" y="2804"/>
                  </a:lnTo>
                  <a:lnTo>
                    <a:pt x="6238" y="2079"/>
                  </a:lnTo>
                  <a:cubicBezTo>
                    <a:pt x="6585" y="2048"/>
                    <a:pt x="6900" y="1922"/>
                    <a:pt x="7215" y="1827"/>
                  </a:cubicBezTo>
                  <a:cubicBezTo>
                    <a:pt x="7341" y="1418"/>
                    <a:pt x="7246" y="977"/>
                    <a:pt x="7057" y="630"/>
                  </a:cubicBezTo>
                  <a:cubicBezTo>
                    <a:pt x="6774" y="221"/>
                    <a:pt x="6396" y="0"/>
                    <a:pt x="592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42"/>
            <p:cNvSpPr/>
            <p:nvPr/>
          </p:nvSpPr>
          <p:spPr>
            <a:xfrm>
              <a:off x="3263375" y="4007025"/>
              <a:ext cx="35475" cy="35450"/>
            </a:xfrm>
            <a:custGeom>
              <a:avLst/>
              <a:gdLst/>
              <a:ahLst/>
              <a:cxnLst/>
              <a:rect l="l" t="t" r="r" b="b"/>
              <a:pathLst>
                <a:path w="1419" h="1418" extrusionOk="0">
                  <a:moveTo>
                    <a:pt x="725" y="0"/>
                  </a:moveTo>
                  <a:cubicBezTo>
                    <a:pt x="284" y="0"/>
                    <a:pt x="1" y="315"/>
                    <a:pt x="1" y="725"/>
                  </a:cubicBezTo>
                  <a:cubicBezTo>
                    <a:pt x="1" y="1103"/>
                    <a:pt x="316" y="1418"/>
                    <a:pt x="725" y="1418"/>
                  </a:cubicBezTo>
                  <a:cubicBezTo>
                    <a:pt x="1103" y="1418"/>
                    <a:pt x="1418" y="1103"/>
                    <a:pt x="1418" y="725"/>
                  </a:cubicBezTo>
                  <a:cubicBezTo>
                    <a:pt x="1418" y="315"/>
                    <a:pt x="1103" y="0"/>
                    <a:pt x="7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42"/>
            <p:cNvSpPr/>
            <p:nvPr/>
          </p:nvSpPr>
          <p:spPr>
            <a:xfrm>
              <a:off x="3203525" y="3955025"/>
              <a:ext cx="155175" cy="135500"/>
            </a:xfrm>
            <a:custGeom>
              <a:avLst/>
              <a:gdLst/>
              <a:ahLst/>
              <a:cxnLst/>
              <a:rect l="l" t="t" r="r" b="b"/>
              <a:pathLst>
                <a:path w="6207" h="5420" extrusionOk="0">
                  <a:moveTo>
                    <a:pt x="3119" y="1"/>
                  </a:moveTo>
                  <a:cubicBezTo>
                    <a:pt x="1386" y="1"/>
                    <a:pt x="0" y="1387"/>
                    <a:pt x="0" y="3120"/>
                  </a:cubicBezTo>
                  <a:cubicBezTo>
                    <a:pt x="0" y="4002"/>
                    <a:pt x="410" y="4853"/>
                    <a:pt x="1071" y="5420"/>
                  </a:cubicBezTo>
                  <a:cubicBezTo>
                    <a:pt x="1071" y="5231"/>
                    <a:pt x="1103" y="5042"/>
                    <a:pt x="1197" y="4853"/>
                  </a:cubicBezTo>
                  <a:cubicBezTo>
                    <a:pt x="1323" y="4380"/>
                    <a:pt x="1701" y="3971"/>
                    <a:pt x="2111" y="3750"/>
                  </a:cubicBezTo>
                  <a:cubicBezTo>
                    <a:pt x="1890" y="3498"/>
                    <a:pt x="1733" y="3151"/>
                    <a:pt x="1733" y="2805"/>
                  </a:cubicBezTo>
                  <a:cubicBezTo>
                    <a:pt x="1733" y="2049"/>
                    <a:pt x="2363" y="1419"/>
                    <a:pt x="3119" y="1419"/>
                  </a:cubicBezTo>
                  <a:cubicBezTo>
                    <a:pt x="3844" y="1419"/>
                    <a:pt x="4474" y="2049"/>
                    <a:pt x="4474" y="2805"/>
                  </a:cubicBezTo>
                  <a:cubicBezTo>
                    <a:pt x="4474" y="3151"/>
                    <a:pt x="4348" y="3498"/>
                    <a:pt x="4096" y="3750"/>
                  </a:cubicBezTo>
                  <a:cubicBezTo>
                    <a:pt x="4379" y="3876"/>
                    <a:pt x="4600" y="4097"/>
                    <a:pt x="4789" y="4380"/>
                  </a:cubicBezTo>
                  <a:cubicBezTo>
                    <a:pt x="5009" y="4695"/>
                    <a:pt x="5135" y="5042"/>
                    <a:pt x="5167" y="5420"/>
                  </a:cubicBezTo>
                  <a:cubicBezTo>
                    <a:pt x="5797" y="4853"/>
                    <a:pt x="6207" y="4065"/>
                    <a:pt x="6207" y="3120"/>
                  </a:cubicBezTo>
                  <a:cubicBezTo>
                    <a:pt x="6207" y="1387"/>
                    <a:pt x="4852" y="1"/>
                    <a:pt x="311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3" name="Google Shape;673;p42"/>
          <p:cNvGrpSpPr/>
          <p:nvPr/>
        </p:nvGrpSpPr>
        <p:grpSpPr>
          <a:xfrm>
            <a:off x="7133528" y="76211"/>
            <a:ext cx="1934291" cy="1739805"/>
            <a:chOff x="7133528" y="76211"/>
            <a:chExt cx="1934291" cy="1739805"/>
          </a:xfrm>
        </p:grpSpPr>
        <p:sp>
          <p:nvSpPr>
            <p:cNvPr id="674" name="Google Shape;674;p42"/>
            <p:cNvSpPr/>
            <p:nvPr/>
          </p:nvSpPr>
          <p:spPr>
            <a:xfrm flipH="1">
              <a:off x="8374848"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5" name="Google Shape;675;p42"/>
            <p:cNvGrpSpPr/>
            <p:nvPr/>
          </p:nvGrpSpPr>
          <p:grpSpPr>
            <a:xfrm>
              <a:off x="7370564" y="228600"/>
              <a:ext cx="1322552" cy="1020264"/>
              <a:chOff x="7370564" y="228600"/>
              <a:chExt cx="1322552" cy="1020264"/>
            </a:xfrm>
          </p:grpSpPr>
          <p:sp>
            <p:nvSpPr>
              <p:cNvPr id="676" name="Google Shape;676;p42"/>
              <p:cNvSpPr/>
              <p:nvPr/>
            </p:nvSpPr>
            <p:spPr>
              <a:xfrm>
                <a:off x="7667868" y="370056"/>
                <a:ext cx="1025248" cy="781312"/>
              </a:xfrm>
              <a:custGeom>
                <a:avLst/>
                <a:gdLst/>
                <a:ahLst/>
                <a:cxnLst/>
                <a:rect l="l" t="t" r="r" b="b"/>
                <a:pathLst>
                  <a:path w="18308" h="13952" extrusionOk="0">
                    <a:moveTo>
                      <a:pt x="1051" y="1"/>
                    </a:moveTo>
                    <a:cubicBezTo>
                      <a:pt x="443" y="1"/>
                      <a:pt x="1" y="495"/>
                      <a:pt x="70" y="1099"/>
                    </a:cubicBezTo>
                    <a:lnTo>
                      <a:pt x="1401" y="12852"/>
                    </a:lnTo>
                    <a:cubicBezTo>
                      <a:pt x="1470" y="13457"/>
                      <a:pt x="2024" y="13952"/>
                      <a:pt x="2632" y="13952"/>
                    </a:cubicBezTo>
                    <a:lnTo>
                      <a:pt x="15688" y="13952"/>
                    </a:lnTo>
                    <a:cubicBezTo>
                      <a:pt x="16296" y="13952"/>
                      <a:pt x="16860" y="13458"/>
                      <a:pt x="16942" y="12855"/>
                    </a:cubicBezTo>
                    <a:lnTo>
                      <a:pt x="18228" y="3289"/>
                    </a:lnTo>
                    <a:cubicBezTo>
                      <a:pt x="18308" y="2686"/>
                      <a:pt x="17877" y="2193"/>
                      <a:pt x="17268" y="2193"/>
                    </a:cubicBezTo>
                    <a:lnTo>
                      <a:pt x="10627" y="2193"/>
                    </a:lnTo>
                    <a:lnTo>
                      <a:pt x="10627" y="2194"/>
                    </a:lnTo>
                    <a:cubicBezTo>
                      <a:pt x="10019" y="2194"/>
                      <a:pt x="9520" y="1701"/>
                      <a:pt x="9520" y="1097"/>
                    </a:cubicBezTo>
                    <a:cubicBezTo>
                      <a:pt x="9520" y="494"/>
                      <a:pt x="9023" y="1"/>
                      <a:pt x="84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42"/>
              <p:cNvSpPr/>
              <p:nvPr/>
            </p:nvSpPr>
            <p:spPr>
              <a:xfrm>
                <a:off x="7769004" y="427904"/>
                <a:ext cx="822472" cy="782096"/>
              </a:xfrm>
              <a:custGeom>
                <a:avLst/>
                <a:gdLst/>
                <a:ahLst/>
                <a:cxnLst/>
                <a:rect l="l" t="t" r="r" b="b"/>
                <a:pathLst>
                  <a:path w="14687" h="13966" extrusionOk="0">
                    <a:moveTo>
                      <a:pt x="0" y="0"/>
                    </a:moveTo>
                    <a:lnTo>
                      <a:pt x="0" y="13965"/>
                    </a:lnTo>
                    <a:lnTo>
                      <a:pt x="14686" y="13965"/>
                    </a:lnTo>
                    <a:lnTo>
                      <a:pt x="1468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42"/>
              <p:cNvSpPr/>
              <p:nvPr/>
            </p:nvSpPr>
            <p:spPr>
              <a:xfrm>
                <a:off x="7667868" y="467440"/>
                <a:ext cx="1025248" cy="781368"/>
              </a:xfrm>
              <a:custGeom>
                <a:avLst/>
                <a:gdLst/>
                <a:ahLst/>
                <a:cxnLst/>
                <a:rect l="l" t="t" r="r" b="b"/>
                <a:pathLst>
                  <a:path w="18308" h="13953" extrusionOk="0">
                    <a:moveTo>
                      <a:pt x="1051" y="0"/>
                    </a:moveTo>
                    <a:cubicBezTo>
                      <a:pt x="443" y="0"/>
                      <a:pt x="1" y="495"/>
                      <a:pt x="70" y="1099"/>
                    </a:cubicBezTo>
                    <a:lnTo>
                      <a:pt x="1401" y="12852"/>
                    </a:lnTo>
                    <a:cubicBezTo>
                      <a:pt x="1470" y="13458"/>
                      <a:pt x="2024" y="13953"/>
                      <a:pt x="2632" y="13953"/>
                    </a:cubicBezTo>
                    <a:lnTo>
                      <a:pt x="15688" y="13953"/>
                    </a:lnTo>
                    <a:cubicBezTo>
                      <a:pt x="16296" y="13953"/>
                      <a:pt x="16860" y="13459"/>
                      <a:pt x="16942" y="12856"/>
                    </a:cubicBezTo>
                    <a:lnTo>
                      <a:pt x="18228" y="3289"/>
                    </a:lnTo>
                    <a:cubicBezTo>
                      <a:pt x="18308" y="2686"/>
                      <a:pt x="17877" y="2192"/>
                      <a:pt x="17268" y="2192"/>
                    </a:cubicBezTo>
                    <a:lnTo>
                      <a:pt x="10627" y="2192"/>
                    </a:lnTo>
                    <a:lnTo>
                      <a:pt x="10627" y="2195"/>
                    </a:lnTo>
                    <a:cubicBezTo>
                      <a:pt x="10019" y="2195"/>
                      <a:pt x="9520" y="1700"/>
                      <a:pt x="9520" y="1097"/>
                    </a:cubicBezTo>
                    <a:cubicBezTo>
                      <a:pt x="9520" y="493"/>
                      <a:pt x="9023" y="0"/>
                      <a:pt x="841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2"/>
              <p:cNvSpPr/>
              <p:nvPr/>
            </p:nvSpPr>
            <p:spPr>
              <a:xfrm>
                <a:off x="8513860" y="590304"/>
                <a:ext cx="179200" cy="658560"/>
              </a:xfrm>
              <a:custGeom>
                <a:avLst/>
                <a:gdLst/>
                <a:ahLst/>
                <a:cxnLst/>
                <a:rect l="l" t="t" r="r" b="b"/>
                <a:pathLst>
                  <a:path w="3200" h="11760" extrusionOk="0">
                    <a:moveTo>
                      <a:pt x="1580" y="1"/>
                    </a:moveTo>
                    <a:cubicBezTo>
                      <a:pt x="2189" y="1"/>
                      <a:pt x="2622" y="494"/>
                      <a:pt x="2540" y="1098"/>
                    </a:cubicBezTo>
                    <a:lnTo>
                      <a:pt x="1253" y="10663"/>
                    </a:lnTo>
                    <a:cubicBezTo>
                      <a:pt x="1173" y="11265"/>
                      <a:pt x="609" y="11760"/>
                      <a:pt x="0" y="11760"/>
                    </a:cubicBezTo>
                    <a:lnTo>
                      <a:pt x="580" y="11760"/>
                    </a:lnTo>
                    <a:cubicBezTo>
                      <a:pt x="1188" y="11760"/>
                      <a:pt x="1752" y="11267"/>
                      <a:pt x="1834" y="10663"/>
                    </a:cubicBezTo>
                    <a:lnTo>
                      <a:pt x="3120" y="1098"/>
                    </a:lnTo>
                    <a:cubicBezTo>
                      <a:pt x="3200" y="494"/>
                      <a:pt x="2769"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42"/>
              <p:cNvSpPr/>
              <p:nvPr/>
            </p:nvSpPr>
            <p:spPr>
              <a:xfrm>
                <a:off x="8106684" y="467496"/>
                <a:ext cx="156464" cy="122976"/>
              </a:xfrm>
              <a:custGeom>
                <a:avLst/>
                <a:gdLst/>
                <a:ahLst/>
                <a:cxnLst/>
                <a:rect l="l" t="t" r="r" b="b"/>
                <a:pathLst>
                  <a:path w="2794" h="2196" extrusionOk="0">
                    <a:moveTo>
                      <a:pt x="3" y="0"/>
                    </a:moveTo>
                    <a:cubicBezTo>
                      <a:pt x="2" y="0"/>
                      <a:pt x="1" y="0"/>
                      <a:pt x="1" y="0"/>
                    </a:cubicBezTo>
                    <a:lnTo>
                      <a:pt x="5" y="0"/>
                    </a:lnTo>
                    <a:cubicBezTo>
                      <a:pt x="5" y="0"/>
                      <a:pt x="4" y="0"/>
                      <a:pt x="3" y="0"/>
                    </a:cubicBezTo>
                    <a:close/>
                    <a:moveTo>
                      <a:pt x="5" y="0"/>
                    </a:moveTo>
                    <a:lnTo>
                      <a:pt x="5" y="0"/>
                    </a:lnTo>
                    <a:cubicBezTo>
                      <a:pt x="609" y="2"/>
                      <a:pt x="1106" y="495"/>
                      <a:pt x="1106" y="1098"/>
                    </a:cubicBezTo>
                    <a:cubicBezTo>
                      <a:pt x="1106" y="1702"/>
                      <a:pt x="1605" y="2195"/>
                      <a:pt x="2213" y="2195"/>
                    </a:cubicBezTo>
                    <a:lnTo>
                      <a:pt x="2794" y="2195"/>
                    </a:lnTo>
                    <a:cubicBezTo>
                      <a:pt x="2185" y="2195"/>
                      <a:pt x="1687" y="1702"/>
                      <a:pt x="1687" y="1098"/>
                    </a:cubicBezTo>
                    <a:cubicBezTo>
                      <a:pt x="1687" y="494"/>
                      <a:pt x="1188" y="0"/>
                      <a:pt x="58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42"/>
              <p:cNvSpPr/>
              <p:nvPr/>
            </p:nvSpPr>
            <p:spPr>
              <a:xfrm>
                <a:off x="7370564" y="228600"/>
                <a:ext cx="667296" cy="579544"/>
              </a:xfrm>
              <a:custGeom>
                <a:avLst/>
                <a:gdLst/>
                <a:ahLst/>
                <a:cxnLst/>
                <a:rect l="l" t="t" r="r" b="b"/>
                <a:pathLst>
                  <a:path w="11916" h="10349" extrusionOk="0">
                    <a:moveTo>
                      <a:pt x="5958" y="0"/>
                    </a:moveTo>
                    <a:cubicBezTo>
                      <a:pt x="5535" y="337"/>
                      <a:pt x="3949" y="1480"/>
                      <a:pt x="1957" y="1514"/>
                    </a:cubicBezTo>
                    <a:cubicBezTo>
                      <a:pt x="1957" y="1514"/>
                      <a:pt x="0" y="8160"/>
                      <a:pt x="5958" y="10348"/>
                    </a:cubicBezTo>
                    <a:cubicBezTo>
                      <a:pt x="11916" y="8160"/>
                      <a:pt x="9958" y="1514"/>
                      <a:pt x="9958" y="1514"/>
                    </a:cubicBezTo>
                    <a:cubicBezTo>
                      <a:pt x="7966" y="1482"/>
                      <a:pt x="6381" y="337"/>
                      <a:pt x="59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42"/>
              <p:cNvSpPr/>
              <p:nvPr/>
            </p:nvSpPr>
            <p:spPr>
              <a:xfrm>
                <a:off x="7581740" y="405056"/>
                <a:ext cx="258888" cy="203112"/>
              </a:xfrm>
              <a:custGeom>
                <a:avLst/>
                <a:gdLst/>
                <a:ahLst/>
                <a:cxnLst/>
                <a:rect l="l" t="t" r="r" b="b"/>
                <a:pathLst>
                  <a:path w="4623" h="3627" extrusionOk="0">
                    <a:moveTo>
                      <a:pt x="4111" y="1"/>
                    </a:moveTo>
                    <a:lnTo>
                      <a:pt x="1740" y="2717"/>
                    </a:lnTo>
                    <a:lnTo>
                      <a:pt x="395" y="1759"/>
                    </a:lnTo>
                    <a:lnTo>
                      <a:pt x="0" y="2310"/>
                    </a:lnTo>
                    <a:lnTo>
                      <a:pt x="1845" y="3627"/>
                    </a:lnTo>
                    <a:lnTo>
                      <a:pt x="4623" y="448"/>
                    </a:lnTo>
                    <a:lnTo>
                      <a:pt x="411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42"/>
              <p:cNvSpPr/>
              <p:nvPr/>
            </p:nvSpPr>
            <p:spPr>
              <a:xfrm>
                <a:off x="7615844" y="308512"/>
                <a:ext cx="422016" cy="499632"/>
              </a:xfrm>
              <a:custGeom>
                <a:avLst/>
                <a:gdLst/>
                <a:ahLst/>
                <a:cxnLst/>
                <a:rect l="l" t="t" r="r" b="b"/>
                <a:pathLst>
                  <a:path w="7536" h="8922" extrusionOk="0">
                    <a:moveTo>
                      <a:pt x="4694" y="0"/>
                    </a:moveTo>
                    <a:cubicBezTo>
                      <a:pt x="4798" y="2523"/>
                      <a:pt x="4170" y="6286"/>
                      <a:pt x="1" y="8130"/>
                    </a:cubicBezTo>
                    <a:cubicBezTo>
                      <a:pt x="453" y="8431"/>
                      <a:pt x="973" y="8700"/>
                      <a:pt x="1577" y="8921"/>
                    </a:cubicBezTo>
                    <a:cubicBezTo>
                      <a:pt x="7536" y="6733"/>
                      <a:pt x="5578" y="87"/>
                      <a:pt x="5578" y="87"/>
                    </a:cubicBezTo>
                    <a:cubicBezTo>
                      <a:pt x="5274" y="82"/>
                      <a:pt x="4977" y="50"/>
                      <a:pt x="46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42"/>
              <p:cNvSpPr/>
              <p:nvPr/>
            </p:nvSpPr>
            <p:spPr>
              <a:xfrm>
                <a:off x="7456852" y="1020832"/>
                <a:ext cx="632912" cy="135800"/>
              </a:xfrm>
              <a:custGeom>
                <a:avLst/>
                <a:gdLst/>
                <a:ahLst/>
                <a:cxnLst/>
                <a:rect l="l" t="t" r="r" b="b"/>
                <a:pathLst>
                  <a:path w="11302" h="2425" extrusionOk="0">
                    <a:moveTo>
                      <a:pt x="1632" y="0"/>
                    </a:moveTo>
                    <a:cubicBezTo>
                      <a:pt x="736" y="0"/>
                      <a:pt x="0" y="545"/>
                      <a:pt x="0" y="1212"/>
                    </a:cubicBezTo>
                    <a:cubicBezTo>
                      <a:pt x="0" y="1878"/>
                      <a:pt x="734" y="2424"/>
                      <a:pt x="1632" y="2424"/>
                    </a:cubicBezTo>
                    <a:lnTo>
                      <a:pt x="9671" y="2424"/>
                    </a:lnTo>
                    <a:cubicBezTo>
                      <a:pt x="10569" y="2424"/>
                      <a:pt x="11302" y="1878"/>
                      <a:pt x="11302" y="1212"/>
                    </a:cubicBezTo>
                    <a:cubicBezTo>
                      <a:pt x="11302" y="545"/>
                      <a:pt x="10569" y="0"/>
                      <a:pt x="96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42"/>
              <p:cNvSpPr/>
              <p:nvPr/>
            </p:nvSpPr>
            <p:spPr>
              <a:xfrm>
                <a:off x="7520357" y="1057176"/>
                <a:ext cx="68824" cy="70784"/>
              </a:xfrm>
              <a:custGeom>
                <a:avLst/>
                <a:gdLst/>
                <a:ahLst/>
                <a:cxnLst/>
                <a:rect l="l" t="t" r="r" b="b"/>
                <a:pathLst>
                  <a:path w="1229" h="1264" extrusionOk="0">
                    <a:moveTo>
                      <a:pt x="513" y="1"/>
                    </a:moveTo>
                    <a:lnTo>
                      <a:pt x="516" y="457"/>
                    </a:lnTo>
                    <a:lnTo>
                      <a:pt x="106" y="217"/>
                    </a:lnTo>
                    <a:lnTo>
                      <a:pt x="0" y="406"/>
                    </a:lnTo>
                    <a:lnTo>
                      <a:pt x="405" y="630"/>
                    </a:lnTo>
                    <a:lnTo>
                      <a:pt x="0" y="857"/>
                    </a:lnTo>
                    <a:lnTo>
                      <a:pt x="106" y="1044"/>
                    </a:lnTo>
                    <a:lnTo>
                      <a:pt x="516" y="803"/>
                    </a:lnTo>
                    <a:lnTo>
                      <a:pt x="513" y="1264"/>
                    </a:lnTo>
                    <a:lnTo>
                      <a:pt x="716" y="1264"/>
                    </a:lnTo>
                    <a:lnTo>
                      <a:pt x="712" y="803"/>
                    </a:lnTo>
                    <a:lnTo>
                      <a:pt x="1122" y="1044"/>
                    </a:lnTo>
                    <a:lnTo>
                      <a:pt x="1229" y="857"/>
                    </a:lnTo>
                    <a:lnTo>
                      <a:pt x="825" y="630"/>
                    </a:lnTo>
                    <a:lnTo>
                      <a:pt x="1229" y="406"/>
                    </a:lnTo>
                    <a:lnTo>
                      <a:pt x="1122" y="217"/>
                    </a:lnTo>
                    <a:lnTo>
                      <a:pt x="712" y="457"/>
                    </a:lnTo>
                    <a:lnTo>
                      <a:pt x="7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42"/>
              <p:cNvSpPr/>
              <p:nvPr/>
            </p:nvSpPr>
            <p:spPr>
              <a:xfrm>
                <a:off x="7633421" y="1057176"/>
                <a:ext cx="68768" cy="70784"/>
              </a:xfrm>
              <a:custGeom>
                <a:avLst/>
                <a:gdLst/>
                <a:ahLst/>
                <a:cxnLst/>
                <a:rect l="l" t="t" r="r" b="b"/>
                <a:pathLst>
                  <a:path w="1228" h="1264" extrusionOk="0">
                    <a:moveTo>
                      <a:pt x="513" y="1"/>
                    </a:moveTo>
                    <a:lnTo>
                      <a:pt x="517" y="457"/>
                    </a:lnTo>
                    <a:lnTo>
                      <a:pt x="107" y="217"/>
                    </a:lnTo>
                    <a:lnTo>
                      <a:pt x="0" y="406"/>
                    </a:lnTo>
                    <a:lnTo>
                      <a:pt x="406" y="630"/>
                    </a:lnTo>
                    <a:lnTo>
                      <a:pt x="0" y="857"/>
                    </a:lnTo>
                    <a:lnTo>
                      <a:pt x="107" y="1044"/>
                    </a:lnTo>
                    <a:lnTo>
                      <a:pt x="517" y="803"/>
                    </a:lnTo>
                    <a:lnTo>
                      <a:pt x="513" y="1264"/>
                    </a:lnTo>
                    <a:lnTo>
                      <a:pt x="716" y="1264"/>
                    </a:lnTo>
                    <a:lnTo>
                      <a:pt x="714" y="803"/>
                    </a:lnTo>
                    <a:lnTo>
                      <a:pt x="714" y="803"/>
                    </a:lnTo>
                    <a:lnTo>
                      <a:pt x="1121" y="1044"/>
                    </a:lnTo>
                    <a:lnTo>
                      <a:pt x="1228" y="857"/>
                    </a:lnTo>
                    <a:lnTo>
                      <a:pt x="824" y="630"/>
                    </a:lnTo>
                    <a:lnTo>
                      <a:pt x="1228" y="406"/>
                    </a:lnTo>
                    <a:lnTo>
                      <a:pt x="1121" y="217"/>
                    </a:lnTo>
                    <a:lnTo>
                      <a:pt x="714" y="457"/>
                    </a:lnTo>
                    <a:lnTo>
                      <a:pt x="7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42"/>
              <p:cNvSpPr/>
              <p:nvPr/>
            </p:nvSpPr>
            <p:spPr>
              <a:xfrm>
                <a:off x="7746597" y="1057176"/>
                <a:ext cx="68656" cy="70784"/>
              </a:xfrm>
              <a:custGeom>
                <a:avLst/>
                <a:gdLst/>
                <a:ahLst/>
                <a:cxnLst/>
                <a:rect l="l" t="t" r="r" b="b"/>
                <a:pathLst>
                  <a:path w="1226" h="1264" extrusionOk="0">
                    <a:moveTo>
                      <a:pt x="513" y="1"/>
                    </a:moveTo>
                    <a:lnTo>
                      <a:pt x="516" y="457"/>
                    </a:lnTo>
                    <a:lnTo>
                      <a:pt x="106" y="217"/>
                    </a:lnTo>
                    <a:lnTo>
                      <a:pt x="1" y="406"/>
                    </a:lnTo>
                    <a:lnTo>
                      <a:pt x="407" y="630"/>
                    </a:lnTo>
                    <a:lnTo>
                      <a:pt x="1" y="857"/>
                    </a:lnTo>
                    <a:lnTo>
                      <a:pt x="106" y="1044"/>
                    </a:lnTo>
                    <a:lnTo>
                      <a:pt x="516" y="803"/>
                    </a:lnTo>
                    <a:lnTo>
                      <a:pt x="513" y="1264"/>
                    </a:lnTo>
                    <a:lnTo>
                      <a:pt x="715" y="1264"/>
                    </a:lnTo>
                    <a:lnTo>
                      <a:pt x="712" y="803"/>
                    </a:lnTo>
                    <a:lnTo>
                      <a:pt x="712" y="803"/>
                    </a:lnTo>
                    <a:lnTo>
                      <a:pt x="1121" y="1044"/>
                    </a:lnTo>
                    <a:lnTo>
                      <a:pt x="1226" y="857"/>
                    </a:lnTo>
                    <a:lnTo>
                      <a:pt x="822" y="630"/>
                    </a:lnTo>
                    <a:lnTo>
                      <a:pt x="1226" y="406"/>
                    </a:lnTo>
                    <a:lnTo>
                      <a:pt x="1121" y="217"/>
                    </a:lnTo>
                    <a:lnTo>
                      <a:pt x="712" y="457"/>
                    </a:lnTo>
                    <a:lnTo>
                      <a:pt x="71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42"/>
              <p:cNvSpPr/>
              <p:nvPr/>
            </p:nvSpPr>
            <p:spPr>
              <a:xfrm>
                <a:off x="7859436" y="1057176"/>
                <a:ext cx="68824" cy="70784"/>
              </a:xfrm>
              <a:custGeom>
                <a:avLst/>
                <a:gdLst/>
                <a:ahLst/>
                <a:cxnLst/>
                <a:rect l="l" t="t" r="r" b="b"/>
                <a:pathLst>
                  <a:path w="1229" h="1264" extrusionOk="0">
                    <a:moveTo>
                      <a:pt x="512" y="1"/>
                    </a:moveTo>
                    <a:lnTo>
                      <a:pt x="516" y="457"/>
                    </a:lnTo>
                    <a:lnTo>
                      <a:pt x="516" y="457"/>
                    </a:lnTo>
                    <a:lnTo>
                      <a:pt x="106" y="217"/>
                    </a:lnTo>
                    <a:lnTo>
                      <a:pt x="0" y="406"/>
                    </a:lnTo>
                    <a:lnTo>
                      <a:pt x="407" y="630"/>
                    </a:lnTo>
                    <a:lnTo>
                      <a:pt x="0" y="857"/>
                    </a:lnTo>
                    <a:lnTo>
                      <a:pt x="106" y="1044"/>
                    </a:lnTo>
                    <a:lnTo>
                      <a:pt x="516" y="803"/>
                    </a:lnTo>
                    <a:lnTo>
                      <a:pt x="512" y="1264"/>
                    </a:lnTo>
                    <a:lnTo>
                      <a:pt x="716" y="1264"/>
                    </a:lnTo>
                    <a:lnTo>
                      <a:pt x="714" y="803"/>
                    </a:lnTo>
                    <a:lnTo>
                      <a:pt x="1124" y="1044"/>
                    </a:lnTo>
                    <a:lnTo>
                      <a:pt x="1229" y="857"/>
                    </a:lnTo>
                    <a:lnTo>
                      <a:pt x="825" y="630"/>
                    </a:lnTo>
                    <a:lnTo>
                      <a:pt x="1229" y="406"/>
                    </a:lnTo>
                    <a:lnTo>
                      <a:pt x="1124" y="217"/>
                    </a:lnTo>
                    <a:lnTo>
                      <a:pt x="714" y="457"/>
                    </a:lnTo>
                    <a:lnTo>
                      <a:pt x="7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42"/>
              <p:cNvSpPr/>
              <p:nvPr/>
            </p:nvSpPr>
            <p:spPr>
              <a:xfrm>
                <a:off x="7972501" y="1057176"/>
                <a:ext cx="68824" cy="70784"/>
              </a:xfrm>
              <a:custGeom>
                <a:avLst/>
                <a:gdLst/>
                <a:ahLst/>
                <a:cxnLst/>
                <a:rect l="l" t="t" r="r" b="b"/>
                <a:pathLst>
                  <a:path w="1229" h="1264" extrusionOk="0">
                    <a:moveTo>
                      <a:pt x="513" y="1"/>
                    </a:moveTo>
                    <a:lnTo>
                      <a:pt x="517" y="457"/>
                    </a:lnTo>
                    <a:lnTo>
                      <a:pt x="517" y="457"/>
                    </a:lnTo>
                    <a:lnTo>
                      <a:pt x="107" y="217"/>
                    </a:lnTo>
                    <a:lnTo>
                      <a:pt x="0" y="406"/>
                    </a:lnTo>
                    <a:lnTo>
                      <a:pt x="406" y="630"/>
                    </a:lnTo>
                    <a:lnTo>
                      <a:pt x="0" y="857"/>
                    </a:lnTo>
                    <a:lnTo>
                      <a:pt x="107" y="1044"/>
                    </a:lnTo>
                    <a:lnTo>
                      <a:pt x="517" y="803"/>
                    </a:lnTo>
                    <a:lnTo>
                      <a:pt x="513" y="1264"/>
                    </a:lnTo>
                    <a:lnTo>
                      <a:pt x="716" y="1264"/>
                    </a:lnTo>
                    <a:lnTo>
                      <a:pt x="714" y="803"/>
                    </a:lnTo>
                    <a:lnTo>
                      <a:pt x="1124" y="1044"/>
                    </a:lnTo>
                    <a:lnTo>
                      <a:pt x="1229" y="857"/>
                    </a:lnTo>
                    <a:lnTo>
                      <a:pt x="825" y="630"/>
                    </a:lnTo>
                    <a:lnTo>
                      <a:pt x="1229" y="406"/>
                    </a:lnTo>
                    <a:lnTo>
                      <a:pt x="1124" y="217"/>
                    </a:lnTo>
                    <a:lnTo>
                      <a:pt x="714" y="457"/>
                    </a:lnTo>
                    <a:lnTo>
                      <a:pt x="7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0" name="Google Shape;690;p42"/>
            <p:cNvSpPr/>
            <p:nvPr/>
          </p:nvSpPr>
          <p:spPr>
            <a:xfrm flipH="1">
              <a:off x="7133528" y="228600"/>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42"/>
            <p:cNvSpPr/>
            <p:nvPr/>
          </p:nvSpPr>
          <p:spPr>
            <a:xfrm flipH="1">
              <a:off x="8497777" y="1436248"/>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42"/>
            <p:cNvSpPr/>
            <p:nvPr/>
          </p:nvSpPr>
          <p:spPr>
            <a:xfrm flipH="1">
              <a:off x="8879600" y="1248875"/>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43"/>
          <p:cNvSpPr txBox="1">
            <a:spLocks noGrp="1"/>
          </p:cNvSpPr>
          <p:nvPr>
            <p:ph type="title"/>
          </p:nvPr>
        </p:nvSpPr>
        <p:spPr>
          <a:xfrm>
            <a:off x="720000" y="540000"/>
            <a:ext cx="7704000" cy="676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CURRICULUM</a:t>
            </a:r>
            <a:endParaRPr/>
          </a:p>
        </p:txBody>
      </p:sp>
      <p:graphicFrame>
        <p:nvGraphicFramePr>
          <p:cNvPr id="698" name="Google Shape;698;p43"/>
          <p:cNvGraphicFramePr/>
          <p:nvPr/>
        </p:nvGraphicFramePr>
        <p:xfrm>
          <a:off x="720000" y="1494350"/>
          <a:ext cx="3600000" cy="3110450"/>
        </p:xfrm>
        <a:graphic>
          <a:graphicData uri="http://schemas.openxmlformats.org/drawingml/2006/table">
            <a:tbl>
              <a:tblPr>
                <a:noFill/>
                <a:tableStyleId>{E07A7369-85E4-47C4-8D66-556326131C27}</a:tableStyleId>
              </a:tblPr>
              <a:tblGrid>
                <a:gridCol w="1176875">
                  <a:extLst>
                    <a:ext uri="{9D8B030D-6E8A-4147-A177-3AD203B41FA5}">
                      <a16:colId xmlns:a16="http://schemas.microsoft.com/office/drawing/2014/main" val="20000"/>
                    </a:ext>
                  </a:extLst>
                </a:gridCol>
                <a:gridCol w="2423125">
                  <a:extLst>
                    <a:ext uri="{9D8B030D-6E8A-4147-A177-3AD203B41FA5}">
                      <a16:colId xmlns:a16="http://schemas.microsoft.com/office/drawing/2014/main" val="20001"/>
                    </a:ext>
                  </a:extLst>
                </a:gridCol>
              </a:tblGrid>
              <a:tr h="552025">
                <a:tc gridSpan="2">
                  <a:txBody>
                    <a:bodyPr/>
                    <a:lstStyle/>
                    <a:p>
                      <a:pPr marL="0" lvl="0" indent="0" algn="ctr" rtl="0">
                        <a:spcBef>
                          <a:spcPts val="0"/>
                        </a:spcBef>
                        <a:spcAft>
                          <a:spcPts val="0"/>
                        </a:spcAft>
                        <a:buNone/>
                      </a:pPr>
                      <a:r>
                        <a:rPr lang="en" sz="2400">
                          <a:solidFill>
                            <a:schemeClr val="lt1"/>
                          </a:solidFill>
                          <a:latin typeface="Montserrat Black"/>
                          <a:ea typeface="Montserrat Black"/>
                          <a:cs typeface="Montserrat Black"/>
                          <a:sym typeface="Montserrat Black"/>
                        </a:rPr>
                        <a:t>INTRODUCTION</a:t>
                      </a:r>
                      <a:endParaRPr sz="2400">
                        <a:solidFill>
                          <a:schemeClr val="lt1"/>
                        </a:solidFill>
                        <a:latin typeface="Montserrat Black"/>
                        <a:ea typeface="Montserrat Black"/>
                        <a:cs typeface="Montserrat Black"/>
                        <a:sym typeface="Montserrat Black"/>
                      </a:endParaRPr>
                    </a:p>
                  </a:txBody>
                  <a:tcPr marL="90000" marR="90000" marT="91425" marB="91425" anchor="ctr">
                    <a:lnL w="19050" cap="flat" cmpd="sng">
                      <a:solidFill>
                        <a:schemeClr val="accent2">
                          <a:alpha val="0"/>
                        </a:schemeClr>
                      </a:solidFill>
                      <a:prstDash val="solid"/>
                      <a:round/>
                      <a:headEnd type="none" w="sm" len="sm"/>
                      <a:tailEnd type="none" w="sm" len="sm"/>
                    </a:lnL>
                    <a:lnR w="19050" cap="flat" cmpd="sng">
                      <a:solidFill>
                        <a:schemeClr val="lt2">
                          <a:alpha val="0"/>
                        </a:schemeClr>
                      </a:solidFill>
                      <a:prstDash val="solid"/>
                      <a:round/>
                      <a:headEnd type="none" w="sm" len="sm"/>
                      <a:tailEnd type="none" w="sm" len="sm"/>
                    </a:lnR>
                    <a:lnT w="19050" cap="flat" cmpd="sng">
                      <a:solidFill>
                        <a:schemeClr val="accent2">
                          <a:alpha val="0"/>
                        </a:schemeClr>
                      </a:solidFill>
                      <a:prstDash val="solid"/>
                      <a:round/>
                      <a:headEnd type="none" w="sm" len="sm"/>
                      <a:tailEnd type="none" w="sm" len="sm"/>
                    </a:lnT>
                    <a:lnB w="19050" cap="flat" cmpd="sng">
                      <a:solidFill>
                        <a:schemeClr val="lt2"/>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613375">
                <a:tc gridSpan="2">
                  <a:txBody>
                    <a:bodyPr/>
                    <a:lstStyle/>
                    <a:p>
                      <a:pPr marL="0" lvl="0" indent="0" algn="ctr" rtl="0">
                        <a:spcBef>
                          <a:spcPts val="0"/>
                        </a:spcBef>
                        <a:spcAft>
                          <a:spcPts val="0"/>
                        </a:spcAft>
                        <a:buNone/>
                      </a:pPr>
                      <a:r>
                        <a:rPr lang="en" dirty="0">
                          <a:solidFill>
                            <a:schemeClr val="dk1"/>
                          </a:solidFill>
                          <a:latin typeface="Montserrat Medium"/>
                          <a:ea typeface="Montserrat Medium"/>
                          <a:cs typeface="Montserrat Medium"/>
                          <a:sym typeface="Montserrat Medium"/>
                        </a:rPr>
                        <a:t>Mercury is the closest planet to the Sun and the smallest one in System</a:t>
                      </a:r>
                      <a:endParaRPr dirty="0">
                        <a:solidFill>
                          <a:schemeClr val="dk1"/>
                        </a:solidFill>
                        <a:latin typeface="Montserrat Medium"/>
                        <a:ea typeface="Montserrat Medium"/>
                        <a:cs typeface="Montserrat Medium"/>
                        <a:sym typeface="Montserrat Medium"/>
                      </a:endParaRPr>
                    </a:p>
                  </a:txBody>
                  <a:tcPr marL="90000" marR="90000" marT="91425" marB="91425" anchor="ctr">
                    <a:lnL w="19050" cap="flat" cmpd="sng">
                      <a:solidFill>
                        <a:schemeClr val="accent2">
                          <a:alpha val="0"/>
                        </a:schemeClr>
                      </a:solidFill>
                      <a:prstDash val="solid"/>
                      <a:round/>
                      <a:headEnd type="none" w="sm" len="sm"/>
                      <a:tailEnd type="none" w="sm" len="sm"/>
                    </a:lnL>
                    <a:lnR w="19050" cap="flat" cmpd="sng">
                      <a:solidFill>
                        <a:schemeClr val="lt2">
                          <a:alpha val="0"/>
                        </a:schemeClr>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1"/>
                  </a:ext>
                </a:extLst>
              </a:tr>
              <a:tr h="505075">
                <a:tc>
                  <a:txBody>
                    <a:bodyPr/>
                    <a:lstStyle/>
                    <a:p>
                      <a:pPr marL="0" lvl="0" indent="0" algn="ctr" rtl="0">
                        <a:spcBef>
                          <a:spcPts val="0"/>
                        </a:spcBef>
                        <a:spcAft>
                          <a:spcPts val="0"/>
                        </a:spcAft>
                        <a:buNone/>
                      </a:pPr>
                      <a:r>
                        <a:rPr lang="en" sz="1600">
                          <a:solidFill>
                            <a:schemeClr val="lt1"/>
                          </a:solidFill>
                          <a:latin typeface="Montserrat Black"/>
                          <a:ea typeface="Montserrat Black"/>
                          <a:cs typeface="Montserrat Black"/>
                          <a:sym typeface="Montserrat Black"/>
                        </a:rPr>
                        <a:t>2XXX</a:t>
                      </a:r>
                      <a:endParaRPr sz="1600">
                        <a:solidFill>
                          <a:schemeClr val="lt1"/>
                        </a:solidFill>
                        <a:latin typeface="Montserrat Black"/>
                        <a:ea typeface="Montserrat Black"/>
                        <a:cs typeface="Montserrat Black"/>
                        <a:sym typeface="Montserrat Black"/>
                      </a:endParaRPr>
                    </a:p>
                  </a:txBody>
                  <a:tcPr marL="90000" marR="90000" marT="91425" marB="91425" anchor="ctr">
                    <a:lnL w="19050" cap="flat" cmpd="sng">
                      <a:solidFill>
                        <a:schemeClr val="accent2">
                          <a:alpha val="0"/>
                        </a:schemeClr>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Montserrat Medium"/>
                          <a:ea typeface="Montserrat Medium"/>
                          <a:cs typeface="Montserrat Medium"/>
                          <a:sym typeface="Montserrat Medium"/>
                        </a:rPr>
                        <a:t>Jupiter is a big planet </a:t>
                      </a:r>
                      <a:endParaRPr>
                        <a:solidFill>
                          <a:schemeClr val="dk1"/>
                        </a:solidFill>
                        <a:latin typeface="Montserrat Medium"/>
                        <a:ea typeface="Montserrat Medium"/>
                        <a:cs typeface="Montserrat Medium"/>
                        <a:sym typeface="Montserrat Medium"/>
                      </a:endParaRPr>
                    </a:p>
                  </a:txBody>
                  <a:tcPr marL="90000" marR="90000" marT="91425" marB="91425" anchor="ctr">
                    <a:lnL w="19050" cap="flat" cmpd="sng">
                      <a:solidFill>
                        <a:schemeClr val="lt2"/>
                      </a:solidFill>
                      <a:prstDash val="solid"/>
                      <a:round/>
                      <a:headEnd type="none" w="sm" len="sm"/>
                      <a:tailEnd type="none" w="sm" len="sm"/>
                    </a:lnL>
                    <a:lnR w="19050" cap="flat" cmpd="sng">
                      <a:solidFill>
                        <a:schemeClr val="lt2">
                          <a:alpha val="0"/>
                        </a:schemeClr>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505075">
                <a:tc>
                  <a:txBody>
                    <a:bodyPr/>
                    <a:lstStyle/>
                    <a:p>
                      <a:pPr marL="0" lvl="0" indent="0" algn="ctr" rtl="0">
                        <a:spcBef>
                          <a:spcPts val="0"/>
                        </a:spcBef>
                        <a:spcAft>
                          <a:spcPts val="0"/>
                        </a:spcAft>
                        <a:buNone/>
                      </a:pPr>
                      <a:r>
                        <a:rPr lang="en" sz="1600">
                          <a:solidFill>
                            <a:schemeClr val="lt1"/>
                          </a:solidFill>
                          <a:latin typeface="Montserrat Black"/>
                          <a:ea typeface="Montserrat Black"/>
                          <a:cs typeface="Montserrat Black"/>
                          <a:sym typeface="Montserrat Black"/>
                        </a:rPr>
                        <a:t>2XXX</a:t>
                      </a:r>
                      <a:endParaRPr sz="1600">
                        <a:solidFill>
                          <a:schemeClr val="lt1"/>
                        </a:solidFill>
                        <a:latin typeface="Montserrat Black"/>
                        <a:ea typeface="Montserrat Black"/>
                        <a:cs typeface="Montserrat Black"/>
                        <a:sym typeface="Montserrat Black"/>
                      </a:endParaRPr>
                    </a:p>
                  </a:txBody>
                  <a:tcPr marL="90000" marR="90000" marT="91425" marB="91425" anchor="ctr">
                    <a:lnL w="19050" cap="flat" cmpd="sng">
                      <a:solidFill>
                        <a:schemeClr val="accent2">
                          <a:alpha val="0"/>
                        </a:schemeClr>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Montserrat Medium"/>
                          <a:ea typeface="Montserrat Medium"/>
                          <a:cs typeface="Montserrat Medium"/>
                          <a:sym typeface="Montserrat Medium"/>
                        </a:rPr>
                        <a:t>Earth is where all live</a:t>
                      </a:r>
                      <a:endParaRPr>
                        <a:solidFill>
                          <a:schemeClr val="dk1"/>
                        </a:solidFill>
                        <a:latin typeface="Montserrat Medium"/>
                        <a:ea typeface="Montserrat Medium"/>
                        <a:cs typeface="Montserrat Medium"/>
                        <a:sym typeface="Montserrat Medium"/>
                      </a:endParaRPr>
                    </a:p>
                  </a:txBody>
                  <a:tcPr marL="90000" marR="90000" marT="91425" marB="91425" anchor="ctr">
                    <a:lnL w="19050" cap="flat" cmpd="sng">
                      <a:solidFill>
                        <a:schemeClr val="lt2"/>
                      </a:solidFill>
                      <a:prstDash val="solid"/>
                      <a:round/>
                      <a:headEnd type="none" w="sm" len="sm"/>
                      <a:tailEnd type="none" w="sm" len="sm"/>
                    </a:lnL>
                    <a:lnR w="19050" cap="flat" cmpd="sng">
                      <a:solidFill>
                        <a:schemeClr val="lt2">
                          <a:alpha val="0"/>
                        </a:schemeClr>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467450">
                <a:tc>
                  <a:txBody>
                    <a:bodyPr/>
                    <a:lstStyle/>
                    <a:p>
                      <a:pPr marL="0" lvl="0" indent="0" algn="ctr" rtl="0">
                        <a:spcBef>
                          <a:spcPts val="0"/>
                        </a:spcBef>
                        <a:spcAft>
                          <a:spcPts val="0"/>
                        </a:spcAft>
                        <a:buNone/>
                      </a:pPr>
                      <a:r>
                        <a:rPr lang="en" sz="1600">
                          <a:solidFill>
                            <a:schemeClr val="lt1"/>
                          </a:solidFill>
                          <a:latin typeface="Montserrat Black"/>
                          <a:ea typeface="Montserrat Black"/>
                          <a:cs typeface="Montserrat Black"/>
                          <a:sym typeface="Montserrat Black"/>
                        </a:rPr>
                        <a:t>2XXX</a:t>
                      </a:r>
                      <a:endParaRPr sz="1600">
                        <a:solidFill>
                          <a:schemeClr val="lt1"/>
                        </a:solidFill>
                        <a:latin typeface="Montserrat Black"/>
                        <a:ea typeface="Montserrat Black"/>
                        <a:cs typeface="Montserrat Black"/>
                        <a:sym typeface="Montserrat Black"/>
                      </a:endParaRPr>
                    </a:p>
                  </a:txBody>
                  <a:tcPr marL="90000" marR="90000" marT="91425" marB="91425" anchor="ctr">
                    <a:lnL w="19050" cap="flat" cmpd="sng">
                      <a:solidFill>
                        <a:schemeClr val="accent2">
                          <a:alpha val="0"/>
                        </a:schemeClr>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Montserrat Medium"/>
                          <a:ea typeface="Montserrat Medium"/>
                          <a:cs typeface="Montserrat Medium"/>
                          <a:sym typeface="Montserrat Medium"/>
                        </a:rPr>
                        <a:t>Mars is a cold place </a:t>
                      </a:r>
                      <a:endParaRPr>
                        <a:solidFill>
                          <a:schemeClr val="dk1"/>
                        </a:solidFill>
                        <a:latin typeface="Montserrat Medium"/>
                        <a:ea typeface="Montserrat Medium"/>
                        <a:cs typeface="Montserrat Medium"/>
                        <a:sym typeface="Montserrat Medium"/>
                      </a:endParaRPr>
                    </a:p>
                  </a:txBody>
                  <a:tcPr marL="90000" marR="90000" marT="91425" marB="91425" anchor="ctr">
                    <a:lnL w="19050" cap="flat" cmpd="sng">
                      <a:solidFill>
                        <a:schemeClr val="lt2"/>
                      </a:solidFill>
                      <a:prstDash val="solid"/>
                      <a:round/>
                      <a:headEnd type="none" w="sm" len="sm"/>
                      <a:tailEnd type="none" w="sm" len="sm"/>
                    </a:lnL>
                    <a:lnR w="19050" cap="flat" cmpd="sng">
                      <a:solidFill>
                        <a:schemeClr val="lt2">
                          <a:alpha val="0"/>
                        </a:schemeClr>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467450">
                <a:tc>
                  <a:txBody>
                    <a:bodyPr/>
                    <a:lstStyle/>
                    <a:p>
                      <a:pPr marL="0" lvl="0" indent="0" algn="ctr" rtl="0">
                        <a:spcBef>
                          <a:spcPts val="0"/>
                        </a:spcBef>
                        <a:spcAft>
                          <a:spcPts val="0"/>
                        </a:spcAft>
                        <a:buNone/>
                      </a:pPr>
                      <a:r>
                        <a:rPr lang="en" sz="1600">
                          <a:solidFill>
                            <a:schemeClr val="lt1"/>
                          </a:solidFill>
                          <a:latin typeface="Montserrat Black"/>
                          <a:ea typeface="Montserrat Black"/>
                          <a:cs typeface="Montserrat Black"/>
                          <a:sym typeface="Montserrat Black"/>
                        </a:rPr>
                        <a:t>2XXX</a:t>
                      </a:r>
                      <a:endParaRPr sz="1600">
                        <a:solidFill>
                          <a:schemeClr val="lt1"/>
                        </a:solidFill>
                        <a:latin typeface="Montserrat Black"/>
                        <a:ea typeface="Montserrat Black"/>
                        <a:cs typeface="Montserrat Black"/>
                        <a:sym typeface="Montserrat Black"/>
                      </a:endParaRPr>
                    </a:p>
                  </a:txBody>
                  <a:tcPr marL="90000" marR="90000" marT="91425" marB="91425" anchor="ctr">
                    <a:lnL w="19050" cap="flat" cmpd="sng">
                      <a:solidFill>
                        <a:schemeClr val="accent2">
                          <a:alpha val="0"/>
                        </a:schemeClr>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accent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dirty="0">
                          <a:solidFill>
                            <a:schemeClr val="dk1"/>
                          </a:solidFill>
                          <a:latin typeface="Montserrat Medium"/>
                          <a:ea typeface="Montserrat Medium"/>
                          <a:cs typeface="Montserrat Medium"/>
                          <a:sym typeface="Montserrat Medium"/>
                        </a:rPr>
                        <a:t>Saturn has several rings</a:t>
                      </a:r>
                      <a:endParaRPr dirty="0">
                        <a:solidFill>
                          <a:schemeClr val="dk1"/>
                        </a:solidFill>
                        <a:latin typeface="Montserrat Medium"/>
                        <a:ea typeface="Montserrat Medium"/>
                        <a:cs typeface="Montserrat Medium"/>
                        <a:sym typeface="Montserrat Medium"/>
                      </a:endParaRPr>
                    </a:p>
                  </a:txBody>
                  <a:tcPr marL="90000" marR="90000" marT="91425" marB="91425" anchor="ctr">
                    <a:lnL w="19050" cap="flat" cmpd="sng">
                      <a:solidFill>
                        <a:schemeClr val="lt2"/>
                      </a:solidFill>
                      <a:prstDash val="solid"/>
                      <a:round/>
                      <a:headEnd type="none" w="sm" len="sm"/>
                      <a:tailEnd type="none" w="sm" len="sm"/>
                    </a:lnL>
                    <a:lnR w="19050" cap="flat" cmpd="sng">
                      <a:solidFill>
                        <a:schemeClr val="lt2">
                          <a:alpha val="0"/>
                        </a:schemeClr>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accent2">
                          <a:alpha val="0"/>
                        </a:scheme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pSp>
        <p:nvGrpSpPr>
          <p:cNvPr id="699" name="Google Shape;699;p43"/>
          <p:cNvGrpSpPr/>
          <p:nvPr/>
        </p:nvGrpSpPr>
        <p:grpSpPr>
          <a:xfrm>
            <a:off x="7044200" y="76211"/>
            <a:ext cx="2023619" cy="1907631"/>
            <a:chOff x="7044200" y="76211"/>
            <a:chExt cx="2023619" cy="1907631"/>
          </a:xfrm>
        </p:grpSpPr>
        <p:sp>
          <p:nvSpPr>
            <p:cNvPr id="700" name="Google Shape;700;p43"/>
            <p:cNvSpPr/>
            <p:nvPr/>
          </p:nvSpPr>
          <p:spPr>
            <a:xfrm flipH="1">
              <a:off x="8374848"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1" name="Google Shape;701;p43"/>
            <p:cNvGrpSpPr/>
            <p:nvPr/>
          </p:nvGrpSpPr>
          <p:grpSpPr>
            <a:xfrm>
              <a:off x="7418027" y="228595"/>
              <a:ext cx="1497384" cy="1264312"/>
              <a:chOff x="5949750" y="3656175"/>
              <a:chExt cx="668475" cy="564425"/>
            </a:xfrm>
          </p:grpSpPr>
          <p:sp>
            <p:nvSpPr>
              <p:cNvPr id="702" name="Google Shape;702;p43"/>
              <p:cNvSpPr/>
              <p:nvPr/>
            </p:nvSpPr>
            <p:spPr>
              <a:xfrm>
                <a:off x="5955325" y="3664675"/>
                <a:ext cx="640225" cy="555925"/>
              </a:xfrm>
              <a:custGeom>
                <a:avLst/>
                <a:gdLst/>
                <a:ahLst/>
                <a:cxnLst/>
                <a:rect l="l" t="t" r="r" b="b"/>
                <a:pathLst>
                  <a:path w="25609" h="22237" extrusionOk="0">
                    <a:moveTo>
                      <a:pt x="12805" y="0"/>
                    </a:moveTo>
                    <a:cubicBezTo>
                      <a:pt x="11896" y="720"/>
                      <a:pt x="8489" y="3183"/>
                      <a:pt x="4208" y="3253"/>
                    </a:cubicBezTo>
                    <a:cubicBezTo>
                      <a:pt x="4208" y="3253"/>
                      <a:pt x="0" y="17535"/>
                      <a:pt x="12805" y="22237"/>
                    </a:cubicBezTo>
                    <a:cubicBezTo>
                      <a:pt x="25609" y="17535"/>
                      <a:pt x="21401" y="3253"/>
                      <a:pt x="21401" y="3253"/>
                    </a:cubicBezTo>
                    <a:cubicBezTo>
                      <a:pt x="17118" y="3183"/>
                      <a:pt x="13713" y="723"/>
                      <a:pt x="128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43"/>
              <p:cNvSpPr/>
              <p:nvPr/>
            </p:nvSpPr>
            <p:spPr>
              <a:xfrm>
                <a:off x="5984325" y="3685325"/>
                <a:ext cx="582250" cy="513025"/>
              </a:xfrm>
              <a:custGeom>
                <a:avLst/>
                <a:gdLst/>
                <a:ahLst/>
                <a:cxnLst/>
                <a:rect l="l" t="t" r="r" b="b"/>
                <a:pathLst>
                  <a:path w="23290" h="20521" extrusionOk="0">
                    <a:moveTo>
                      <a:pt x="11643" y="764"/>
                    </a:moveTo>
                    <a:cubicBezTo>
                      <a:pt x="12681" y="1551"/>
                      <a:pt x="15527" y="3442"/>
                      <a:pt x="19072" y="3576"/>
                    </a:cubicBezTo>
                    <a:cubicBezTo>
                      <a:pt x="19480" y="5223"/>
                      <a:pt x="21749" y="16087"/>
                      <a:pt x="11643" y="19880"/>
                    </a:cubicBezTo>
                    <a:cubicBezTo>
                      <a:pt x="7095" y="18174"/>
                      <a:pt x="4468" y="14901"/>
                      <a:pt x="3834" y="10149"/>
                    </a:cubicBezTo>
                    <a:cubicBezTo>
                      <a:pt x="3426" y="7079"/>
                      <a:pt x="4024" y="4339"/>
                      <a:pt x="4215" y="3576"/>
                    </a:cubicBezTo>
                    <a:cubicBezTo>
                      <a:pt x="7761" y="3442"/>
                      <a:pt x="10608" y="1551"/>
                      <a:pt x="11643" y="764"/>
                    </a:cubicBezTo>
                    <a:close/>
                    <a:moveTo>
                      <a:pt x="11645" y="0"/>
                    </a:moveTo>
                    <a:lnTo>
                      <a:pt x="11459" y="149"/>
                    </a:lnTo>
                    <a:cubicBezTo>
                      <a:pt x="10641" y="797"/>
                      <a:pt x="7686" y="2922"/>
                      <a:pt x="3979" y="2982"/>
                    </a:cubicBezTo>
                    <a:lnTo>
                      <a:pt x="3759" y="2986"/>
                    </a:lnTo>
                    <a:lnTo>
                      <a:pt x="3696" y="3197"/>
                    </a:lnTo>
                    <a:cubicBezTo>
                      <a:pt x="3657" y="3326"/>
                      <a:pt x="1" y="16242"/>
                      <a:pt x="11542" y="20482"/>
                    </a:cubicBezTo>
                    <a:lnTo>
                      <a:pt x="11645" y="20520"/>
                    </a:lnTo>
                    <a:lnTo>
                      <a:pt x="11748" y="20482"/>
                    </a:lnTo>
                    <a:cubicBezTo>
                      <a:pt x="23289" y="16242"/>
                      <a:pt x="19633" y="3326"/>
                      <a:pt x="19594" y="3197"/>
                    </a:cubicBezTo>
                    <a:lnTo>
                      <a:pt x="19532" y="2986"/>
                    </a:lnTo>
                    <a:lnTo>
                      <a:pt x="19311" y="2982"/>
                    </a:lnTo>
                    <a:cubicBezTo>
                      <a:pt x="15605" y="2922"/>
                      <a:pt x="12650" y="797"/>
                      <a:pt x="11832" y="149"/>
                    </a:cubicBezTo>
                    <a:lnTo>
                      <a:pt x="116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43"/>
              <p:cNvSpPr/>
              <p:nvPr/>
            </p:nvSpPr>
            <p:spPr>
              <a:xfrm>
                <a:off x="6162875" y="3837925"/>
                <a:ext cx="235475" cy="184700"/>
              </a:xfrm>
              <a:custGeom>
                <a:avLst/>
                <a:gdLst/>
                <a:ahLst/>
                <a:cxnLst/>
                <a:rect l="l" t="t" r="r" b="b"/>
                <a:pathLst>
                  <a:path w="9419" h="7388" extrusionOk="0">
                    <a:moveTo>
                      <a:pt x="8378" y="0"/>
                    </a:moveTo>
                    <a:lnTo>
                      <a:pt x="3544" y="5535"/>
                    </a:lnTo>
                    <a:lnTo>
                      <a:pt x="802" y="3577"/>
                    </a:lnTo>
                    <a:lnTo>
                      <a:pt x="0" y="4703"/>
                    </a:lnTo>
                    <a:lnTo>
                      <a:pt x="3761" y="7387"/>
                    </a:lnTo>
                    <a:lnTo>
                      <a:pt x="9418" y="908"/>
                    </a:lnTo>
                    <a:lnTo>
                      <a:pt x="83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3"/>
              <p:cNvSpPr/>
              <p:nvPr/>
            </p:nvSpPr>
            <p:spPr>
              <a:xfrm>
                <a:off x="6360950" y="3678950"/>
                <a:ext cx="193650" cy="176475"/>
              </a:xfrm>
              <a:custGeom>
                <a:avLst/>
                <a:gdLst/>
                <a:ahLst/>
                <a:cxnLst/>
                <a:rect l="l" t="t" r="r" b="b"/>
                <a:pathLst>
                  <a:path w="7746" h="7059" extrusionOk="0">
                    <a:moveTo>
                      <a:pt x="3873" y="800"/>
                    </a:moveTo>
                    <a:cubicBezTo>
                      <a:pt x="4572" y="800"/>
                      <a:pt x="5270" y="1066"/>
                      <a:pt x="5803" y="1598"/>
                    </a:cubicBezTo>
                    <a:cubicBezTo>
                      <a:pt x="6868" y="2665"/>
                      <a:pt x="6868" y="4394"/>
                      <a:pt x="5803" y="5458"/>
                    </a:cubicBezTo>
                    <a:cubicBezTo>
                      <a:pt x="5270" y="5991"/>
                      <a:pt x="4572" y="6257"/>
                      <a:pt x="3873" y="6257"/>
                    </a:cubicBezTo>
                    <a:cubicBezTo>
                      <a:pt x="3175" y="6257"/>
                      <a:pt x="2477" y="5991"/>
                      <a:pt x="1944" y="5458"/>
                    </a:cubicBezTo>
                    <a:cubicBezTo>
                      <a:pt x="879" y="4394"/>
                      <a:pt x="879" y="2665"/>
                      <a:pt x="1944" y="1598"/>
                    </a:cubicBezTo>
                    <a:cubicBezTo>
                      <a:pt x="2477" y="1066"/>
                      <a:pt x="3175" y="800"/>
                      <a:pt x="3873" y="800"/>
                    </a:cubicBezTo>
                    <a:close/>
                    <a:moveTo>
                      <a:pt x="3873" y="0"/>
                    </a:moveTo>
                    <a:cubicBezTo>
                      <a:pt x="2970" y="0"/>
                      <a:pt x="2066" y="344"/>
                      <a:pt x="1378" y="1033"/>
                    </a:cubicBezTo>
                    <a:cubicBezTo>
                      <a:pt x="0" y="2413"/>
                      <a:pt x="0" y="4646"/>
                      <a:pt x="1378" y="6023"/>
                    </a:cubicBezTo>
                    <a:cubicBezTo>
                      <a:pt x="2066" y="6713"/>
                      <a:pt x="2970" y="7058"/>
                      <a:pt x="3873" y="7058"/>
                    </a:cubicBezTo>
                    <a:cubicBezTo>
                      <a:pt x="4776" y="7058"/>
                      <a:pt x="5679" y="6713"/>
                      <a:pt x="6368" y="6023"/>
                    </a:cubicBezTo>
                    <a:cubicBezTo>
                      <a:pt x="7745" y="4646"/>
                      <a:pt x="7745" y="2413"/>
                      <a:pt x="6368" y="1033"/>
                    </a:cubicBezTo>
                    <a:cubicBezTo>
                      <a:pt x="5679" y="344"/>
                      <a:pt x="4776" y="0"/>
                      <a:pt x="38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43"/>
              <p:cNvSpPr/>
              <p:nvPr/>
            </p:nvSpPr>
            <p:spPr>
              <a:xfrm>
                <a:off x="6382925" y="3698925"/>
                <a:ext cx="149725" cy="136450"/>
              </a:xfrm>
              <a:custGeom>
                <a:avLst/>
                <a:gdLst/>
                <a:ahLst/>
                <a:cxnLst/>
                <a:rect l="l" t="t" r="r" b="b"/>
                <a:pathLst>
                  <a:path w="5989" h="5458" extrusionOk="0">
                    <a:moveTo>
                      <a:pt x="2994" y="1"/>
                    </a:moveTo>
                    <a:cubicBezTo>
                      <a:pt x="2296" y="1"/>
                      <a:pt x="1598" y="267"/>
                      <a:pt x="1065" y="799"/>
                    </a:cubicBezTo>
                    <a:cubicBezTo>
                      <a:pt x="0" y="1866"/>
                      <a:pt x="0" y="3595"/>
                      <a:pt x="1065" y="4659"/>
                    </a:cubicBezTo>
                    <a:cubicBezTo>
                      <a:pt x="1598" y="5192"/>
                      <a:pt x="2296" y="5458"/>
                      <a:pt x="2994" y="5458"/>
                    </a:cubicBezTo>
                    <a:cubicBezTo>
                      <a:pt x="3693" y="5458"/>
                      <a:pt x="4391" y="5192"/>
                      <a:pt x="4924" y="4659"/>
                    </a:cubicBezTo>
                    <a:cubicBezTo>
                      <a:pt x="5989" y="3595"/>
                      <a:pt x="5989" y="1866"/>
                      <a:pt x="4924" y="799"/>
                    </a:cubicBezTo>
                    <a:cubicBezTo>
                      <a:pt x="4391" y="267"/>
                      <a:pt x="3693" y="1"/>
                      <a:pt x="29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43"/>
              <p:cNvSpPr/>
              <p:nvPr/>
            </p:nvSpPr>
            <p:spPr>
              <a:xfrm>
                <a:off x="6498325" y="3807700"/>
                <a:ext cx="119900" cy="119950"/>
              </a:xfrm>
              <a:custGeom>
                <a:avLst/>
                <a:gdLst/>
                <a:ahLst/>
                <a:cxnLst/>
                <a:rect l="l" t="t" r="r" b="b"/>
                <a:pathLst>
                  <a:path w="4796" h="4798" extrusionOk="0">
                    <a:moveTo>
                      <a:pt x="615" y="1"/>
                    </a:moveTo>
                    <a:lnTo>
                      <a:pt x="0" y="616"/>
                    </a:lnTo>
                    <a:lnTo>
                      <a:pt x="4181" y="4798"/>
                    </a:lnTo>
                    <a:lnTo>
                      <a:pt x="4796" y="4183"/>
                    </a:lnTo>
                    <a:lnTo>
                      <a:pt x="61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43"/>
              <p:cNvSpPr/>
              <p:nvPr/>
            </p:nvSpPr>
            <p:spPr>
              <a:xfrm>
                <a:off x="6587450" y="3896925"/>
                <a:ext cx="30775" cy="30725"/>
              </a:xfrm>
              <a:custGeom>
                <a:avLst/>
                <a:gdLst/>
                <a:ahLst/>
                <a:cxnLst/>
                <a:rect l="l" t="t" r="r" b="b"/>
                <a:pathLst>
                  <a:path w="1231" h="1229" extrusionOk="0">
                    <a:moveTo>
                      <a:pt x="616" y="0"/>
                    </a:moveTo>
                    <a:lnTo>
                      <a:pt x="1" y="615"/>
                    </a:lnTo>
                    <a:lnTo>
                      <a:pt x="616" y="1229"/>
                    </a:lnTo>
                    <a:lnTo>
                      <a:pt x="1231" y="614"/>
                    </a:lnTo>
                    <a:lnTo>
                      <a:pt x="6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43"/>
              <p:cNvSpPr/>
              <p:nvPr/>
            </p:nvSpPr>
            <p:spPr>
              <a:xfrm>
                <a:off x="6007625" y="4051950"/>
                <a:ext cx="134125" cy="129275"/>
              </a:xfrm>
              <a:custGeom>
                <a:avLst/>
                <a:gdLst/>
                <a:ahLst/>
                <a:cxnLst/>
                <a:rect l="l" t="t" r="r" b="b"/>
                <a:pathLst>
                  <a:path w="5365" h="5171" extrusionOk="0">
                    <a:moveTo>
                      <a:pt x="809" y="0"/>
                    </a:moveTo>
                    <a:cubicBezTo>
                      <a:pt x="363" y="0"/>
                      <a:pt x="0" y="364"/>
                      <a:pt x="0" y="808"/>
                    </a:cubicBezTo>
                    <a:lnTo>
                      <a:pt x="0" y="3288"/>
                    </a:lnTo>
                    <a:cubicBezTo>
                      <a:pt x="0" y="3733"/>
                      <a:pt x="363" y="4097"/>
                      <a:pt x="809" y="4097"/>
                    </a:cubicBezTo>
                    <a:lnTo>
                      <a:pt x="2499" y="4097"/>
                    </a:lnTo>
                    <a:lnTo>
                      <a:pt x="3487" y="5171"/>
                    </a:lnTo>
                    <a:lnTo>
                      <a:pt x="3487" y="4097"/>
                    </a:lnTo>
                    <a:lnTo>
                      <a:pt x="4556" y="4097"/>
                    </a:lnTo>
                    <a:cubicBezTo>
                      <a:pt x="5001" y="4097"/>
                      <a:pt x="5365" y="3733"/>
                      <a:pt x="5365" y="3288"/>
                    </a:cubicBezTo>
                    <a:lnTo>
                      <a:pt x="5365" y="808"/>
                    </a:lnTo>
                    <a:cubicBezTo>
                      <a:pt x="5365" y="364"/>
                      <a:pt x="5001" y="0"/>
                      <a:pt x="45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43"/>
              <p:cNvSpPr/>
              <p:nvPr/>
            </p:nvSpPr>
            <p:spPr>
              <a:xfrm>
                <a:off x="6037325" y="4096300"/>
                <a:ext cx="16350" cy="16350"/>
              </a:xfrm>
              <a:custGeom>
                <a:avLst/>
                <a:gdLst/>
                <a:ahLst/>
                <a:cxnLst/>
                <a:rect l="l" t="t" r="r" b="b"/>
                <a:pathLst>
                  <a:path w="654" h="654" extrusionOk="0">
                    <a:moveTo>
                      <a:pt x="327" y="1"/>
                    </a:moveTo>
                    <a:cubicBezTo>
                      <a:pt x="146" y="1"/>
                      <a:pt x="0" y="147"/>
                      <a:pt x="0" y="327"/>
                    </a:cubicBezTo>
                    <a:cubicBezTo>
                      <a:pt x="0" y="508"/>
                      <a:pt x="146" y="654"/>
                      <a:pt x="327" y="654"/>
                    </a:cubicBezTo>
                    <a:cubicBezTo>
                      <a:pt x="507" y="654"/>
                      <a:pt x="653" y="507"/>
                      <a:pt x="653" y="327"/>
                    </a:cubicBezTo>
                    <a:cubicBezTo>
                      <a:pt x="653" y="147"/>
                      <a:pt x="507" y="1"/>
                      <a:pt x="3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43"/>
              <p:cNvSpPr/>
              <p:nvPr/>
            </p:nvSpPr>
            <p:spPr>
              <a:xfrm>
                <a:off x="6066500" y="4096300"/>
                <a:ext cx="16350" cy="16350"/>
              </a:xfrm>
              <a:custGeom>
                <a:avLst/>
                <a:gdLst/>
                <a:ahLst/>
                <a:cxnLst/>
                <a:rect l="l" t="t" r="r" b="b"/>
                <a:pathLst>
                  <a:path w="654" h="654" extrusionOk="0">
                    <a:moveTo>
                      <a:pt x="327" y="1"/>
                    </a:moveTo>
                    <a:cubicBezTo>
                      <a:pt x="146" y="1"/>
                      <a:pt x="0" y="147"/>
                      <a:pt x="0" y="327"/>
                    </a:cubicBezTo>
                    <a:cubicBezTo>
                      <a:pt x="0" y="508"/>
                      <a:pt x="146" y="654"/>
                      <a:pt x="327" y="654"/>
                    </a:cubicBezTo>
                    <a:cubicBezTo>
                      <a:pt x="509" y="654"/>
                      <a:pt x="654" y="507"/>
                      <a:pt x="654" y="327"/>
                    </a:cubicBezTo>
                    <a:cubicBezTo>
                      <a:pt x="654" y="147"/>
                      <a:pt x="509" y="1"/>
                      <a:pt x="3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43"/>
              <p:cNvSpPr/>
              <p:nvPr/>
            </p:nvSpPr>
            <p:spPr>
              <a:xfrm>
                <a:off x="6095700" y="4096300"/>
                <a:ext cx="16375" cy="16350"/>
              </a:xfrm>
              <a:custGeom>
                <a:avLst/>
                <a:gdLst/>
                <a:ahLst/>
                <a:cxnLst/>
                <a:rect l="l" t="t" r="r" b="b"/>
                <a:pathLst>
                  <a:path w="655" h="654" extrusionOk="0">
                    <a:moveTo>
                      <a:pt x="327" y="1"/>
                    </a:moveTo>
                    <a:cubicBezTo>
                      <a:pt x="145" y="1"/>
                      <a:pt x="1" y="147"/>
                      <a:pt x="1" y="327"/>
                    </a:cubicBezTo>
                    <a:cubicBezTo>
                      <a:pt x="1" y="508"/>
                      <a:pt x="145" y="654"/>
                      <a:pt x="327" y="654"/>
                    </a:cubicBezTo>
                    <a:cubicBezTo>
                      <a:pt x="508" y="654"/>
                      <a:pt x="654" y="507"/>
                      <a:pt x="654" y="327"/>
                    </a:cubicBezTo>
                    <a:cubicBezTo>
                      <a:pt x="654" y="147"/>
                      <a:pt x="508" y="1"/>
                      <a:pt x="3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43"/>
              <p:cNvSpPr/>
              <p:nvPr/>
            </p:nvSpPr>
            <p:spPr>
              <a:xfrm>
                <a:off x="6087125" y="4154300"/>
                <a:ext cx="7700" cy="26900"/>
              </a:xfrm>
              <a:custGeom>
                <a:avLst/>
                <a:gdLst/>
                <a:ahLst/>
                <a:cxnLst/>
                <a:rect l="l" t="t" r="r" b="b"/>
                <a:pathLst>
                  <a:path w="308" h="1076" extrusionOk="0">
                    <a:moveTo>
                      <a:pt x="0" y="1"/>
                    </a:moveTo>
                    <a:lnTo>
                      <a:pt x="0" y="743"/>
                    </a:lnTo>
                    <a:lnTo>
                      <a:pt x="308" y="1076"/>
                    </a:lnTo>
                    <a:lnTo>
                      <a:pt x="3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43"/>
              <p:cNvSpPr/>
              <p:nvPr/>
            </p:nvSpPr>
            <p:spPr>
              <a:xfrm>
                <a:off x="6113875" y="4051950"/>
                <a:ext cx="27925" cy="102450"/>
              </a:xfrm>
              <a:custGeom>
                <a:avLst/>
                <a:gdLst/>
                <a:ahLst/>
                <a:cxnLst/>
                <a:rect l="l" t="t" r="r" b="b"/>
                <a:pathLst>
                  <a:path w="1117" h="4098" extrusionOk="0">
                    <a:moveTo>
                      <a:pt x="0" y="0"/>
                    </a:moveTo>
                    <a:cubicBezTo>
                      <a:pt x="445" y="0"/>
                      <a:pt x="809" y="364"/>
                      <a:pt x="809" y="808"/>
                    </a:cubicBezTo>
                    <a:lnTo>
                      <a:pt x="809" y="3288"/>
                    </a:lnTo>
                    <a:cubicBezTo>
                      <a:pt x="809" y="3733"/>
                      <a:pt x="445" y="4097"/>
                      <a:pt x="0" y="4097"/>
                    </a:cubicBezTo>
                    <a:lnTo>
                      <a:pt x="308" y="4097"/>
                    </a:lnTo>
                    <a:cubicBezTo>
                      <a:pt x="753" y="4097"/>
                      <a:pt x="1116" y="3733"/>
                      <a:pt x="1116" y="3288"/>
                    </a:cubicBezTo>
                    <a:lnTo>
                      <a:pt x="1116" y="808"/>
                    </a:lnTo>
                    <a:cubicBezTo>
                      <a:pt x="1115" y="364"/>
                      <a:pt x="751" y="0"/>
                      <a:pt x="3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43"/>
              <p:cNvSpPr/>
              <p:nvPr/>
            </p:nvSpPr>
            <p:spPr>
              <a:xfrm>
                <a:off x="6389525" y="4008225"/>
                <a:ext cx="174975" cy="174900"/>
              </a:xfrm>
              <a:custGeom>
                <a:avLst/>
                <a:gdLst/>
                <a:ahLst/>
                <a:cxnLst/>
                <a:rect l="l" t="t" r="r" b="b"/>
                <a:pathLst>
                  <a:path w="6999" h="6996" extrusionOk="0">
                    <a:moveTo>
                      <a:pt x="3498" y="0"/>
                    </a:moveTo>
                    <a:cubicBezTo>
                      <a:pt x="1567" y="0"/>
                      <a:pt x="0" y="1566"/>
                      <a:pt x="0" y="3498"/>
                    </a:cubicBezTo>
                    <a:cubicBezTo>
                      <a:pt x="0" y="5430"/>
                      <a:pt x="1566" y="6996"/>
                      <a:pt x="3498" y="6996"/>
                    </a:cubicBezTo>
                    <a:cubicBezTo>
                      <a:pt x="5431" y="6996"/>
                      <a:pt x="6998" y="5430"/>
                      <a:pt x="6998" y="3498"/>
                    </a:cubicBezTo>
                    <a:cubicBezTo>
                      <a:pt x="6998" y="1567"/>
                      <a:pt x="5430" y="0"/>
                      <a:pt x="34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3"/>
              <p:cNvSpPr/>
              <p:nvPr/>
            </p:nvSpPr>
            <p:spPr>
              <a:xfrm>
                <a:off x="6415225" y="4033900"/>
                <a:ext cx="123500" cy="123550"/>
              </a:xfrm>
              <a:custGeom>
                <a:avLst/>
                <a:gdLst/>
                <a:ahLst/>
                <a:cxnLst/>
                <a:rect l="l" t="t" r="r" b="b"/>
                <a:pathLst>
                  <a:path w="4940" h="4942" extrusionOk="0">
                    <a:moveTo>
                      <a:pt x="2470" y="1"/>
                    </a:moveTo>
                    <a:cubicBezTo>
                      <a:pt x="1105" y="1"/>
                      <a:pt x="1" y="1106"/>
                      <a:pt x="1" y="2471"/>
                    </a:cubicBezTo>
                    <a:cubicBezTo>
                      <a:pt x="1" y="3835"/>
                      <a:pt x="1107" y="4941"/>
                      <a:pt x="2470" y="4941"/>
                    </a:cubicBezTo>
                    <a:cubicBezTo>
                      <a:pt x="3834" y="4941"/>
                      <a:pt x="4940" y="3834"/>
                      <a:pt x="4940" y="2471"/>
                    </a:cubicBezTo>
                    <a:cubicBezTo>
                      <a:pt x="4940" y="1108"/>
                      <a:pt x="3834" y="3"/>
                      <a:pt x="24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3"/>
              <p:cNvSpPr/>
              <p:nvPr/>
            </p:nvSpPr>
            <p:spPr>
              <a:xfrm>
                <a:off x="6473175" y="4033975"/>
                <a:ext cx="65600" cy="123500"/>
              </a:xfrm>
              <a:custGeom>
                <a:avLst/>
                <a:gdLst/>
                <a:ahLst/>
                <a:cxnLst/>
                <a:rect l="l" t="t" r="r" b="b"/>
                <a:pathLst>
                  <a:path w="2624" h="4940" extrusionOk="0">
                    <a:moveTo>
                      <a:pt x="154" y="0"/>
                    </a:moveTo>
                    <a:cubicBezTo>
                      <a:pt x="103" y="0"/>
                      <a:pt x="52" y="5"/>
                      <a:pt x="1" y="8"/>
                    </a:cubicBezTo>
                    <a:cubicBezTo>
                      <a:pt x="1292" y="89"/>
                      <a:pt x="2316" y="1159"/>
                      <a:pt x="2316" y="2469"/>
                    </a:cubicBezTo>
                    <a:cubicBezTo>
                      <a:pt x="2316" y="3781"/>
                      <a:pt x="1292" y="4851"/>
                      <a:pt x="1" y="4932"/>
                    </a:cubicBezTo>
                    <a:cubicBezTo>
                      <a:pt x="52" y="4934"/>
                      <a:pt x="103" y="4939"/>
                      <a:pt x="154" y="4939"/>
                    </a:cubicBezTo>
                    <a:cubicBezTo>
                      <a:pt x="1519" y="4939"/>
                      <a:pt x="2623" y="3834"/>
                      <a:pt x="2623" y="2469"/>
                    </a:cubicBezTo>
                    <a:cubicBezTo>
                      <a:pt x="2623" y="1105"/>
                      <a:pt x="1516" y="0"/>
                      <a:pt x="1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43"/>
              <p:cNvSpPr/>
              <p:nvPr/>
            </p:nvSpPr>
            <p:spPr>
              <a:xfrm>
                <a:off x="6441500" y="4072600"/>
                <a:ext cx="72550" cy="48575"/>
              </a:xfrm>
              <a:custGeom>
                <a:avLst/>
                <a:gdLst/>
                <a:ahLst/>
                <a:cxnLst/>
                <a:rect l="l" t="t" r="r" b="b"/>
                <a:pathLst>
                  <a:path w="2902" h="1943" extrusionOk="0">
                    <a:moveTo>
                      <a:pt x="2674" y="0"/>
                    </a:moveTo>
                    <a:lnTo>
                      <a:pt x="970" y="1490"/>
                    </a:lnTo>
                    <a:lnTo>
                      <a:pt x="223" y="858"/>
                    </a:lnTo>
                    <a:lnTo>
                      <a:pt x="1" y="1119"/>
                    </a:lnTo>
                    <a:lnTo>
                      <a:pt x="976" y="1943"/>
                    </a:lnTo>
                    <a:lnTo>
                      <a:pt x="2901" y="261"/>
                    </a:lnTo>
                    <a:lnTo>
                      <a:pt x="26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43"/>
              <p:cNvSpPr/>
              <p:nvPr/>
            </p:nvSpPr>
            <p:spPr>
              <a:xfrm>
                <a:off x="5974575" y="3656175"/>
                <a:ext cx="110200" cy="108350"/>
              </a:xfrm>
              <a:custGeom>
                <a:avLst/>
                <a:gdLst/>
                <a:ahLst/>
                <a:cxnLst/>
                <a:rect l="l" t="t" r="r" b="b"/>
                <a:pathLst>
                  <a:path w="4408" h="4334" extrusionOk="0">
                    <a:moveTo>
                      <a:pt x="2514" y="569"/>
                    </a:moveTo>
                    <a:cubicBezTo>
                      <a:pt x="3243" y="569"/>
                      <a:pt x="3839" y="1163"/>
                      <a:pt x="3839" y="1895"/>
                    </a:cubicBezTo>
                    <a:lnTo>
                      <a:pt x="3839" y="2437"/>
                    </a:lnTo>
                    <a:cubicBezTo>
                      <a:pt x="3839" y="3169"/>
                      <a:pt x="3245" y="3765"/>
                      <a:pt x="2514" y="3765"/>
                    </a:cubicBezTo>
                    <a:lnTo>
                      <a:pt x="1899" y="3765"/>
                    </a:lnTo>
                    <a:cubicBezTo>
                      <a:pt x="1166" y="3765"/>
                      <a:pt x="570" y="3170"/>
                      <a:pt x="570" y="2437"/>
                    </a:cubicBezTo>
                    <a:lnTo>
                      <a:pt x="570" y="1895"/>
                    </a:lnTo>
                    <a:cubicBezTo>
                      <a:pt x="570" y="1165"/>
                      <a:pt x="1166" y="569"/>
                      <a:pt x="1899" y="569"/>
                    </a:cubicBezTo>
                    <a:close/>
                    <a:moveTo>
                      <a:pt x="1896" y="0"/>
                    </a:moveTo>
                    <a:cubicBezTo>
                      <a:pt x="851" y="0"/>
                      <a:pt x="0" y="849"/>
                      <a:pt x="0" y="1895"/>
                    </a:cubicBezTo>
                    <a:lnTo>
                      <a:pt x="0" y="2437"/>
                    </a:lnTo>
                    <a:cubicBezTo>
                      <a:pt x="0" y="3484"/>
                      <a:pt x="851" y="4334"/>
                      <a:pt x="1896" y="4334"/>
                    </a:cubicBezTo>
                    <a:lnTo>
                      <a:pt x="2511" y="4334"/>
                    </a:lnTo>
                    <a:cubicBezTo>
                      <a:pt x="3558" y="4334"/>
                      <a:pt x="4408" y="3484"/>
                      <a:pt x="4408" y="2437"/>
                    </a:cubicBezTo>
                    <a:lnTo>
                      <a:pt x="4408" y="1895"/>
                    </a:lnTo>
                    <a:cubicBezTo>
                      <a:pt x="4408" y="851"/>
                      <a:pt x="3558" y="0"/>
                      <a:pt x="25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43"/>
              <p:cNvSpPr/>
              <p:nvPr/>
            </p:nvSpPr>
            <p:spPr>
              <a:xfrm>
                <a:off x="5949750" y="3718325"/>
                <a:ext cx="159900" cy="159875"/>
              </a:xfrm>
              <a:custGeom>
                <a:avLst/>
                <a:gdLst/>
                <a:ahLst/>
                <a:cxnLst/>
                <a:rect l="l" t="t" r="r" b="b"/>
                <a:pathLst>
                  <a:path w="6396" h="6395" extrusionOk="0">
                    <a:moveTo>
                      <a:pt x="1861" y="0"/>
                    </a:moveTo>
                    <a:cubicBezTo>
                      <a:pt x="837" y="0"/>
                      <a:pt x="0" y="838"/>
                      <a:pt x="0" y="1859"/>
                    </a:cubicBezTo>
                    <a:lnTo>
                      <a:pt x="0" y="4535"/>
                    </a:lnTo>
                    <a:cubicBezTo>
                      <a:pt x="0" y="5559"/>
                      <a:pt x="838" y="6395"/>
                      <a:pt x="1861" y="6395"/>
                    </a:cubicBezTo>
                    <a:lnTo>
                      <a:pt x="4536" y="6395"/>
                    </a:lnTo>
                    <a:cubicBezTo>
                      <a:pt x="5559" y="6395"/>
                      <a:pt x="6396" y="5559"/>
                      <a:pt x="6396" y="4535"/>
                    </a:cubicBezTo>
                    <a:lnTo>
                      <a:pt x="6396" y="1859"/>
                    </a:lnTo>
                    <a:cubicBezTo>
                      <a:pt x="6396" y="835"/>
                      <a:pt x="5559" y="0"/>
                      <a:pt x="45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43"/>
              <p:cNvSpPr/>
              <p:nvPr/>
            </p:nvSpPr>
            <p:spPr>
              <a:xfrm>
                <a:off x="5959800" y="3728400"/>
                <a:ext cx="149850" cy="149825"/>
              </a:xfrm>
              <a:custGeom>
                <a:avLst/>
                <a:gdLst/>
                <a:ahLst/>
                <a:cxnLst/>
                <a:rect l="l" t="t" r="r" b="b"/>
                <a:pathLst>
                  <a:path w="5994" h="5993" extrusionOk="0">
                    <a:moveTo>
                      <a:pt x="5284" y="1"/>
                    </a:moveTo>
                    <a:lnTo>
                      <a:pt x="5284" y="1"/>
                    </a:lnTo>
                    <a:cubicBezTo>
                      <a:pt x="5535" y="317"/>
                      <a:pt x="5687" y="717"/>
                      <a:pt x="5687" y="1150"/>
                    </a:cubicBezTo>
                    <a:lnTo>
                      <a:pt x="5687" y="3826"/>
                    </a:lnTo>
                    <a:cubicBezTo>
                      <a:pt x="5687" y="4850"/>
                      <a:pt x="4850" y="5685"/>
                      <a:pt x="3826" y="5685"/>
                    </a:cubicBezTo>
                    <a:lnTo>
                      <a:pt x="1151" y="5685"/>
                    </a:lnTo>
                    <a:cubicBezTo>
                      <a:pt x="717" y="5685"/>
                      <a:pt x="318" y="5535"/>
                      <a:pt x="1" y="5284"/>
                    </a:cubicBezTo>
                    <a:lnTo>
                      <a:pt x="1" y="5284"/>
                    </a:lnTo>
                    <a:cubicBezTo>
                      <a:pt x="341" y="5715"/>
                      <a:pt x="867" y="5993"/>
                      <a:pt x="1456" y="5993"/>
                    </a:cubicBezTo>
                    <a:lnTo>
                      <a:pt x="4132" y="5993"/>
                    </a:lnTo>
                    <a:cubicBezTo>
                      <a:pt x="5156" y="5993"/>
                      <a:pt x="5991" y="5157"/>
                      <a:pt x="5991" y="4134"/>
                    </a:cubicBezTo>
                    <a:lnTo>
                      <a:pt x="5991" y="1457"/>
                    </a:lnTo>
                    <a:cubicBezTo>
                      <a:pt x="5994" y="867"/>
                      <a:pt x="5715" y="341"/>
                      <a:pt x="52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43"/>
              <p:cNvSpPr/>
              <p:nvPr/>
            </p:nvSpPr>
            <p:spPr>
              <a:xfrm>
                <a:off x="6005700" y="3755950"/>
                <a:ext cx="47975" cy="94550"/>
              </a:xfrm>
              <a:custGeom>
                <a:avLst/>
                <a:gdLst/>
                <a:ahLst/>
                <a:cxnLst/>
                <a:rect l="l" t="t" r="r" b="b"/>
                <a:pathLst>
                  <a:path w="1919" h="3782" extrusionOk="0">
                    <a:moveTo>
                      <a:pt x="959" y="0"/>
                    </a:moveTo>
                    <a:cubicBezTo>
                      <a:pt x="430" y="0"/>
                      <a:pt x="1" y="430"/>
                      <a:pt x="1" y="960"/>
                    </a:cubicBezTo>
                    <a:cubicBezTo>
                      <a:pt x="1" y="1339"/>
                      <a:pt x="222" y="1665"/>
                      <a:pt x="542" y="1820"/>
                    </a:cubicBezTo>
                    <a:lnTo>
                      <a:pt x="66" y="3619"/>
                    </a:lnTo>
                    <a:cubicBezTo>
                      <a:pt x="48" y="3708"/>
                      <a:pt x="107" y="3781"/>
                      <a:pt x="199" y="3781"/>
                    </a:cubicBezTo>
                    <a:lnTo>
                      <a:pt x="1719" y="3781"/>
                    </a:lnTo>
                    <a:cubicBezTo>
                      <a:pt x="1810" y="3781"/>
                      <a:pt x="1871" y="3708"/>
                      <a:pt x="1851" y="3619"/>
                    </a:cubicBezTo>
                    <a:lnTo>
                      <a:pt x="1374" y="1820"/>
                    </a:lnTo>
                    <a:cubicBezTo>
                      <a:pt x="1696" y="1666"/>
                      <a:pt x="1918" y="1341"/>
                      <a:pt x="1918" y="960"/>
                    </a:cubicBezTo>
                    <a:cubicBezTo>
                      <a:pt x="1918" y="430"/>
                      <a:pt x="1489" y="0"/>
                      <a:pt x="9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3" name="Google Shape;723;p43"/>
            <p:cNvSpPr/>
            <p:nvPr/>
          </p:nvSpPr>
          <p:spPr>
            <a:xfrm>
              <a:off x="8497771" y="1604074"/>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43"/>
            <p:cNvSpPr/>
            <p:nvPr/>
          </p:nvSpPr>
          <p:spPr>
            <a:xfrm>
              <a:off x="7044200" y="228600"/>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43"/>
            <p:cNvSpPr/>
            <p:nvPr/>
          </p:nvSpPr>
          <p:spPr>
            <a:xfrm>
              <a:off x="8879600" y="1416701"/>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6" name="Google Shape;726;p43"/>
          <p:cNvSpPr txBox="1"/>
          <p:nvPr/>
        </p:nvSpPr>
        <p:spPr>
          <a:xfrm>
            <a:off x="4824000" y="1494350"/>
            <a:ext cx="3600000" cy="5541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a:solidFill>
                  <a:schemeClr val="lt1"/>
                </a:solidFill>
                <a:latin typeface="Montserrat Black"/>
                <a:ea typeface="Montserrat Black"/>
                <a:cs typeface="Montserrat Black"/>
                <a:sym typeface="Montserrat Black"/>
              </a:rPr>
              <a:t>ADVANTAGES</a:t>
            </a:r>
            <a:endParaRPr sz="2400">
              <a:solidFill>
                <a:schemeClr val="lt1"/>
              </a:solidFill>
              <a:latin typeface="Montserrat Black"/>
              <a:ea typeface="Montserrat Black"/>
              <a:cs typeface="Montserrat Black"/>
              <a:sym typeface="Montserrat Black"/>
            </a:endParaRPr>
          </a:p>
        </p:txBody>
      </p:sp>
      <p:sp>
        <p:nvSpPr>
          <p:cNvPr id="727" name="Google Shape;727;p43"/>
          <p:cNvSpPr/>
          <p:nvPr/>
        </p:nvSpPr>
        <p:spPr>
          <a:xfrm>
            <a:off x="5004150" y="2048606"/>
            <a:ext cx="791700" cy="791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43"/>
          <p:cNvSpPr/>
          <p:nvPr/>
        </p:nvSpPr>
        <p:spPr>
          <a:xfrm flipH="1">
            <a:off x="5004000" y="2048456"/>
            <a:ext cx="792000" cy="792000"/>
          </a:xfrm>
          <a:prstGeom prst="arc">
            <a:avLst>
              <a:gd name="adj1" fmla="val 3020"/>
              <a:gd name="adj2" fmla="val 16199761"/>
            </a:avLst>
          </a:prstGeom>
          <a:noFill/>
          <a:ln w="1143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43"/>
          <p:cNvSpPr txBox="1"/>
          <p:nvPr/>
        </p:nvSpPr>
        <p:spPr>
          <a:xfrm>
            <a:off x="5004000" y="2264456"/>
            <a:ext cx="792000" cy="360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Montserrat Black"/>
                <a:ea typeface="Montserrat Black"/>
                <a:cs typeface="Montserrat Black"/>
                <a:sym typeface="Montserrat Black"/>
              </a:rPr>
              <a:t>75%</a:t>
            </a:r>
            <a:endParaRPr sz="1600" b="1">
              <a:solidFill>
                <a:schemeClr val="lt1"/>
              </a:solidFill>
              <a:latin typeface="Montserrat Black"/>
              <a:ea typeface="Montserrat Black"/>
              <a:cs typeface="Montserrat Black"/>
              <a:sym typeface="Montserrat Black"/>
            </a:endParaRPr>
          </a:p>
        </p:txBody>
      </p:sp>
      <p:sp>
        <p:nvSpPr>
          <p:cNvPr id="730" name="Google Shape;730;p43"/>
          <p:cNvSpPr/>
          <p:nvPr/>
        </p:nvSpPr>
        <p:spPr>
          <a:xfrm>
            <a:off x="6228150" y="2048606"/>
            <a:ext cx="791700" cy="791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3"/>
          <p:cNvSpPr/>
          <p:nvPr/>
        </p:nvSpPr>
        <p:spPr>
          <a:xfrm flipH="1">
            <a:off x="6228000" y="2048456"/>
            <a:ext cx="792000" cy="792000"/>
          </a:xfrm>
          <a:prstGeom prst="arc">
            <a:avLst>
              <a:gd name="adj1" fmla="val 20289834"/>
              <a:gd name="adj2" fmla="val 16199761"/>
            </a:avLst>
          </a:prstGeom>
          <a:noFill/>
          <a:ln w="1143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3"/>
          <p:cNvSpPr txBox="1"/>
          <p:nvPr/>
        </p:nvSpPr>
        <p:spPr>
          <a:xfrm>
            <a:off x="6228000" y="2264456"/>
            <a:ext cx="792000" cy="360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Montserrat Black"/>
                <a:ea typeface="Montserrat Black"/>
                <a:cs typeface="Montserrat Black"/>
                <a:sym typeface="Montserrat Black"/>
              </a:rPr>
              <a:t>80%</a:t>
            </a:r>
            <a:endParaRPr sz="1600" b="1">
              <a:solidFill>
                <a:schemeClr val="lt1"/>
              </a:solidFill>
              <a:latin typeface="Montserrat Black"/>
              <a:ea typeface="Montserrat Black"/>
              <a:cs typeface="Montserrat Black"/>
              <a:sym typeface="Montserrat Black"/>
            </a:endParaRPr>
          </a:p>
        </p:txBody>
      </p:sp>
      <p:sp>
        <p:nvSpPr>
          <p:cNvPr id="733" name="Google Shape;733;p43"/>
          <p:cNvSpPr/>
          <p:nvPr/>
        </p:nvSpPr>
        <p:spPr>
          <a:xfrm>
            <a:off x="7452300" y="2048606"/>
            <a:ext cx="791400" cy="791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43"/>
          <p:cNvSpPr/>
          <p:nvPr/>
        </p:nvSpPr>
        <p:spPr>
          <a:xfrm flipH="1">
            <a:off x="7452150" y="2048456"/>
            <a:ext cx="791700" cy="792000"/>
          </a:xfrm>
          <a:prstGeom prst="arc">
            <a:avLst>
              <a:gd name="adj1" fmla="val 17493568"/>
              <a:gd name="adj2" fmla="val 16199761"/>
            </a:avLst>
          </a:prstGeom>
          <a:noFill/>
          <a:ln w="1143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43"/>
          <p:cNvSpPr txBox="1"/>
          <p:nvPr/>
        </p:nvSpPr>
        <p:spPr>
          <a:xfrm>
            <a:off x="7452000" y="2264456"/>
            <a:ext cx="792000" cy="360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Montserrat Black"/>
                <a:ea typeface="Montserrat Black"/>
                <a:cs typeface="Montserrat Black"/>
                <a:sym typeface="Montserrat Black"/>
              </a:rPr>
              <a:t>95%</a:t>
            </a:r>
            <a:endParaRPr sz="1600" b="1">
              <a:solidFill>
                <a:schemeClr val="lt1"/>
              </a:solidFill>
              <a:latin typeface="Montserrat Black"/>
              <a:ea typeface="Montserrat Black"/>
              <a:cs typeface="Montserrat Black"/>
              <a:sym typeface="Montserrat Black"/>
            </a:endParaRPr>
          </a:p>
        </p:txBody>
      </p:sp>
      <p:sp>
        <p:nvSpPr>
          <p:cNvPr id="736" name="Google Shape;736;p43"/>
          <p:cNvSpPr txBox="1"/>
          <p:nvPr/>
        </p:nvSpPr>
        <p:spPr>
          <a:xfrm>
            <a:off x="4824000" y="2898050"/>
            <a:ext cx="1152000" cy="360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Montserrat Black"/>
                <a:ea typeface="Montserrat Black"/>
                <a:cs typeface="Montserrat Black"/>
                <a:sym typeface="Montserrat Black"/>
              </a:rPr>
              <a:t>EARTH</a:t>
            </a:r>
            <a:endParaRPr b="1">
              <a:solidFill>
                <a:schemeClr val="dk1"/>
              </a:solidFill>
              <a:latin typeface="Montserrat Black"/>
              <a:ea typeface="Montserrat Black"/>
              <a:cs typeface="Montserrat Black"/>
              <a:sym typeface="Montserrat Black"/>
            </a:endParaRPr>
          </a:p>
        </p:txBody>
      </p:sp>
      <p:sp>
        <p:nvSpPr>
          <p:cNvPr id="737" name="Google Shape;737;p43"/>
          <p:cNvSpPr txBox="1"/>
          <p:nvPr/>
        </p:nvSpPr>
        <p:spPr>
          <a:xfrm>
            <a:off x="6048000" y="2898050"/>
            <a:ext cx="1152000" cy="360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Montserrat Black"/>
                <a:ea typeface="Montserrat Black"/>
                <a:cs typeface="Montserrat Black"/>
                <a:sym typeface="Montserrat Black"/>
              </a:rPr>
              <a:t>VENUS</a:t>
            </a:r>
            <a:endParaRPr b="1">
              <a:solidFill>
                <a:schemeClr val="dk1"/>
              </a:solidFill>
              <a:latin typeface="Montserrat Black"/>
              <a:ea typeface="Montserrat Black"/>
              <a:cs typeface="Montserrat Black"/>
              <a:sym typeface="Montserrat Black"/>
            </a:endParaRPr>
          </a:p>
        </p:txBody>
      </p:sp>
      <p:sp>
        <p:nvSpPr>
          <p:cNvPr id="738" name="Google Shape;738;p43"/>
          <p:cNvSpPr txBox="1"/>
          <p:nvPr/>
        </p:nvSpPr>
        <p:spPr>
          <a:xfrm>
            <a:off x="7272000" y="2898050"/>
            <a:ext cx="1152000" cy="360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Montserrat Black"/>
                <a:ea typeface="Montserrat Black"/>
                <a:cs typeface="Montserrat Black"/>
                <a:sym typeface="Montserrat Black"/>
              </a:rPr>
              <a:t>SATURN</a:t>
            </a:r>
            <a:endParaRPr b="1">
              <a:solidFill>
                <a:schemeClr val="dk1"/>
              </a:solidFill>
              <a:latin typeface="Montserrat Black"/>
              <a:ea typeface="Montserrat Black"/>
              <a:cs typeface="Montserrat Black"/>
              <a:sym typeface="Montserrat Black"/>
            </a:endParaRPr>
          </a:p>
        </p:txBody>
      </p:sp>
      <p:sp>
        <p:nvSpPr>
          <p:cNvPr id="739" name="Google Shape;739;p43"/>
          <p:cNvSpPr txBox="1"/>
          <p:nvPr/>
        </p:nvSpPr>
        <p:spPr>
          <a:xfrm>
            <a:off x="4824000" y="3258038"/>
            <a:ext cx="3600000" cy="5541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a:solidFill>
                  <a:schemeClr val="lt1"/>
                </a:solidFill>
                <a:latin typeface="Montserrat Black"/>
                <a:ea typeface="Montserrat Black"/>
                <a:cs typeface="Montserrat Black"/>
                <a:sym typeface="Montserrat Black"/>
              </a:rPr>
              <a:t>FEATURES</a:t>
            </a:r>
            <a:endParaRPr sz="2400">
              <a:solidFill>
                <a:schemeClr val="lt1"/>
              </a:solidFill>
              <a:latin typeface="Montserrat Black"/>
              <a:ea typeface="Montserrat Black"/>
              <a:cs typeface="Montserrat Black"/>
              <a:sym typeface="Montserrat Black"/>
            </a:endParaRPr>
          </a:p>
        </p:txBody>
      </p:sp>
      <p:sp>
        <p:nvSpPr>
          <p:cNvPr id="740" name="Google Shape;740;p43"/>
          <p:cNvSpPr txBox="1"/>
          <p:nvPr/>
        </p:nvSpPr>
        <p:spPr>
          <a:xfrm>
            <a:off x="7272000" y="3812150"/>
            <a:ext cx="1152000" cy="36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Montserrat Black"/>
                <a:ea typeface="Montserrat Black"/>
                <a:cs typeface="Montserrat Black"/>
                <a:sym typeface="Montserrat Black"/>
              </a:rPr>
              <a:t>NEPTUNE</a:t>
            </a:r>
            <a:endParaRPr b="1">
              <a:solidFill>
                <a:schemeClr val="dk1"/>
              </a:solidFill>
              <a:latin typeface="Montserrat Black"/>
              <a:ea typeface="Montserrat Black"/>
              <a:cs typeface="Montserrat Black"/>
              <a:sym typeface="Montserrat Black"/>
            </a:endParaRPr>
          </a:p>
        </p:txBody>
      </p:sp>
      <p:sp>
        <p:nvSpPr>
          <p:cNvPr id="741" name="Google Shape;741;p43"/>
          <p:cNvSpPr txBox="1"/>
          <p:nvPr/>
        </p:nvSpPr>
        <p:spPr>
          <a:xfrm>
            <a:off x="7272000" y="4242600"/>
            <a:ext cx="1152000" cy="36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Montserrat Black"/>
                <a:ea typeface="Montserrat Black"/>
                <a:cs typeface="Montserrat Black"/>
                <a:sym typeface="Montserrat Black"/>
              </a:rPr>
              <a:t>MERCURY</a:t>
            </a:r>
            <a:endParaRPr b="1">
              <a:solidFill>
                <a:schemeClr val="dk1"/>
              </a:solidFill>
              <a:latin typeface="Montserrat Black"/>
              <a:ea typeface="Montserrat Black"/>
              <a:cs typeface="Montserrat Black"/>
              <a:sym typeface="Montserrat Black"/>
            </a:endParaRPr>
          </a:p>
        </p:txBody>
      </p:sp>
      <p:sp>
        <p:nvSpPr>
          <p:cNvPr id="742" name="Google Shape;742;p43"/>
          <p:cNvSpPr/>
          <p:nvPr/>
        </p:nvSpPr>
        <p:spPr>
          <a:xfrm>
            <a:off x="4824000" y="3812150"/>
            <a:ext cx="2448000" cy="36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43"/>
          <p:cNvSpPr/>
          <p:nvPr/>
        </p:nvSpPr>
        <p:spPr>
          <a:xfrm>
            <a:off x="4824000" y="4242600"/>
            <a:ext cx="2448000" cy="36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43"/>
          <p:cNvSpPr/>
          <p:nvPr/>
        </p:nvSpPr>
        <p:spPr>
          <a:xfrm>
            <a:off x="5580000" y="3812150"/>
            <a:ext cx="930600" cy="3600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43"/>
          <p:cNvSpPr/>
          <p:nvPr/>
        </p:nvSpPr>
        <p:spPr>
          <a:xfrm>
            <a:off x="5580000" y="4242600"/>
            <a:ext cx="1269000" cy="3600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43"/>
          <p:cNvSpPr txBox="1"/>
          <p:nvPr/>
        </p:nvSpPr>
        <p:spPr>
          <a:xfrm>
            <a:off x="4824000" y="3813050"/>
            <a:ext cx="756000" cy="360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Montserrat Black"/>
                <a:ea typeface="Montserrat Black"/>
                <a:cs typeface="Montserrat Black"/>
                <a:sym typeface="Montserrat Black"/>
              </a:rPr>
              <a:t>55%</a:t>
            </a:r>
            <a:endParaRPr sz="1600" b="1">
              <a:solidFill>
                <a:schemeClr val="lt1"/>
              </a:solidFill>
              <a:latin typeface="Montserrat Black"/>
              <a:ea typeface="Montserrat Black"/>
              <a:cs typeface="Montserrat Black"/>
              <a:sym typeface="Montserrat Black"/>
            </a:endParaRPr>
          </a:p>
        </p:txBody>
      </p:sp>
      <p:sp>
        <p:nvSpPr>
          <p:cNvPr id="747" name="Google Shape;747;p43"/>
          <p:cNvSpPr txBox="1"/>
          <p:nvPr/>
        </p:nvSpPr>
        <p:spPr>
          <a:xfrm>
            <a:off x="4824000" y="4243500"/>
            <a:ext cx="756000" cy="360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Montserrat Black"/>
                <a:ea typeface="Montserrat Black"/>
                <a:cs typeface="Montserrat Black"/>
                <a:sym typeface="Montserrat Black"/>
              </a:rPr>
              <a:t>75%</a:t>
            </a:r>
            <a:endParaRPr sz="1600" b="1">
              <a:solidFill>
                <a:schemeClr val="lt1"/>
              </a:solidFill>
              <a:latin typeface="Montserrat Black"/>
              <a:ea typeface="Montserrat Black"/>
              <a:cs typeface="Montserrat Black"/>
              <a:sym typeface="Montserrat Black"/>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44"/>
          <p:cNvSpPr/>
          <p:nvPr/>
        </p:nvSpPr>
        <p:spPr>
          <a:xfrm>
            <a:off x="4914000" y="1303950"/>
            <a:ext cx="504000" cy="503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53" name="Google Shape;753;p44"/>
          <p:cNvSpPr/>
          <p:nvPr/>
        </p:nvSpPr>
        <p:spPr>
          <a:xfrm>
            <a:off x="1404000" y="3643950"/>
            <a:ext cx="504000" cy="5040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54" name="Google Shape;754;p44"/>
          <p:cNvSpPr txBox="1">
            <a:spLocks noGrp="1"/>
          </p:cNvSpPr>
          <p:nvPr>
            <p:ph type="subTitle" idx="14"/>
          </p:nvPr>
        </p:nvSpPr>
        <p:spPr>
          <a:xfrm>
            <a:off x="5494200" y="4096800"/>
            <a:ext cx="2246400" cy="504000"/>
          </a:xfrm>
          <a:prstGeom prst="rect">
            <a:avLst/>
          </a:prstGeom>
        </p:spPr>
        <p:txBody>
          <a:bodyPr spcFirstLastPara="1" wrap="square" lIns="90000" tIns="91425" rIns="90000" bIns="91425" anchor="t" anchorCtr="0">
            <a:noAutofit/>
          </a:bodyPr>
          <a:lstStyle/>
          <a:p>
            <a:pPr marL="0" lvl="0" indent="0" algn="l" rtl="0">
              <a:spcBef>
                <a:spcPts val="0"/>
              </a:spcBef>
              <a:spcAft>
                <a:spcPts val="0"/>
              </a:spcAft>
              <a:buNone/>
            </a:pPr>
            <a:r>
              <a:rPr lang="en"/>
              <a:t>Earth is the only planet that harbors life</a:t>
            </a:r>
            <a:endParaRPr/>
          </a:p>
        </p:txBody>
      </p:sp>
      <p:sp>
        <p:nvSpPr>
          <p:cNvPr id="755" name="Google Shape;755;p44"/>
          <p:cNvSpPr txBox="1">
            <a:spLocks noGrp="1"/>
          </p:cNvSpPr>
          <p:nvPr>
            <p:ph type="subTitle" idx="7"/>
          </p:nvPr>
        </p:nvSpPr>
        <p:spPr>
          <a:xfrm>
            <a:off x="1984200" y="4096800"/>
            <a:ext cx="2246400" cy="504000"/>
          </a:xfrm>
          <a:prstGeom prst="rect">
            <a:avLst/>
          </a:prstGeom>
        </p:spPr>
        <p:txBody>
          <a:bodyPr spcFirstLastPara="1" wrap="square" lIns="90000" tIns="91425" rIns="90000" bIns="91425" anchor="t" anchorCtr="0">
            <a:noAutofit/>
          </a:bodyPr>
          <a:lstStyle/>
          <a:p>
            <a:pPr marL="0" lvl="0" indent="0" algn="l" rtl="0">
              <a:spcBef>
                <a:spcPts val="0"/>
              </a:spcBef>
              <a:spcAft>
                <a:spcPts val="0"/>
              </a:spcAft>
              <a:buNone/>
            </a:pPr>
            <a:r>
              <a:rPr lang="en"/>
              <a:t>Saturn is a gas giant and has several rings</a:t>
            </a:r>
            <a:endParaRPr/>
          </a:p>
        </p:txBody>
      </p:sp>
      <p:sp>
        <p:nvSpPr>
          <p:cNvPr id="756" name="Google Shape;756;p44"/>
          <p:cNvSpPr txBox="1">
            <a:spLocks noGrp="1"/>
          </p:cNvSpPr>
          <p:nvPr>
            <p:ph type="subTitle" idx="5"/>
          </p:nvPr>
        </p:nvSpPr>
        <p:spPr>
          <a:xfrm>
            <a:off x="1984200" y="2926500"/>
            <a:ext cx="2246400" cy="504000"/>
          </a:xfrm>
          <a:prstGeom prst="rect">
            <a:avLst/>
          </a:prstGeom>
        </p:spPr>
        <p:txBody>
          <a:bodyPr spcFirstLastPara="1" wrap="square" lIns="90000" tIns="91425" rIns="90000" bIns="91425" anchor="t" anchorCtr="0">
            <a:noAutofit/>
          </a:bodyPr>
          <a:lstStyle/>
          <a:p>
            <a:pPr marL="0" lvl="0" indent="0" algn="l" rtl="0">
              <a:spcBef>
                <a:spcPts val="0"/>
              </a:spcBef>
              <a:spcAft>
                <a:spcPts val="0"/>
              </a:spcAft>
              <a:buNone/>
            </a:pPr>
            <a:r>
              <a:rPr lang="en"/>
              <a:t>Jupiter is the biggest planet of them all</a:t>
            </a:r>
            <a:endParaRPr/>
          </a:p>
        </p:txBody>
      </p:sp>
      <p:sp>
        <p:nvSpPr>
          <p:cNvPr id="757" name="Google Shape;757;p44"/>
          <p:cNvSpPr txBox="1">
            <a:spLocks noGrp="1"/>
          </p:cNvSpPr>
          <p:nvPr>
            <p:ph type="subTitle" idx="9"/>
          </p:nvPr>
        </p:nvSpPr>
        <p:spPr>
          <a:xfrm>
            <a:off x="5494200" y="2926500"/>
            <a:ext cx="2246400" cy="504000"/>
          </a:xfrm>
          <a:prstGeom prst="rect">
            <a:avLst/>
          </a:prstGeom>
        </p:spPr>
        <p:txBody>
          <a:bodyPr spcFirstLastPara="1" wrap="square" lIns="90000" tIns="91425" rIns="90000" bIns="91425" anchor="t" anchorCtr="0">
            <a:noAutofit/>
          </a:bodyPr>
          <a:lstStyle/>
          <a:p>
            <a:pPr marL="0" lvl="0" indent="0" algn="l" rtl="0">
              <a:spcBef>
                <a:spcPts val="0"/>
              </a:spcBef>
              <a:spcAft>
                <a:spcPts val="0"/>
              </a:spcAft>
              <a:buNone/>
            </a:pPr>
            <a:r>
              <a:rPr lang="en"/>
              <a:t>Despite being red, Mars is a cold place</a:t>
            </a:r>
            <a:endParaRPr/>
          </a:p>
        </p:txBody>
      </p:sp>
      <p:sp>
        <p:nvSpPr>
          <p:cNvPr id="758" name="Google Shape;758;p44"/>
          <p:cNvSpPr txBox="1">
            <a:spLocks noGrp="1"/>
          </p:cNvSpPr>
          <p:nvPr>
            <p:ph type="subTitle" idx="3"/>
          </p:nvPr>
        </p:nvSpPr>
        <p:spPr>
          <a:xfrm>
            <a:off x="5494200" y="1756800"/>
            <a:ext cx="2246400" cy="504000"/>
          </a:xfrm>
          <a:prstGeom prst="rect">
            <a:avLst/>
          </a:prstGeom>
        </p:spPr>
        <p:txBody>
          <a:bodyPr spcFirstLastPara="1" wrap="square" lIns="90000" tIns="91425" rIns="90000" bIns="91425" anchor="t" anchorCtr="0">
            <a:noAutofit/>
          </a:bodyPr>
          <a:lstStyle/>
          <a:p>
            <a:pPr marL="0" lvl="0" indent="0" algn="l" rtl="0">
              <a:spcBef>
                <a:spcPts val="0"/>
              </a:spcBef>
              <a:spcAft>
                <a:spcPts val="0"/>
              </a:spcAft>
              <a:buNone/>
            </a:pPr>
            <a:r>
              <a:rPr lang="en"/>
              <a:t>Venus is the second planet from the Sun</a:t>
            </a:r>
            <a:endParaRPr/>
          </a:p>
        </p:txBody>
      </p:sp>
      <p:sp>
        <p:nvSpPr>
          <p:cNvPr id="759" name="Google Shape;759;p44"/>
          <p:cNvSpPr txBox="1">
            <a:spLocks noGrp="1"/>
          </p:cNvSpPr>
          <p:nvPr>
            <p:ph type="title" idx="8"/>
          </p:nvPr>
        </p:nvSpPr>
        <p:spPr>
          <a:xfrm>
            <a:off x="5494200" y="2448600"/>
            <a:ext cx="2246400" cy="554100"/>
          </a:xfrm>
          <a:prstGeom prst="rect">
            <a:avLst/>
          </a:prstGeom>
        </p:spPr>
        <p:txBody>
          <a:bodyPr spcFirstLastPara="1" wrap="square" lIns="90000" tIns="91425" rIns="90000" bIns="91425" anchor="b" anchorCtr="0">
            <a:noAutofit/>
          </a:bodyPr>
          <a:lstStyle/>
          <a:p>
            <a:pPr marL="0" lvl="0" indent="0" algn="l" rtl="0">
              <a:spcBef>
                <a:spcPts val="0"/>
              </a:spcBef>
              <a:spcAft>
                <a:spcPts val="0"/>
              </a:spcAft>
              <a:buNone/>
            </a:pPr>
            <a:r>
              <a:rPr lang="en"/>
              <a:t>MARS</a:t>
            </a:r>
            <a:endParaRPr/>
          </a:p>
        </p:txBody>
      </p:sp>
      <p:sp>
        <p:nvSpPr>
          <p:cNvPr id="760" name="Google Shape;760;p44"/>
          <p:cNvSpPr txBox="1">
            <a:spLocks noGrp="1"/>
          </p:cNvSpPr>
          <p:nvPr>
            <p:ph type="title"/>
          </p:nvPr>
        </p:nvSpPr>
        <p:spPr>
          <a:xfrm>
            <a:off x="1984200" y="1278600"/>
            <a:ext cx="2246400" cy="554100"/>
          </a:xfrm>
          <a:prstGeom prst="rect">
            <a:avLst/>
          </a:prstGeom>
        </p:spPr>
        <p:txBody>
          <a:bodyPr spcFirstLastPara="1" wrap="square" lIns="90000" tIns="91425" rIns="90000" bIns="91425" anchor="b" anchorCtr="0">
            <a:noAutofit/>
          </a:bodyPr>
          <a:lstStyle/>
          <a:p>
            <a:pPr marL="0" lvl="0" indent="0" algn="l" rtl="0">
              <a:spcBef>
                <a:spcPts val="0"/>
              </a:spcBef>
              <a:spcAft>
                <a:spcPts val="0"/>
              </a:spcAft>
              <a:buNone/>
            </a:pPr>
            <a:r>
              <a:rPr lang="en"/>
              <a:t>MERCURY</a:t>
            </a:r>
            <a:endParaRPr/>
          </a:p>
        </p:txBody>
      </p:sp>
      <p:sp>
        <p:nvSpPr>
          <p:cNvPr id="761" name="Google Shape;761;p44"/>
          <p:cNvSpPr txBox="1">
            <a:spLocks noGrp="1"/>
          </p:cNvSpPr>
          <p:nvPr>
            <p:ph type="subTitle" idx="1"/>
          </p:nvPr>
        </p:nvSpPr>
        <p:spPr>
          <a:xfrm>
            <a:off x="1984200" y="1756500"/>
            <a:ext cx="2246400" cy="504000"/>
          </a:xfrm>
          <a:prstGeom prst="rect">
            <a:avLst/>
          </a:prstGeom>
        </p:spPr>
        <p:txBody>
          <a:bodyPr spcFirstLastPara="1" wrap="square" lIns="90000" tIns="91425" rIns="90000" bIns="91425" anchor="t" anchorCtr="0">
            <a:noAutofit/>
          </a:bodyPr>
          <a:lstStyle/>
          <a:p>
            <a:pPr marL="0" lvl="0" indent="0" algn="l" rtl="0">
              <a:spcBef>
                <a:spcPts val="0"/>
              </a:spcBef>
              <a:spcAft>
                <a:spcPts val="0"/>
              </a:spcAft>
              <a:buNone/>
            </a:pPr>
            <a:r>
              <a:rPr lang="en"/>
              <a:t>Mercury is the closest planet to the Sun</a:t>
            </a:r>
            <a:endParaRPr/>
          </a:p>
        </p:txBody>
      </p:sp>
      <p:sp>
        <p:nvSpPr>
          <p:cNvPr id="762" name="Google Shape;762;p44"/>
          <p:cNvSpPr txBox="1">
            <a:spLocks noGrp="1"/>
          </p:cNvSpPr>
          <p:nvPr>
            <p:ph type="title" idx="2"/>
          </p:nvPr>
        </p:nvSpPr>
        <p:spPr>
          <a:xfrm>
            <a:off x="5494200" y="1278900"/>
            <a:ext cx="2246400" cy="554100"/>
          </a:xfrm>
          <a:prstGeom prst="rect">
            <a:avLst/>
          </a:prstGeom>
        </p:spPr>
        <p:txBody>
          <a:bodyPr spcFirstLastPara="1" wrap="square" lIns="90000" tIns="91425" rIns="90000" bIns="91425" anchor="b" anchorCtr="0">
            <a:noAutofit/>
          </a:bodyPr>
          <a:lstStyle/>
          <a:p>
            <a:pPr marL="0" lvl="0" indent="0" algn="l" rtl="0">
              <a:spcBef>
                <a:spcPts val="0"/>
              </a:spcBef>
              <a:spcAft>
                <a:spcPts val="0"/>
              </a:spcAft>
              <a:buNone/>
            </a:pPr>
            <a:r>
              <a:rPr lang="en"/>
              <a:t>VENUS</a:t>
            </a:r>
            <a:endParaRPr/>
          </a:p>
        </p:txBody>
      </p:sp>
      <p:sp>
        <p:nvSpPr>
          <p:cNvPr id="763" name="Google Shape;763;p44"/>
          <p:cNvSpPr txBox="1">
            <a:spLocks noGrp="1"/>
          </p:cNvSpPr>
          <p:nvPr>
            <p:ph type="title" idx="4"/>
          </p:nvPr>
        </p:nvSpPr>
        <p:spPr>
          <a:xfrm>
            <a:off x="1984200" y="2448600"/>
            <a:ext cx="2246400" cy="554100"/>
          </a:xfrm>
          <a:prstGeom prst="rect">
            <a:avLst/>
          </a:prstGeom>
        </p:spPr>
        <p:txBody>
          <a:bodyPr spcFirstLastPara="1" wrap="square" lIns="90000" tIns="91425" rIns="90000" bIns="91425" anchor="b" anchorCtr="0">
            <a:noAutofit/>
          </a:bodyPr>
          <a:lstStyle/>
          <a:p>
            <a:pPr marL="0" lvl="0" indent="0" algn="l" rtl="0">
              <a:spcBef>
                <a:spcPts val="0"/>
              </a:spcBef>
              <a:spcAft>
                <a:spcPts val="0"/>
              </a:spcAft>
              <a:buNone/>
            </a:pPr>
            <a:r>
              <a:rPr lang="en"/>
              <a:t>JUPITER</a:t>
            </a:r>
            <a:endParaRPr/>
          </a:p>
        </p:txBody>
      </p:sp>
      <p:sp>
        <p:nvSpPr>
          <p:cNvPr id="764" name="Google Shape;764;p44"/>
          <p:cNvSpPr txBox="1">
            <a:spLocks noGrp="1"/>
          </p:cNvSpPr>
          <p:nvPr>
            <p:ph type="title" idx="6"/>
          </p:nvPr>
        </p:nvSpPr>
        <p:spPr>
          <a:xfrm>
            <a:off x="1984200" y="3618900"/>
            <a:ext cx="2246400" cy="554100"/>
          </a:xfrm>
          <a:prstGeom prst="rect">
            <a:avLst/>
          </a:prstGeom>
        </p:spPr>
        <p:txBody>
          <a:bodyPr spcFirstLastPara="1" wrap="square" lIns="90000" tIns="91425" rIns="90000" bIns="91425" anchor="b" anchorCtr="0">
            <a:noAutofit/>
          </a:bodyPr>
          <a:lstStyle/>
          <a:p>
            <a:pPr marL="0" lvl="0" indent="0" algn="l" rtl="0">
              <a:spcBef>
                <a:spcPts val="0"/>
              </a:spcBef>
              <a:spcAft>
                <a:spcPts val="0"/>
              </a:spcAft>
              <a:buNone/>
            </a:pPr>
            <a:r>
              <a:rPr lang="en"/>
              <a:t>SATURN</a:t>
            </a:r>
            <a:endParaRPr/>
          </a:p>
        </p:txBody>
      </p:sp>
      <p:sp>
        <p:nvSpPr>
          <p:cNvPr id="765" name="Google Shape;765;p44"/>
          <p:cNvSpPr txBox="1">
            <a:spLocks noGrp="1"/>
          </p:cNvSpPr>
          <p:nvPr>
            <p:ph type="title" idx="13"/>
          </p:nvPr>
        </p:nvSpPr>
        <p:spPr>
          <a:xfrm>
            <a:off x="5494200" y="3618900"/>
            <a:ext cx="2246400" cy="554100"/>
          </a:xfrm>
          <a:prstGeom prst="rect">
            <a:avLst/>
          </a:prstGeom>
        </p:spPr>
        <p:txBody>
          <a:bodyPr spcFirstLastPara="1" wrap="square" lIns="90000" tIns="91425" rIns="90000" bIns="91425" anchor="b" anchorCtr="0">
            <a:noAutofit/>
          </a:bodyPr>
          <a:lstStyle/>
          <a:p>
            <a:pPr marL="0" lvl="0" indent="0" algn="l" rtl="0">
              <a:spcBef>
                <a:spcPts val="0"/>
              </a:spcBef>
              <a:spcAft>
                <a:spcPts val="0"/>
              </a:spcAft>
              <a:buNone/>
            </a:pPr>
            <a:r>
              <a:rPr lang="en"/>
              <a:t>EARTH</a:t>
            </a:r>
            <a:endParaRPr/>
          </a:p>
        </p:txBody>
      </p:sp>
      <p:sp>
        <p:nvSpPr>
          <p:cNvPr id="766" name="Google Shape;766;p44"/>
          <p:cNvSpPr txBox="1">
            <a:spLocks noGrp="1"/>
          </p:cNvSpPr>
          <p:nvPr>
            <p:ph type="title" idx="15"/>
          </p:nvPr>
        </p:nvSpPr>
        <p:spPr>
          <a:xfrm>
            <a:off x="720000" y="540000"/>
            <a:ext cx="7704000" cy="676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OUR ACADEMIC AREAS</a:t>
            </a:r>
            <a:endParaRPr/>
          </a:p>
        </p:txBody>
      </p:sp>
      <p:sp>
        <p:nvSpPr>
          <p:cNvPr id="767" name="Google Shape;767;p44"/>
          <p:cNvSpPr/>
          <p:nvPr/>
        </p:nvSpPr>
        <p:spPr>
          <a:xfrm>
            <a:off x="1404000" y="2473950"/>
            <a:ext cx="504000" cy="503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68" name="Google Shape;768;p44"/>
          <p:cNvSpPr/>
          <p:nvPr/>
        </p:nvSpPr>
        <p:spPr>
          <a:xfrm>
            <a:off x="4914000" y="3643950"/>
            <a:ext cx="504000" cy="5040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69" name="Google Shape;769;p44"/>
          <p:cNvSpPr/>
          <p:nvPr/>
        </p:nvSpPr>
        <p:spPr>
          <a:xfrm>
            <a:off x="4914000" y="2473950"/>
            <a:ext cx="504000" cy="503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70" name="Google Shape;770;p44"/>
          <p:cNvSpPr/>
          <p:nvPr/>
        </p:nvSpPr>
        <p:spPr>
          <a:xfrm>
            <a:off x="1404000" y="1303950"/>
            <a:ext cx="504000" cy="503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771" name="Google Shape;771;p44"/>
          <p:cNvGrpSpPr/>
          <p:nvPr/>
        </p:nvGrpSpPr>
        <p:grpSpPr>
          <a:xfrm>
            <a:off x="76190" y="76211"/>
            <a:ext cx="1399466" cy="1919431"/>
            <a:chOff x="76190" y="76211"/>
            <a:chExt cx="1399466" cy="1919431"/>
          </a:xfrm>
        </p:grpSpPr>
        <p:sp>
          <p:nvSpPr>
            <p:cNvPr id="772" name="Google Shape;772;p44"/>
            <p:cNvSpPr/>
            <p:nvPr/>
          </p:nvSpPr>
          <p:spPr>
            <a:xfrm>
              <a:off x="76190"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3" name="Google Shape;773;p44"/>
            <p:cNvGrpSpPr/>
            <p:nvPr/>
          </p:nvGrpSpPr>
          <p:grpSpPr>
            <a:xfrm>
              <a:off x="228600" y="228600"/>
              <a:ext cx="1023557" cy="1199891"/>
              <a:chOff x="112075" y="-185574"/>
              <a:chExt cx="1023557" cy="1199891"/>
            </a:xfrm>
          </p:grpSpPr>
          <p:sp>
            <p:nvSpPr>
              <p:cNvPr id="774" name="Google Shape;774;p44"/>
              <p:cNvSpPr/>
              <p:nvPr/>
            </p:nvSpPr>
            <p:spPr>
              <a:xfrm>
                <a:off x="112075" y="-185574"/>
                <a:ext cx="1023557" cy="437592"/>
              </a:xfrm>
              <a:custGeom>
                <a:avLst/>
                <a:gdLst/>
                <a:ahLst/>
                <a:cxnLst/>
                <a:rect l="l" t="t" r="r" b="b"/>
                <a:pathLst>
                  <a:path w="28277" h="12089" extrusionOk="0">
                    <a:moveTo>
                      <a:pt x="14140" y="1"/>
                    </a:moveTo>
                    <a:lnTo>
                      <a:pt x="0" y="12088"/>
                    </a:lnTo>
                    <a:lnTo>
                      <a:pt x="28277" y="12088"/>
                    </a:lnTo>
                    <a:lnTo>
                      <a:pt x="141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44"/>
              <p:cNvSpPr/>
              <p:nvPr/>
            </p:nvSpPr>
            <p:spPr>
              <a:xfrm>
                <a:off x="112075" y="251967"/>
                <a:ext cx="1023557" cy="651881"/>
              </a:xfrm>
              <a:custGeom>
                <a:avLst/>
                <a:gdLst/>
                <a:ahLst/>
                <a:cxnLst/>
                <a:rect l="l" t="t" r="r" b="b"/>
                <a:pathLst>
                  <a:path w="28277" h="18009" extrusionOk="0">
                    <a:moveTo>
                      <a:pt x="0" y="0"/>
                    </a:moveTo>
                    <a:lnTo>
                      <a:pt x="0" y="18008"/>
                    </a:lnTo>
                    <a:lnTo>
                      <a:pt x="28277" y="18008"/>
                    </a:lnTo>
                    <a:lnTo>
                      <a:pt x="282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44"/>
              <p:cNvSpPr/>
              <p:nvPr/>
            </p:nvSpPr>
            <p:spPr>
              <a:xfrm>
                <a:off x="112075" y="251967"/>
                <a:ext cx="1023557" cy="437628"/>
              </a:xfrm>
              <a:custGeom>
                <a:avLst/>
                <a:gdLst/>
                <a:ahLst/>
                <a:cxnLst/>
                <a:rect l="l" t="t" r="r" b="b"/>
                <a:pathLst>
                  <a:path w="28277" h="12090" extrusionOk="0">
                    <a:moveTo>
                      <a:pt x="0" y="0"/>
                    </a:moveTo>
                    <a:lnTo>
                      <a:pt x="14140" y="12089"/>
                    </a:lnTo>
                    <a:lnTo>
                      <a:pt x="282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44"/>
              <p:cNvSpPr/>
              <p:nvPr/>
            </p:nvSpPr>
            <p:spPr>
              <a:xfrm>
                <a:off x="245386" y="33233"/>
                <a:ext cx="756926" cy="656369"/>
              </a:xfrm>
              <a:custGeom>
                <a:avLst/>
                <a:gdLst/>
                <a:ahLst/>
                <a:cxnLst/>
                <a:rect l="l" t="t" r="r" b="b"/>
                <a:pathLst>
                  <a:path w="20911" h="18133" extrusionOk="0">
                    <a:moveTo>
                      <a:pt x="1" y="1"/>
                    </a:moveTo>
                    <a:lnTo>
                      <a:pt x="1" y="9194"/>
                    </a:lnTo>
                    <a:lnTo>
                      <a:pt x="10457" y="18132"/>
                    </a:lnTo>
                    <a:lnTo>
                      <a:pt x="20910" y="9194"/>
                    </a:lnTo>
                    <a:lnTo>
                      <a:pt x="2091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44"/>
              <p:cNvSpPr/>
              <p:nvPr/>
            </p:nvSpPr>
            <p:spPr>
              <a:xfrm>
                <a:off x="636561" y="450251"/>
                <a:ext cx="499055" cy="453591"/>
              </a:xfrm>
              <a:custGeom>
                <a:avLst/>
                <a:gdLst/>
                <a:ahLst/>
                <a:cxnLst/>
                <a:rect l="l" t="t" r="r" b="b"/>
                <a:pathLst>
                  <a:path w="13787" h="12531" extrusionOk="0">
                    <a:moveTo>
                      <a:pt x="861" y="1"/>
                    </a:moveTo>
                    <a:cubicBezTo>
                      <a:pt x="403" y="1"/>
                      <a:pt x="0" y="582"/>
                      <a:pt x="428" y="976"/>
                    </a:cubicBezTo>
                    <a:cubicBezTo>
                      <a:pt x="4626" y="4829"/>
                      <a:pt x="8828" y="8680"/>
                      <a:pt x="13028" y="12530"/>
                    </a:cubicBezTo>
                    <a:lnTo>
                      <a:pt x="13787" y="12530"/>
                    </a:lnTo>
                    <a:lnTo>
                      <a:pt x="13787" y="11659"/>
                    </a:lnTo>
                    <a:cubicBezTo>
                      <a:pt x="9606" y="7825"/>
                      <a:pt x="5426" y="3993"/>
                      <a:pt x="1247" y="159"/>
                    </a:cubicBezTo>
                    <a:cubicBezTo>
                      <a:pt x="1126" y="48"/>
                      <a:pt x="991" y="1"/>
                      <a:pt x="8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44"/>
              <p:cNvSpPr/>
              <p:nvPr/>
            </p:nvSpPr>
            <p:spPr>
              <a:xfrm>
                <a:off x="112075" y="450251"/>
                <a:ext cx="502566" cy="453627"/>
              </a:xfrm>
              <a:custGeom>
                <a:avLst/>
                <a:gdLst/>
                <a:ahLst/>
                <a:cxnLst/>
                <a:rect l="l" t="t" r="r" b="b"/>
                <a:pathLst>
                  <a:path w="13884" h="12532" extrusionOk="0">
                    <a:moveTo>
                      <a:pt x="13023" y="1"/>
                    </a:moveTo>
                    <a:cubicBezTo>
                      <a:pt x="12893" y="1"/>
                      <a:pt x="12758" y="48"/>
                      <a:pt x="12637" y="159"/>
                    </a:cubicBezTo>
                    <a:lnTo>
                      <a:pt x="0" y="11748"/>
                    </a:lnTo>
                    <a:lnTo>
                      <a:pt x="0" y="12531"/>
                    </a:lnTo>
                    <a:lnTo>
                      <a:pt x="856" y="12531"/>
                    </a:lnTo>
                    <a:cubicBezTo>
                      <a:pt x="5055" y="8680"/>
                      <a:pt x="9256" y="4829"/>
                      <a:pt x="13455" y="977"/>
                    </a:cubicBezTo>
                    <a:cubicBezTo>
                      <a:pt x="13884" y="582"/>
                      <a:pt x="13481" y="1"/>
                      <a:pt x="130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44"/>
              <p:cNvSpPr/>
              <p:nvPr/>
            </p:nvSpPr>
            <p:spPr>
              <a:xfrm>
                <a:off x="415763" y="175195"/>
                <a:ext cx="416199" cy="409502"/>
              </a:xfrm>
              <a:custGeom>
                <a:avLst/>
                <a:gdLst/>
                <a:ahLst/>
                <a:cxnLst/>
                <a:rect l="l" t="t" r="r" b="b"/>
                <a:pathLst>
                  <a:path w="11498" h="11313" extrusionOk="0">
                    <a:moveTo>
                      <a:pt x="6551" y="1486"/>
                    </a:moveTo>
                    <a:cubicBezTo>
                      <a:pt x="8461" y="1486"/>
                      <a:pt x="10014" y="3039"/>
                      <a:pt x="10014" y="4949"/>
                    </a:cubicBezTo>
                    <a:lnTo>
                      <a:pt x="10014" y="6366"/>
                    </a:lnTo>
                    <a:cubicBezTo>
                      <a:pt x="10014" y="8275"/>
                      <a:pt x="8462" y="9828"/>
                      <a:pt x="6551" y="9828"/>
                    </a:cubicBezTo>
                    <a:lnTo>
                      <a:pt x="4946" y="9828"/>
                    </a:lnTo>
                    <a:cubicBezTo>
                      <a:pt x="3038" y="9828"/>
                      <a:pt x="1484" y="8275"/>
                      <a:pt x="1484" y="6366"/>
                    </a:cubicBezTo>
                    <a:lnTo>
                      <a:pt x="1484" y="4949"/>
                    </a:lnTo>
                    <a:cubicBezTo>
                      <a:pt x="1484" y="3039"/>
                      <a:pt x="3038" y="1486"/>
                      <a:pt x="4946" y="1486"/>
                    </a:cubicBezTo>
                    <a:close/>
                    <a:moveTo>
                      <a:pt x="4946" y="1"/>
                    </a:moveTo>
                    <a:cubicBezTo>
                      <a:pt x="2220" y="1"/>
                      <a:pt x="1" y="2220"/>
                      <a:pt x="1" y="4949"/>
                    </a:cubicBezTo>
                    <a:lnTo>
                      <a:pt x="1" y="6366"/>
                    </a:lnTo>
                    <a:cubicBezTo>
                      <a:pt x="1" y="9094"/>
                      <a:pt x="2220" y="11313"/>
                      <a:pt x="4946" y="11313"/>
                    </a:cubicBezTo>
                    <a:lnTo>
                      <a:pt x="6551" y="11313"/>
                    </a:lnTo>
                    <a:cubicBezTo>
                      <a:pt x="9278" y="11313"/>
                      <a:pt x="11498" y="9094"/>
                      <a:pt x="11498" y="6366"/>
                    </a:cubicBezTo>
                    <a:lnTo>
                      <a:pt x="11498" y="4949"/>
                    </a:lnTo>
                    <a:cubicBezTo>
                      <a:pt x="11498" y="2220"/>
                      <a:pt x="9278" y="1"/>
                      <a:pt x="6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44"/>
              <p:cNvSpPr/>
              <p:nvPr/>
            </p:nvSpPr>
            <p:spPr>
              <a:xfrm>
                <a:off x="321797" y="410182"/>
                <a:ext cx="604100" cy="604028"/>
              </a:xfrm>
              <a:custGeom>
                <a:avLst/>
                <a:gdLst/>
                <a:ahLst/>
                <a:cxnLst/>
                <a:rect l="l" t="t" r="r" b="b"/>
                <a:pathLst>
                  <a:path w="16689" h="16687" extrusionOk="0">
                    <a:moveTo>
                      <a:pt x="4853" y="0"/>
                    </a:moveTo>
                    <a:cubicBezTo>
                      <a:pt x="2184" y="0"/>
                      <a:pt x="1" y="2183"/>
                      <a:pt x="1" y="4851"/>
                    </a:cubicBezTo>
                    <a:lnTo>
                      <a:pt x="1" y="11836"/>
                    </a:lnTo>
                    <a:cubicBezTo>
                      <a:pt x="1" y="14504"/>
                      <a:pt x="2183" y="16686"/>
                      <a:pt x="4853" y="16686"/>
                    </a:cubicBezTo>
                    <a:lnTo>
                      <a:pt x="11836" y="16686"/>
                    </a:lnTo>
                    <a:cubicBezTo>
                      <a:pt x="14505" y="16686"/>
                      <a:pt x="16688" y="14504"/>
                      <a:pt x="16688" y="11836"/>
                    </a:cubicBezTo>
                    <a:lnTo>
                      <a:pt x="16688" y="4851"/>
                    </a:lnTo>
                    <a:cubicBezTo>
                      <a:pt x="16688" y="2184"/>
                      <a:pt x="14506" y="0"/>
                      <a:pt x="1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44"/>
              <p:cNvSpPr/>
              <p:nvPr/>
            </p:nvSpPr>
            <p:spPr>
              <a:xfrm>
                <a:off x="359875" y="448152"/>
                <a:ext cx="566057" cy="566165"/>
              </a:xfrm>
              <a:custGeom>
                <a:avLst/>
                <a:gdLst/>
                <a:ahLst/>
                <a:cxnLst/>
                <a:rect l="l" t="t" r="r" b="b"/>
                <a:pathLst>
                  <a:path w="15638" h="15641" extrusionOk="0">
                    <a:moveTo>
                      <a:pt x="13784" y="1"/>
                    </a:moveTo>
                    <a:lnTo>
                      <a:pt x="13784" y="1"/>
                    </a:lnTo>
                    <a:cubicBezTo>
                      <a:pt x="14440" y="829"/>
                      <a:pt x="14833" y="1869"/>
                      <a:pt x="14833" y="3001"/>
                    </a:cubicBezTo>
                    <a:lnTo>
                      <a:pt x="14833" y="9987"/>
                    </a:lnTo>
                    <a:cubicBezTo>
                      <a:pt x="14833" y="12655"/>
                      <a:pt x="12653" y="14839"/>
                      <a:pt x="9983" y="14839"/>
                    </a:cubicBezTo>
                    <a:lnTo>
                      <a:pt x="3001" y="14839"/>
                    </a:lnTo>
                    <a:cubicBezTo>
                      <a:pt x="1869" y="14839"/>
                      <a:pt x="828" y="14444"/>
                      <a:pt x="1" y="13788"/>
                    </a:cubicBezTo>
                    <a:lnTo>
                      <a:pt x="1" y="13788"/>
                    </a:lnTo>
                    <a:cubicBezTo>
                      <a:pt x="891" y="14913"/>
                      <a:pt x="2264" y="15640"/>
                      <a:pt x="3802" y="15640"/>
                    </a:cubicBezTo>
                    <a:lnTo>
                      <a:pt x="10787" y="15640"/>
                    </a:lnTo>
                    <a:cubicBezTo>
                      <a:pt x="13455" y="15640"/>
                      <a:pt x="15637" y="13457"/>
                      <a:pt x="15637" y="10788"/>
                    </a:cubicBezTo>
                    <a:lnTo>
                      <a:pt x="15637" y="3805"/>
                    </a:lnTo>
                    <a:cubicBezTo>
                      <a:pt x="15636" y="2265"/>
                      <a:pt x="14910" y="891"/>
                      <a:pt x="137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44"/>
              <p:cNvSpPr/>
              <p:nvPr/>
            </p:nvSpPr>
            <p:spPr>
              <a:xfrm>
                <a:off x="533184" y="552397"/>
                <a:ext cx="181313" cy="357125"/>
              </a:xfrm>
              <a:custGeom>
                <a:avLst/>
                <a:gdLst/>
                <a:ahLst/>
                <a:cxnLst/>
                <a:rect l="l" t="t" r="r" b="b"/>
                <a:pathLst>
                  <a:path w="5009" h="9866" extrusionOk="0">
                    <a:moveTo>
                      <a:pt x="2506" y="0"/>
                    </a:moveTo>
                    <a:cubicBezTo>
                      <a:pt x="1122" y="0"/>
                      <a:pt x="0" y="1121"/>
                      <a:pt x="0" y="2503"/>
                    </a:cubicBezTo>
                    <a:cubicBezTo>
                      <a:pt x="0" y="3495"/>
                      <a:pt x="583" y="4344"/>
                      <a:pt x="1418" y="4751"/>
                    </a:cubicBezTo>
                    <a:lnTo>
                      <a:pt x="173" y="9441"/>
                    </a:lnTo>
                    <a:cubicBezTo>
                      <a:pt x="125" y="9674"/>
                      <a:pt x="281" y="9866"/>
                      <a:pt x="522" y="9866"/>
                    </a:cubicBezTo>
                    <a:lnTo>
                      <a:pt x="4488" y="9866"/>
                    </a:lnTo>
                    <a:cubicBezTo>
                      <a:pt x="4726" y="9866"/>
                      <a:pt x="4884" y="9674"/>
                      <a:pt x="4836" y="9441"/>
                    </a:cubicBezTo>
                    <a:lnTo>
                      <a:pt x="3591" y="4749"/>
                    </a:lnTo>
                    <a:cubicBezTo>
                      <a:pt x="4426" y="4344"/>
                      <a:pt x="5008" y="3495"/>
                      <a:pt x="5008" y="2503"/>
                    </a:cubicBezTo>
                    <a:cubicBezTo>
                      <a:pt x="5008" y="1121"/>
                      <a:pt x="3889" y="0"/>
                      <a:pt x="25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4" name="Google Shape;784;p44"/>
            <p:cNvSpPr/>
            <p:nvPr/>
          </p:nvSpPr>
          <p:spPr>
            <a:xfrm>
              <a:off x="264421" y="1615874"/>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4"/>
            <p:cNvSpPr/>
            <p:nvPr/>
          </p:nvSpPr>
          <p:spPr>
            <a:xfrm>
              <a:off x="1254225" y="20237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44"/>
            <p:cNvSpPr/>
            <p:nvPr/>
          </p:nvSpPr>
          <p:spPr>
            <a:xfrm>
              <a:off x="76200" y="1428501"/>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7" name="Google Shape;787;p44"/>
          <p:cNvGrpSpPr/>
          <p:nvPr/>
        </p:nvGrpSpPr>
        <p:grpSpPr>
          <a:xfrm>
            <a:off x="7719950" y="3194036"/>
            <a:ext cx="1728859" cy="2254270"/>
            <a:chOff x="7719950" y="3194036"/>
            <a:chExt cx="1728859" cy="2254270"/>
          </a:xfrm>
        </p:grpSpPr>
        <p:sp>
          <p:nvSpPr>
            <p:cNvPr id="788" name="Google Shape;788;p44"/>
            <p:cNvSpPr/>
            <p:nvPr/>
          </p:nvSpPr>
          <p:spPr>
            <a:xfrm>
              <a:off x="8425286" y="4424570"/>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9" name="Google Shape;789;p44"/>
            <p:cNvGrpSpPr/>
            <p:nvPr/>
          </p:nvGrpSpPr>
          <p:grpSpPr>
            <a:xfrm>
              <a:off x="7908170" y="3794092"/>
              <a:ext cx="1083430" cy="1196998"/>
              <a:chOff x="3659795" y="-1688508"/>
              <a:chExt cx="1083430" cy="1196998"/>
            </a:xfrm>
          </p:grpSpPr>
          <p:sp>
            <p:nvSpPr>
              <p:cNvPr id="790" name="Google Shape;790;p44"/>
              <p:cNvSpPr/>
              <p:nvPr/>
            </p:nvSpPr>
            <p:spPr>
              <a:xfrm>
                <a:off x="3823238" y="-1688508"/>
                <a:ext cx="756333" cy="856201"/>
              </a:xfrm>
              <a:custGeom>
                <a:avLst/>
                <a:gdLst/>
                <a:ahLst/>
                <a:cxnLst/>
                <a:rect l="l" t="t" r="r" b="b"/>
                <a:pathLst>
                  <a:path w="14991" h="16978" extrusionOk="0">
                    <a:moveTo>
                      <a:pt x="0" y="0"/>
                    </a:moveTo>
                    <a:lnTo>
                      <a:pt x="0" y="16978"/>
                    </a:lnTo>
                    <a:lnTo>
                      <a:pt x="14991" y="16978"/>
                    </a:lnTo>
                    <a:lnTo>
                      <a:pt x="14991" y="3647"/>
                    </a:lnTo>
                    <a:lnTo>
                      <a:pt x="1161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44"/>
              <p:cNvSpPr/>
              <p:nvPr/>
            </p:nvSpPr>
            <p:spPr>
              <a:xfrm>
                <a:off x="4409885" y="-1688508"/>
                <a:ext cx="170328" cy="183969"/>
              </a:xfrm>
              <a:custGeom>
                <a:avLst/>
                <a:gdLst/>
                <a:ahLst/>
                <a:cxnLst/>
                <a:rect l="l" t="t" r="r" b="b"/>
                <a:pathLst>
                  <a:path w="3376" h="3648" extrusionOk="0">
                    <a:moveTo>
                      <a:pt x="0" y="0"/>
                    </a:moveTo>
                    <a:lnTo>
                      <a:pt x="0" y="3647"/>
                    </a:lnTo>
                    <a:lnTo>
                      <a:pt x="3376" y="3647"/>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44"/>
              <p:cNvSpPr/>
              <p:nvPr/>
            </p:nvSpPr>
            <p:spPr>
              <a:xfrm>
                <a:off x="3905565" y="-1562481"/>
                <a:ext cx="424608" cy="24156"/>
              </a:xfrm>
              <a:custGeom>
                <a:avLst/>
                <a:gdLst/>
                <a:ahLst/>
                <a:cxnLst/>
                <a:rect l="l" t="t" r="r" b="b"/>
                <a:pathLst>
                  <a:path w="8416" h="479" extrusionOk="0">
                    <a:moveTo>
                      <a:pt x="0" y="0"/>
                    </a:moveTo>
                    <a:lnTo>
                      <a:pt x="0" y="478"/>
                    </a:lnTo>
                    <a:lnTo>
                      <a:pt x="8415" y="478"/>
                    </a:lnTo>
                    <a:lnTo>
                      <a:pt x="841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44"/>
              <p:cNvSpPr/>
              <p:nvPr/>
            </p:nvSpPr>
            <p:spPr>
              <a:xfrm>
                <a:off x="3905565" y="-1477503"/>
                <a:ext cx="424608" cy="24106"/>
              </a:xfrm>
              <a:custGeom>
                <a:avLst/>
                <a:gdLst/>
                <a:ahLst/>
                <a:cxnLst/>
                <a:rect l="l" t="t" r="r" b="b"/>
                <a:pathLst>
                  <a:path w="8416" h="478" extrusionOk="0">
                    <a:moveTo>
                      <a:pt x="0" y="0"/>
                    </a:moveTo>
                    <a:lnTo>
                      <a:pt x="0" y="477"/>
                    </a:lnTo>
                    <a:lnTo>
                      <a:pt x="8415" y="477"/>
                    </a:lnTo>
                    <a:lnTo>
                      <a:pt x="841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44"/>
              <p:cNvSpPr/>
              <p:nvPr/>
            </p:nvSpPr>
            <p:spPr>
              <a:xfrm>
                <a:off x="3905565" y="-1392475"/>
                <a:ext cx="605733" cy="24106"/>
              </a:xfrm>
              <a:custGeom>
                <a:avLst/>
                <a:gdLst/>
                <a:ahLst/>
                <a:cxnLst/>
                <a:rect l="l" t="t" r="r" b="b"/>
                <a:pathLst>
                  <a:path w="12006" h="478" extrusionOk="0">
                    <a:moveTo>
                      <a:pt x="0" y="0"/>
                    </a:moveTo>
                    <a:lnTo>
                      <a:pt x="0" y="477"/>
                    </a:lnTo>
                    <a:lnTo>
                      <a:pt x="12006" y="477"/>
                    </a:lnTo>
                    <a:lnTo>
                      <a:pt x="120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4"/>
              <p:cNvSpPr/>
              <p:nvPr/>
            </p:nvSpPr>
            <p:spPr>
              <a:xfrm>
                <a:off x="3905565" y="-1307548"/>
                <a:ext cx="605733" cy="24106"/>
              </a:xfrm>
              <a:custGeom>
                <a:avLst/>
                <a:gdLst/>
                <a:ahLst/>
                <a:cxnLst/>
                <a:rect l="l" t="t" r="r" b="b"/>
                <a:pathLst>
                  <a:path w="12006" h="478" extrusionOk="0">
                    <a:moveTo>
                      <a:pt x="0" y="0"/>
                    </a:moveTo>
                    <a:lnTo>
                      <a:pt x="0" y="477"/>
                    </a:lnTo>
                    <a:lnTo>
                      <a:pt x="12006" y="477"/>
                    </a:lnTo>
                    <a:lnTo>
                      <a:pt x="120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44"/>
              <p:cNvSpPr/>
              <p:nvPr/>
            </p:nvSpPr>
            <p:spPr>
              <a:xfrm>
                <a:off x="3905565" y="-1222519"/>
                <a:ext cx="605733" cy="24106"/>
              </a:xfrm>
              <a:custGeom>
                <a:avLst/>
                <a:gdLst/>
                <a:ahLst/>
                <a:cxnLst/>
                <a:rect l="l" t="t" r="r" b="b"/>
                <a:pathLst>
                  <a:path w="12006" h="478" extrusionOk="0">
                    <a:moveTo>
                      <a:pt x="0" y="0"/>
                    </a:moveTo>
                    <a:lnTo>
                      <a:pt x="0" y="477"/>
                    </a:lnTo>
                    <a:lnTo>
                      <a:pt x="12006" y="477"/>
                    </a:lnTo>
                    <a:lnTo>
                      <a:pt x="120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44"/>
              <p:cNvSpPr/>
              <p:nvPr/>
            </p:nvSpPr>
            <p:spPr>
              <a:xfrm>
                <a:off x="3905565" y="-1137592"/>
                <a:ext cx="605733" cy="24055"/>
              </a:xfrm>
              <a:custGeom>
                <a:avLst/>
                <a:gdLst/>
                <a:ahLst/>
                <a:cxnLst/>
                <a:rect l="l" t="t" r="r" b="b"/>
                <a:pathLst>
                  <a:path w="12006" h="477" extrusionOk="0">
                    <a:moveTo>
                      <a:pt x="0" y="0"/>
                    </a:moveTo>
                    <a:lnTo>
                      <a:pt x="0" y="476"/>
                    </a:lnTo>
                    <a:lnTo>
                      <a:pt x="12006" y="476"/>
                    </a:lnTo>
                    <a:lnTo>
                      <a:pt x="120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44"/>
              <p:cNvSpPr/>
              <p:nvPr/>
            </p:nvSpPr>
            <p:spPr>
              <a:xfrm>
                <a:off x="3905565" y="-1052564"/>
                <a:ext cx="605733" cy="24156"/>
              </a:xfrm>
              <a:custGeom>
                <a:avLst/>
                <a:gdLst/>
                <a:ahLst/>
                <a:cxnLst/>
                <a:rect l="l" t="t" r="r" b="b"/>
                <a:pathLst>
                  <a:path w="12006" h="479" extrusionOk="0">
                    <a:moveTo>
                      <a:pt x="0" y="0"/>
                    </a:moveTo>
                    <a:lnTo>
                      <a:pt x="0" y="478"/>
                    </a:lnTo>
                    <a:lnTo>
                      <a:pt x="12006" y="478"/>
                    </a:lnTo>
                    <a:lnTo>
                      <a:pt x="120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4"/>
              <p:cNvSpPr/>
              <p:nvPr/>
            </p:nvSpPr>
            <p:spPr>
              <a:xfrm>
                <a:off x="3905565" y="-967586"/>
                <a:ext cx="605733" cy="24106"/>
              </a:xfrm>
              <a:custGeom>
                <a:avLst/>
                <a:gdLst/>
                <a:ahLst/>
                <a:cxnLst/>
                <a:rect l="l" t="t" r="r" b="b"/>
                <a:pathLst>
                  <a:path w="12006" h="478" extrusionOk="0">
                    <a:moveTo>
                      <a:pt x="0" y="0"/>
                    </a:moveTo>
                    <a:lnTo>
                      <a:pt x="0" y="477"/>
                    </a:lnTo>
                    <a:lnTo>
                      <a:pt x="12006" y="477"/>
                    </a:lnTo>
                    <a:lnTo>
                      <a:pt x="120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4"/>
              <p:cNvSpPr/>
              <p:nvPr/>
            </p:nvSpPr>
            <p:spPr>
              <a:xfrm>
                <a:off x="3717525" y="-1425092"/>
                <a:ext cx="1025699" cy="781514"/>
              </a:xfrm>
              <a:custGeom>
                <a:avLst/>
                <a:gdLst/>
                <a:ahLst/>
                <a:cxnLst/>
                <a:rect l="l" t="t" r="r" b="b"/>
                <a:pathLst>
                  <a:path w="20330" h="15497" extrusionOk="0">
                    <a:moveTo>
                      <a:pt x="1167" y="0"/>
                    </a:moveTo>
                    <a:cubicBezTo>
                      <a:pt x="491" y="0"/>
                      <a:pt x="0" y="549"/>
                      <a:pt x="76" y="1221"/>
                    </a:cubicBezTo>
                    <a:lnTo>
                      <a:pt x="1554" y="14275"/>
                    </a:lnTo>
                    <a:cubicBezTo>
                      <a:pt x="1629" y="14947"/>
                      <a:pt x="2245" y="15496"/>
                      <a:pt x="2921" y="15496"/>
                    </a:cubicBezTo>
                    <a:lnTo>
                      <a:pt x="17421" y="15496"/>
                    </a:lnTo>
                    <a:cubicBezTo>
                      <a:pt x="18097" y="15496"/>
                      <a:pt x="18724" y="14948"/>
                      <a:pt x="18813" y="14278"/>
                    </a:cubicBezTo>
                    <a:lnTo>
                      <a:pt x="20241" y="3653"/>
                    </a:lnTo>
                    <a:cubicBezTo>
                      <a:pt x="20330" y="2985"/>
                      <a:pt x="19851" y="2437"/>
                      <a:pt x="19176" y="2437"/>
                    </a:cubicBezTo>
                    <a:lnTo>
                      <a:pt x="11801" y="2437"/>
                    </a:lnTo>
                    <a:lnTo>
                      <a:pt x="11801" y="2438"/>
                    </a:lnTo>
                    <a:cubicBezTo>
                      <a:pt x="11126" y="2438"/>
                      <a:pt x="10573" y="1890"/>
                      <a:pt x="10573" y="1220"/>
                    </a:cubicBezTo>
                    <a:cubicBezTo>
                      <a:pt x="10573" y="549"/>
                      <a:pt x="10020" y="0"/>
                      <a:pt x="93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4"/>
              <p:cNvSpPr/>
              <p:nvPr/>
            </p:nvSpPr>
            <p:spPr>
              <a:xfrm>
                <a:off x="3659795" y="-1425092"/>
                <a:ext cx="1025699" cy="781564"/>
              </a:xfrm>
              <a:custGeom>
                <a:avLst/>
                <a:gdLst/>
                <a:ahLst/>
                <a:cxnLst/>
                <a:rect l="l" t="t" r="r" b="b"/>
                <a:pathLst>
                  <a:path w="20330" h="15498" extrusionOk="0">
                    <a:moveTo>
                      <a:pt x="1167" y="0"/>
                    </a:moveTo>
                    <a:cubicBezTo>
                      <a:pt x="491" y="0"/>
                      <a:pt x="1" y="549"/>
                      <a:pt x="77" y="1221"/>
                    </a:cubicBezTo>
                    <a:lnTo>
                      <a:pt x="1553" y="14276"/>
                    </a:lnTo>
                    <a:cubicBezTo>
                      <a:pt x="1628" y="14948"/>
                      <a:pt x="2244" y="15497"/>
                      <a:pt x="2920" y="15497"/>
                    </a:cubicBezTo>
                    <a:lnTo>
                      <a:pt x="17420" y="15497"/>
                    </a:lnTo>
                    <a:cubicBezTo>
                      <a:pt x="18096" y="15497"/>
                      <a:pt x="18724" y="14949"/>
                      <a:pt x="18812" y="14279"/>
                    </a:cubicBezTo>
                    <a:lnTo>
                      <a:pt x="20241" y="3654"/>
                    </a:lnTo>
                    <a:cubicBezTo>
                      <a:pt x="20329" y="2986"/>
                      <a:pt x="19850" y="2438"/>
                      <a:pt x="19174" y="2438"/>
                    </a:cubicBezTo>
                    <a:lnTo>
                      <a:pt x="11802" y="2438"/>
                    </a:lnTo>
                    <a:cubicBezTo>
                      <a:pt x="11127" y="2438"/>
                      <a:pt x="10574" y="1890"/>
                      <a:pt x="10574" y="1220"/>
                    </a:cubicBezTo>
                    <a:cubicBezTo>
                      <a:pt x="10574" y="549"/>
                      <a:pt x="10020" y="0"/>
                      <a:pt x="93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4"/>
              <p:cNvSpPr/>
              <p:nvPr/>
            </p:nvSpPr>
            <p:spPr>
              <a:xfrm>
                <a:off x="3792478" y="-1201262"/>
                <a:ext cx="817734" cy="709752"/>
              </a:xfrm>
              <a:custGeom>
                <a:avLst/>
                <a:gdLst/>
                <a:ahLst/>
                <a:cxnLst/>
                <a:rect l="l" t="t" r="r" b="b"/>
                <a:pathLst>
                  <a:path w="16208" h="14074" extrusionOk="0">
                    <a:moveTo>
                      <a:pt x="8104" y="1"/>
                    </a:moveTo>
                    <a:cubicBezTo>
                      <a:pt x="7529" y="457"/>
                      <a:pt x="5372" y="2015"/>
                      <a:pt x="2663" y="2058"/>
                    </a:cubicBezTo>
                    <a:cubicBezTo>
                      <a:pt x="2663" y="2058"/>
                      <a:pt x="1" y="11097"/>
                      <a:pt x="8104" y="14073"/>
                    </a:cubicBezTo>
                    <a:cubicBezTo>
                      <a:pt x="16207" y="11095"/>
                      <a:pt x="13545" y="2058"/>
                      <a:pt x="13545" y="2058"/>
                    </a:cubicBezTo>
                    <a:cubicBezTo>
                      <a:pt x="10835" y="2015"/>
                      <a:pt x="8680" y="457"/>
                      <a:pt x="81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4"/>
              <p:cNvSpPr/>
              <p:nvPr/>
            </p:nvSpPr>
            <p:spPr>
              <a:xfrm>
                <a:off x="4111485" y="-1029085"/>
                <a:ext cx="180469" cy="177514"/>
              </a:xfrm>
              <a:custGeom>
                <a:avLst/>
                <a:gdLst/>
                <a:ahLst/>
                <a:cxnLst/>
                <a:rect l="l" t="t" r="r" b="b"/>
                <a:pathLst>
                  <a:path w="3577" h="3520" extrusionOk="0">
                    <a:moveTo>
                      <a:pt x="2037" y="465"/>
                    </a:moveTo>
                    <a:cubicBezTo>
                      <a:pt x="2630" y="465"/>
                      <a:pt x="3114" y="947"/>
                      <a:pt x="3114" y="1542"/>
                    </a:cubicBezTo>
                    <a:lnTo>
                      <a:pt x="3114" y="1981"/>
                    </a:lnTo>
                    <a:cubicBezTo>
                      <a:pt x="3114" y="2575"/>
                      <a:pt x="2630" y="3058"/>
                      <a:pt x="2037" y="3058"/>
                    </a:cubicBezTo>
                    <a:lnTo>
                      <a:pt x="1539" y="3058"/>
                    </a:lnTo>
                    <a:cubicBezTo>
                      <a:pt x="945" y="3058"/>
                      <a:pt x="463" y="2576"/>
                      <a:pt x="463" y="1981"/>
                    </a:cubicBezTo>
                    <a:lnTo>
                      <a:pt x="463" y="1542"/>
                    </a:lnTo>
                    <a:cubicBezTo>
                      <a:pt x="463" y="947"/>
                      <a:pt x="945" y="465"/>
                      <a:pt x="1539" y="465"/>
                    </a:cubicBezTo>
                    <a:close/>
                    <a:moveTo>
                      <a:pt x="1539" y="1"/>
                    </a:moveTo>
                    <a:cubicBezTo>
                      <a:pt x="691" y="1"/>
                      <a:pt x="1" y="692"/>
                      <a:pt x="1" y="1540"/>
                    </a:cubicBezTo>
                    <a:lnTo>
                      <a:pt x="1" y="1980"/>
                    </a:lnTo>
                    <a:cubicBezTo>
                      <a:pt x="1" y="2828"/>
                      <a:pt x="691" y="3519"/>
                      <a:pt x="1539" y="3519"/>
                    </a:cubicBezTo>
                    <a:lnTo>
                      <a:pt x="2037" y="3519"/>
                    </a:lnTo>
                    <a:cubicBezTo>
                      <a:pt x="2885" y="3519"/>
                      <a:pt x="3576" y="2828"/>
                      <a:pt x="3576" y="1980"/>
                    </a:cubicBezTo>
                    <a:lnTo>
                      <a:pt x="3576" y="1540"/>
                    </a:lnTo>
                    <a:cubicBezTo>
                      <a:pt x="3576" y="690"/>
                      <a:pt x="2885" y="1"/>
                      <a:pt x="20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4"/>
              <p:cNvSpPr/>
              <p:nvPr/>
            </p:nvSpPr>
            <p:spPr>
              <a:xfrm>
                <a:off x="4070776" y="-927193"/>
                <a:ext cx="261748" cy="261782"/>
              </a:xfrm>
              <a:custGeom>
                <a:avLst/>
                <a:gdLst/>
                <a:ahLst/>
                <a:cxnLst/>
                <a:rect l="l" t="t" r="r" b="b"/>
                <a:pathLst>
                  <a:path w="5188" h="5191" extrusionOk="0">
                    <a:moveTo>
                      <a:pt x="1508" y="1"/>
                    </a:moveTo>
                    <a:cubicBezTo>
                      <a:pt x="678" y="1"/>
                      <a:pt x="0" y="680"/>
                      <a:pt x="0" y="1509"/>
                    </a:cubicBezTo>
                    <a:lnTo>
                      <a:pt x="0" y="3683"/>
                    </a:lnTo>
                    <a:cubicBezTo>
                      <a:pt x="0" y="4511"/>
                      <a:pt x="678" y="5191"/>
                      <a:pt x="1508" y="5191"/>
                    </a:cubicBezTo>
                    <a:lnTo>
                      <a:pt x="3679" y="5191"/>
                    </a:lnTo>
                    <a:cubicBezTo>
                      <a:pt x="4509" y="5191"/>
                      <a:pt x="5188" y="4511"/>
                      <a:pt x="5188" y="3683"/>
                    </a:cubicBezTo>
                    <a:lnTo>
                      <a:pt x="5188" y="1509"/>
                    </a:lnTo>
                    <a:cubicBezTo>
                      <a:pt x="5188" y="680"/>
                      <a:pt x="4509" y="1"/>
                      <a:pt x="36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4"/>
              <p:cNvSpPr/>
              <p:nvPr/>
            </p:nvSpPr>
            <p:spPr>
              <a:xfrm>
                <a:off x="4087191" y="-910581"/>
                <a:ext cx="245351" cy="245241"/>
              </a:xfrm>
              <a:custGeom>
                <a:avLst/>
                <a:gdLst/>
                <a:ahLst/>
                <a:cxnLst/>
                <a:rect l="l" t="t" r="r" b="b"/>
                <a:pathLst>
                  <a:path w="4863" h="4863" extrusionOk="0">
                    <a:moveTo>
                      <a:pt x="4288" y="0"/>
                    </a:moveTo>
                    <a:lnTo>
                      <a:pt x="4288" y="0"/>
                    </a:lnTo>
                    <a:cubicBezTo>
                      <a:pt x="4492" y="258"/>
                      <a:pt x="4616" y="580"/>
                      <a:pt x="4616" y="933"/>
                    </a:cubicBezTo>
                    <a:lnTo>
                      <a:pt x="4616" y="3104"/>
                    </a:lnTo>
                    <a:cubicBezTo>
                      <a:pt x="4616" y="3935"/>
                      <a:pt x="3937" y="4613"/>
                      <a:pt x="3108" y="4613"/>
                    </a:cubicBezTo>
                    <a:lnTo>
                      <a:pt x="935" y="4613"/>
                    </a:lnTo>
                    <a:cubicBezTo>
                      <a:pt x="583" y="4613"/>
                      <a:pt x="261" y="4491"/>
                      <a:pt x="1" y="4287"/>
                    </a:cubicBezTo>
                    <a:lnTo>
                      <a:pt x="1" y="4287"/>
                    </a:lnTo>
                    <a:cubicBezTo>
                      <a:pt x="278" y="4635"/>
                      <a:pt x="704" y="4863"/>
                      <a:pt x="1183" y="4863"/>
                    </a:cubicBezTo>
                    <a:lnTo>
                      <a:pt x="3354" y="4863"/>
                    </a:lnTo>
                    <a:cubicBezTo>
                      <a:pt x="4184" y="4863"/>
                      <a:pt x="4863" y="4183"/>
                      <a:pt x="4863" y="3355"/>
                    </a:cubicBezTo>
                    <a:lnTo>
                      <a:pt x="4863" y="1182"/>
                    </a:lnTo>
                    <a:cubicBezTo>
                      <a:pt x="4863" y="704"/>
                      <a:pt x="4639" y="277"/>
                      <a:pt x="428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4"/>
              <p:cNvSpPr/>
              <p:nvPr/>
            </p:nvSpPr>
            <p:spPr>
              <a:xfrm>
                <a:off x="4162447" y="-865492"/>
                <a:ext cx="78605" cy="154770"/>
              </a:xfrm>
              <a:custGeom>
                <a:avLst/>
                <a:gdLst/>
                <a:ahLst/>
                <a:cxnLst/>
                <a:rect l="l" t="t" r="r" b="b"/>
                <a:pathLst>
                  <a:path w="1558" h="3069" extrusionOk="0">
                    <a:moveTo>
                      <a:pt x="779" y="0"/>
                    </a:moveTo>
                    <a:cubicBezTo>
                      <a:pt x="348" y="0"/>
                      <a:pt x="1" y="349"/>
                      <a:pt x="1" y="780"/>
                    </a:cubicBezTo>
                    <a:cubicBezTo>
                      <a:pt x="1" y="1089"/>
                      <a:pt x="181" y="1354"/>
                      <a:pt x="441" y="1479"/>
                    </a:cubicBezTo>
                    <a:lnTo>
                      <a:pt x="54" y="2937"/>
                    </a:lnTo>
                    <a:cubicBezTo>
                      <a:pt x="38" y="3010"/>
                      <a:pt x="87" y="3068"/>
                      <a:pt x="162" y="3068"/>
                    </a:cubicBezTo>
                    <a:lnTo>
                      <a:pt x="1395" y="3068"/>
                    </a:lnTo>
                    <a:cubicBezTo>
                      <a:pt x="1469" y="3068"/>
                      <a:pt x="1517" y="3010"/>
                      <a:pt x="1504" y="2937"/>
                    </a:cubicBezTo>
                    <a:lnTo>
                      <a:pt x="1117" y="1479"/>
                    </a:lnTo>
                    <a:cubicBezTo>
                      <a:pt x="1376" y="1352"/>
                      <a:pt x="1557" y="1089"/>
                      <a:pt x="1557" y="780"/>
                    </a:cubicBezTo>
                    <a:cubicBezTo>
                      <a:pt x="1557" y="349"/>
                      <a:pt x="1208" y="0"/>
                      <a:pt x="7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7" name="Google Shape;807;p44"/>
            <p:cNvSpPr/>
            <p:nvPr/>
          </p:nvSpPr>
          <p:spPr>
            <a:xfrm>
              <a:off x="8388346" y="3194036"/>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4"/>
            <p:cNvSpPr/>
            <p:nvPr/>
          </p:nvSpPr>
          <p:spPr>
            <a:xfrm>
              <a:off x="8770175" y="3573812"/>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4"/>
            <p:cNvSpPr/>
            <p:nvPr/>
          </p:nvSpPr>
          <p:spPr>
            <a:xfrm>
              <a:off x="7719950" y="4803737"/>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0" name="Google Shape;810;p44"/>
          <p:cNvSpPr/>
          <p:nvPr/>
        </p:nvSpPr>
        <p:spPr>
          <a:xfrm>
            <a:off x="5042071" y="1411350"/>
            <a:ext cx="247859" cy="288000"/>
          </a:xfrm>
          <a:custGeom>
            <a:avLst/>
            <a:gdLst/>
            <a:ahLst/>
            <a:cxnLst/>
            <a:rect l="l" t="t" r="r" b="b"/>
            <a:pathLst>
              <a:path w="10807" h="12697" extrusionOk="0">
                <a:moveTo>
                  <a:pt x="6617" y="9924"/>
                </a:moveTo>
                <a:lnTo>
                  <a:pt x="6617" y="10775"/>
                </a:lnTo>
                <a:lnTo>
                  <a:pt x="4159" y="10775"/>
                </a:lnTo>
                <a:lnTo>
                  <a:pt x="4159" y="9924"/>
                </a:lnTo>
                <a:close/>
                <a:moveTo>
                  <a:pt x="4159" y="0"/>
                </a:moveTo>
                <a:cubicBezTo>
                  <a:pt x="3561" y="0"/>
                  <a:pt x="2994" y="315"/>
                  <a:pt x="2742" y="851"/>
                </a:cubicBezTo>
                <a:lnTo>
                  <a:pt x="2490" y="851"/>
                </a:lnTo>
                <a:cubicBezTo>
                  <a:pt x="1797" y="851"/>
                  <a:pt x="1166" y="1324"/>
                  <a:pt x="914" y="1954"/>
                </a:cubicBezTo>
                <a:cubicBezTo>
                  <a:pt x="1324" y="1985"/>
                  <a:pt x="1702" y="2143"/>
                  <a:pt x="1986" y="2426"/>
                </a:cubicBezTo>
                <a:cubicBezTo>
                  <a:pt x="2143" y="2584"/>
                  <a:pt x="2143" y="2836"/>
                  <a:pt x="1986" y="2993"/>
                </a:cubicBezTo>
                <a:cubicBezTo>
                  <a:pt x="1907" y="3072"/>
                  <a:pt x="1797" y="3111"/>
                  <a:pt x="1686" y="3111"/>
                </a:cubicBezTo>
                <a:cubicBezTo>
                  <a:pt x="1576" y="3111"/>
                  <a:pt x="1466" y="3072"/>
                  <a:pt x="1387" y="2993"/>
                </a:cubicBezTo>
                <a:cubicBezTo>
                  <a:pt x="1198" y="2804"/>
                  <a:pt x="946" y="2773"/>
                  <a:pt x="725" y="2773"/>
                </a:cubicBezTo>
                <a:cubicBezTo>
                  <a:pt x="284" y="3088"/>
                  <a:pt x="1" y="3560"/>
                  <a:pt x="1" y="4159"/>
                </a:cubicBezTo>
                <a:cubicBezTo>
                  <a:pt x="1" y="4411"/>
                  <a:pt x="95" y="4726"/>
                  <a:pt x="253" y="4978"/>
                </a:cubicBezTo>
                <a:cubicBezTo>
                  <a:pt x="95" y="5199"/>
                  <a:pt x="1" y="5514"/>
                  <a:pt x="1" y="5797"/>
                </a:cubicBezTo>
                <a:cubicBezTo>
                  <a:pt x="1" y="6144"/>
                  <a:pt x="127" y="6459"/>
                  <a:pt x="316" y="6742"/>
                </a:cubicBezTo>
                <a:cubicBezTo>
                  <a:pt x="599" y="6522"/>
                  <a:pt x="1009" y="6364"/>
                  <a:pt x="1387" y="6364"/>
                </a:cubicBezTo>
                <a:cubicBezTo>
                  <a:pt x="1639" y="6364"/>
                  <a:pt x="1797" y="6553"/>
                  <a:pt x="1797" y="6742"/>
                </a:cubicBezTo>
                <a:cubicBezTo>
                  <a:pt x="1797" y="6994"/>
                  <a:pt x="1576" y="7152"/>
                  <a:pt x="1387" y="7152"/>
                </a:cubicBezTo>
                <a:cubicBezTo>
                  <a:pt x="1198" y="7152"/>
                  <a:pt x="1009" y="7215"/>
                  <a:pt x="851" y="7341"/>
                </a:cubicBezTo>
                <a:lnTo>
                  <a:pt x="851" y="7404"/>
                </a:lnTo>
                <a:cubicBezTo>
                  <a:pt x="851" y="8318"/>
                  <a:pt x="1576" y="9074"/>
                  <a:pt x="2490" y="9074"/>
                </a:cubicBezTo>
                <a:lnTo>
                  <a:pt x="2742" y="9074"/>
                </a:lnTo>
                <a:cubicBezTo>
                  <a:pt x="2899" y="9357"/>
                  <a:pt x="3088" y="9546"/>
                  <a:pt x="3309" y="9704"/>
                </a:cubicBezTo>
                <a:lnTo>
                  <a:pt x="3309" y="10617"/>
                </a:lnTo>
                <a:cubicBezTo>
                  <a:pt x="3309" y="11752"/>
                  <a:pt x="4254" y="12697"/>
                  <a:pt x="5420" y="12697"/>
                </a:cubicBezTo>
                <a:cubicBezTo>
                  <a:pt x="6554" y="12697"/>
                  <a:pt x="7499" y="11752"/>
                  <a:pt x="7499" y="10617"/>
                </a:cubicBezTo>
                <a:lnTo>
                  <a:pt x="7499" y="9704"/>
                </a:lnTo>
                <a:cubicBezTo>
                  <a:pt x="7719" y="9546"/>
                  <a:pt x="7971" y="9357"/>
                  <a:pt x="8097" y="9074"/>
                </a:cubicBezTo>
                <a:lnTo>
                  <a:pt x="8318" y="9074"/>
                </a:lnTo>
                <a:cubicBezTo>
                  <a:pt x="9232" y="9074"/>
                  <a:pt x="9988" y="8318"/>
                  <a:pt x="9988" y="7404"/>
                </a:cubicBezTo>
                <a:lnTo>
                  <a:pt x="9988" y="7341"/>
                </a:lnTo>
                <a:cubicBezTo>
                  <a:pt x="9830" y="7215"/>
                  <a:pt x="9610" y="7152"/>
                  <a:pt x="9421" y="7152"/>
                </a:cubicBezTo>
                <a:cubicBezTo>
                  <a:pt x="9200" y="7152"/>
                  <a:pt x="9043" y="6931"/>
                  <a:pt x="9043" y="6742"/>
                </a:cubicBezTo>
                <a:cubicBezTo>
                  <a:pt x="9043" y="6522"/>
                  <a:pt x="9232" y="6364"/>
                  <a:pt x="9421" y="6364"/>
                </a:cubicBezTo>
                <a:cubicBezTo>
                  <a:pt x="9830" y="6364"/>
                  <a:pt x="10208" y="6522"/>
                  <a:pt x="10492" y="6742"/>
                </a:cubicBezTo>
                <a:cubicBezTo>
                  <a:pt x="10681" y="6459"/>
                  <a:pt x="10807" y="6144"/>
                  <a:pt x="10807" y="5797"/>
                </a:cubicBezTo>
                <a:cubicBezTo>
                  <a:pt x="10807" y="5514"/>
                  <a:pt x="10712" y="5199"/>
                  <a:pt x="10555" y="4978"/>
                </a:cubicBezTo>
                <a:cubicBezTo>
                  <a:pt x="10681" y="4726"/>
                  <a:pt x="10775" y="4411"/>
                  <a:pt x="10775" y="4159"/>
                </a:cubicBezTo>
                <a:cubicBezTo>
                  <a:pt x="10775" y="3592"/>
                  <a:pt x="10492" y="3088"/>
                  <a:pt x="10051" y="2773"/>
                </a:cubicBezTo>
                <a:cubicBezTo>
                  <a:pt x="10015" y="2768"/>
                  <a:pt x="9978" y="2765"/>
                  <a:pt x="9939" y="2765"/>
                </a:cubicBezTo>
                <a:cubicBezTo>
                  <a:pt x="9742" y="2765"/>
                  <a:pt x="9521" y="2835"/>
                  <a:pt x="9389" y="2993"/>
                </a:cubicBezTo>
                <a:cubicBezTo>
                  <a:pt x="9310" y="3072"/>
                  <a:pt x="9200" y="3111"/>
                  <a:pt x="9090" y="3111"/>
                </a:cubicBezTo>
                <a:cubicBezTo>
                  <a:pt x="8980" y="3111"/>
                  <a:pt x="8869" y="3072"/>
                  <a:pt x="8791" y="2993"/>
                </a:cubicBezTo>
                <a:cubicBezTo>
                  <a:pt x="8633" y="2836"/>
                  <a:pt x="8633" y="2584"/>
                  <a:pt x="8791" y="2426"/>
                </a:cubicBezTo>
                <a:cubicBezTo>
                  <a:pt x="9074" y="2143"/>
                  <a:pt x="9452" y="1954"/>
                  <a:pt x="9862" y="1954"/>
                </a:cubicBezTo>
                <a:cubicBezTo>
                  <a:pt x="9610" y="1324"/>
                  <a:pt x="9043" y="851"/>
                  <a:pt x="8287" y="851"/>
                </a:cubicBezTo>
                <a:lnTo>
                  <a:pt x="8034" y="851"/>
                </a:lnTo>
                <a:cubicBezTo>
                  <a:pt x="7782" y="315"/>
                  <a:pt x="7215" y="0"/>
                  <a:pt x="6617" y="0"/>
                </a:cubicBezTo>
                <a:cubicBezTo>
                  <a:pt x="6302" y="0"/>
                  <a:pt x="6050" y="95"/>
                  <a:pt x="5798" y="252"/>
                </a:cubicBezTo>
                <a:lnTo>
                  <a:pt x="5798" y="4190"/>
                </a:lnTo>
                <a:cubicBezTo>
                  <a:pt x="6743" y="4379"/>
                  <a:pt x="7467" y="5199"/>
                  <a:pt x="7467" y="6207"/>
                </a:cubicBezTo>
                <a:cubicBezTo>
                  <a:pt x="7467" y="6427"/>
                  <a:pt x="7247" y="6585"/>
                  <a:pt x="7058" y="6585"/>
                </a:cubicBezTo>
                <a:cubicBezTo>
                  <a:pt x="6869" y="6585"/>
                  <a:pt x="6617" y="6396"/>
                  <a:pt x="6617" y="6207"/>
                </a:cubicBezTo>
                <a:cubicBezTo>
                  <a:pt x="6617" y="5640"/>
                  <a:pt x="6270" y="5199"/>
                  <a:pt x="5798" y="5010"/>
                </a:cubicBezTo>
                <a:lnTo>
                  <a:pt x="5798" y="9074"/>
                </a:lnTo>
                <a:lnTo>
                  <a:pt x="4979" y="9074"/>
                </a:lnTo>
                <a:lnTo>
                  <a:pt x="4979" y="5010"/>
                </a:lnTo>
                <a:cubicBezTo>
                  <a:pt x="4506" y="5167"/>
                  <a:pt x="4159" y="5640"/>
                  <a:pt x="4159" y="6207"/>
                </a:cubicBezTo>
                <a:cubicBezTo>
                  <a:pt x="4159" y="6427"/>
                  <a:pt x="3939" y="6585"/>
                  <a:pt x="3718" y="6585"/>
                </a:cubicBezTo>
                <a:cubicBezTo>
                  <a:pt x="3466" y="6585"/>
                  <a:pt x="3309" y="6396"/>
                  <a:pt x="3309" y="6207"/>
                </a:cubicBezTo>
                <a:cubicBezTo>
                  <a:pt x="3309" y="5199"/>
                  <a:pt x="4033" y="4348"/>
                  <a:pt x="4979" y="4190"/>
                </a:cubicBezTo>
                <a:lnTo>
                  <a:pt x="4979" y="252"/>
                </a:lnTo>
                <a:cubicBezTo>
                  <a:pt x="4726" y="95"/>
                  <a:pt x="4474" y="0"/>
                  <a:pt x="41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1" name="Google Shape;811;p44"/>
          <p:cNvGrpSpPr/>
          <p:nvPr/>
        </p:nvGrpSpPr>
        <p:grpSpPr>
          <a:xfrm>
            <a:off x="5021992" y="2587077"/>
            <a:ext cx="288016" cy="277145"/>
            <a:chOff x="-62890750" y="3747425"/>
            <a:chExt cx="330825" cy="317900"/>
          </a:xfrm>
        </p:grpSpPr>
        <p:sp>
          <p:nvSpPr>
            <p:cNvPr id="812" name="Google Shape;812;p44"/>
            <p:cNvSpPr/>
            <p:nvPr/>
          </p:nvSpPr>
          <p:spPr>
            <a:xfrm>
              <a:off x="-62890750" y="3747425"/>
              <a:ext cx="313500" cy="195825"/>
            </a:xfrm>
            <a:custGeom>
              <a:avLst/>
              <a:gdLst/>
              <a:ahLst/>
              <a:cxnLst/>
              <a:rect l="l" t="t" r="r" b="b"/>
              <a:pathLst>
                <a:path w="12540" h="7833" extrusionOk="0">
                  <a:moveTo>
                    <a:pt x="6591" y="0"/>
                  </a:moveTo>
                  <a:cubicBezTo>
                    <a:pt x="4966" y="0"/>
                    <a:pt x="3342" y="616"/>
                    <a:pt x="2112" y="1846"/>
                  </a:cubicBezTo>
                  <a:cubicBezTo>
                    <a:pt x="663" y="3296"/>
                    <a:pt x="1" y="5438"/>
                    <a:pt x="379" y="7454"/>
                  </a:cubicBezTo>
                  <a:cubicBezTo>
                    <a:pt x="442" y="7675"/>
                    <a:pt x="568" y="7832"/>
                    <a:pt x="789" y="7832"/>
                  </a:cubicBezTo>
                  <a:lnTo>
                    <a:pt x="852" y="7832"/>
                  </a:lnTo>
                  <a:cubicBezTo>
                    <a:pt x="1104" y="7801"/>
                    <a:pt x="1198" y="7549"/>
                    <a:pt x="1167" y="7360"/>
                  </a:cubicBezTo>
                  <a:cubicBezTo>
                    <a:pt x="852" y="5596"/>
                    <a:pt x="1419" y="3737"/>
                    <a:pt x="2710" y="2477"/>
                  </a:cubicBezTo>
                  <a:cubicBezTo>
                    <a:pt x="3719" y="1437"/>
                    <a:pt x="5136" y="870"/>
                    <a:pt x="6617" y="870"/>
                  </a:cubicBezTo>
                  <a:cubicBezTo>
                    <a:pt x="7940" y="870"/>
                    <a:pt x="9200" y="1342"/>
                    <a:pt x="10177" y="2193"/>
                  </a:cubicBezTo>
                  <a:lnTo>
                    <a:pt x="9610" y="2792"/>
                  </a:lnTo>
                  <a:cubicBezTo>
                    <a:pt x="9484" y="2918"/>
                    <a:pt x="9452" y="3075"/>
                    <a:pt x="9484" y="3170"/>
                  </a:cubicBezTo>
                  <a:cubicBezTo>
                    <a:pt x="9515" y="3327"/>
                    <a:pt x="9641" y="3422"/>
                    <a:pt x="9799" y="3453"/>
                  </a:cubicBezTo>
                  <a:lnTo>
                    <a:pt x="12036" y="3926"/>
                  </a:lnTo>
                  <a:lnTo>
                    <a:pt x="12130" y="3926"/>
                  </a:lnTo>
                  <a:cubicBezTo>
                    <a:pt x="12225" y="3926"/>
                    <a:pt x="12319" y="3894"/>
                    <a:pt x="12382" y="3800"/>
                  </a:cubicBezTo>
                  <a:cubicBezTo>
                    <a:pt x="12508" y="3674"/>
                    <a:pt x="12540" y="3579"/>
                    <a:pt x="12508" y="3422"/>
                  </a:cubicBezTo>
                  <a:lnTo>
                    <a:pt x="12036" y="1153"/>
                  </a:lnTo>
                  <a:cubicBezTo>
                    <a:pt x="12004" y="1027"/>
                    <a:pt x="11878" y="901"/>
                    <a:pt x="11752" y="838"/>
                  </a:cubicBezTo>
                  <a:cubicBezTo>
                    <a:pt x="11715" y="831"/>
                    <a:pt x="11678" y="827"/>
                    <a:pt x="11642" y="827"/>
                  </a:cubicBezTo>
                  <a:cubicBezTo>
                    <a:pt x="11526" y="827"/>
                    <a:pt x="11422" y="868"/>
                    <a:pt x="11374" y="964"/>
                  </a:cubicBezTo>
                  <a:lnTo>
                    <a:pt x="10776" y="1563"/>
                  </a:lnTo>
                  <a:cubicBezTo>
                    <a:pt x="9583" y="521"/>
                    <a:pt x="8087" y="0"/>
                    <a:pt x="65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4"/>
            <p:cNvSpPr/>
            <p:nvPr/>
          </p:nvSpPr>
          <p:spPr>
            <a:xfrm>
              <a:off x="-62874975" y="3869075"/>
              <a:ext cx="315050" cy="196250"/>
            </a:xfrm>
            <a:custGeom>
              <a:avLst/>
              <a:gdLst/>
              <a:ahLst/>
              <a:cxnLst/>
              <a:rect l="l" t="t" r="r" b="b"/>
              <a:pathLst>
                <a:path w="12602" h="7850" extrusionOk="0">
                  <a:moveTo>
                    <a:pt x="11779" y="0"/>
                  </a:moveTo>
                  <a:cubicBezTo>
                    <a:pt x="11759" y="0"/>
                    <a:pt x="11739" y="2"/>
                    <a:pt x="11720" y="5"/>
                  </a:cubicBezTo>
                  <a:cubicBezTo>
                    <a:pt x="11499" y="36"/>
                    <a:pt x="11373" y="288"/>
                    <a:pt x="11405" y="477"/>
                  </a:cubicBezTo>
                  <a:cubicBezTo>
                    <a:pt x="11720" y="2242"/>
                    <a:pt x="11184" y="4101"/>
                    <a:pt x="9861" y="5361"/>
                  </a:cubicBezTo>
                  <a:cubicBezTo>
                    <a:pt x="8853" y="6400"/>
                    <a:pt x="7435" y="6967"/>
                    <a:pt x="5986" y="6967"/>
                  </a:cubicBezTo>
                  <a:cubicBezTo>
                    <a:pt x="4631" y="6967"/>
                    <a:pt x="3371" y="6495"/>
                    <a:pt x="2394" y="5644"/>
                  </a:cubicBezTo>
                  <a:lnTo>
                    <a:pt x="2993" y="5046"/>
                  </a:lnTo>
                  <a:cubicBezTo>
                    <a:pt x="3088" y="4920"/>
                    <a:pt x="3151" y="4762"/>
                    <a:pt x="3088" y="4668"/>
                  </a:cubicBezTo>
                  <a:cubicBezTo>
                    <a:pt x="3056" y="4510"/>
                    <a:pt x="2962" y="4416"/>
                    <a:pt x="2772" y="4384"/>
                  </a:cubicBezTo>
                  <a:lnTo>
                    <a:pt x="536" y="3912"/>
                  </a:lnTo>
                  <a:cubicBezTo>
                    <a:pt x="498" y="3904"/>
                    <a:pt x="465" y="3900"/>
                    <a:pt x="433" y="3900"/>
                  </a:cubicBezTo>
                  <a:cubicBezTo>
                    <a:pt x="332" y="3900"/>
                    <a:pt x="254" y="3941"/>
                    <a:pt x="158" y="4038"/>
                  </a:cubicBezTo>
                  <a:cubicBezTo>
                    <a:pt x="32" y="4132"/>
                    <a:pt x="0" y="4258"/>
                    <a:pt x="32" y="4416"/>
                  </a:cubicBezTo>
                  <a:lnTo>
                    <a:pt x="504" y="6652"/>
                  </a:lnTo>
                  <a:cubicBezTo>
                    <a:pt x="536" y="6810"/>
                    <a:pt x="662" y="6936"/>
                    <a:pt x="788" y="6967"/>
                  </a:cubicBezTo>
                  <a:lnTo>
                    <a:pt x="882" y="6967"/>
                  </a:lnTo>
                  <a:cubicBezTo>
                    <a:pt x="1008" y="6967"/>
                    <a:pt x="1103" y="6936"/>
                    <a:pt x="1166" y="6873"/>
                  </a:cubicBezTo>
                  <a:lnTo>
                    <a:pt x="1764" y="6274"/>
                  </a:lnTo>
                  <a:cubicBezTo>
                    <a:pt x="2930" y="7346"/>
                    <a:pt x="4442" y="7850"/>
                    <a:pt x="5923" y="7850"/>
                  </a:cubicBezTo>
                  <a:cubicBezTo>
                    <a:pt x="7561" y="7850"/>
                    <a:pt x="9168" y="7220"/>
                    <a:pt x="10428" y="5991"/>
                  </a:cubicBezTo>
                  <a:cubicBezTo>
                    <a:pt x="11909" y="4510"/>
                    <a:pt x="12602" y="2368"/>
                    <a:pt x="12192" y="320"/>
                  </a:cubicBezTo>
                  <a:cubicBezTo>
                    <a:pt x="12164" y="122"/>
                    <a:pt x="11958" y="0"/>
                    <a:pt x="117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4"/>
            <p:cNvSpPr/>
            <p:nvPr/>
          </p:nvSpPr>
          <p:spPr>
            <a:xfrm>
              <a:off x="-62751325" y="3834525"/>
              <a:ext cx="15775" cy="26800"/>
            </a:xfrm>
            <a:custGeom>
              <a:avLst/>
              <a:gdLst/>
              <a:ahLst/>
              <a:cxnLst/>
              <a:rect l="l" t="t" r="r" b="b"/>
              <a:pathLst>
                <a:path w="631" h="1072" extrusionOk="0">
                  <a:moveTo>
                    <a:pt x="630" y="1"/>
                  </a:moveTo>
                  <a:cubicBezTo>
                    <a:pt x="410" y="221"/>
                    <a:pt x="158" y="599"/>
                    <a:pt x="0" y="1072"/>
                  </a:cubicBezTo>
                  <a:lnTo>
                    <a:pt x="630" y="1072"/>
                  </a:lnTo>
                  <a:lnTo>
                    <a:pt x="63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4"/>
            <p:cNvSpPr/>
            <p:nvPr/>
          </p:nvSpPr>
          <p:spPr>
            <a:xfrm>
              <a:off x="-62715100" y="3950300"/>
              <a:ext cx="15775" cy="26025"/>
            </a:xfrm>
            <a:custGeom>
              <a:avLst/>
              <a:gdLst/>
              <a:ahLst/>
              <a:cxnLst/>
              <a:rect l="l" t="t" r="r" b="b"/>
              <a:pathLst>
                <a:path w="631" h="1041" extrusionOk="0">
                  <a:moveTo>
                    <a:pt x="1" y="1"/>
                  </a:moveTo>
                  <a:lnTo>
                    <a:pt x="1" y="1041"/>
                  </a:lnTo>
                  <a:cubicBezTo>
                    <a:pt x="253" y="852"/>
                    <a:pt x="473" y="473"/>
                    <a:pt x="63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4"/>
            <p:cNvSpPr/>
            <p:nvPr/>
          </p:nvSpPr>
          <p:spPr>
            <a:xfrm>
              <a:off x="-62751325" y="3950300"/>
              <a:ext cx="15775" cy="26025"/>
            </a:xfrm>
            <a:custGeom>
              <a:avLst/>
              <a:gdLst/>
              <a:ahLst/>
              <a:cxnLst/>
              <a:rect l="l" t="t" r="r" b="b"/>
              <a:pathLst>
                <a:path w="631" h="1041" extrusionOk="0">
                  <a:moveTo>
                    <a:pt x="0" y="1"/>
                  </a:moveTo>
                  <a:cubicBezTo>
                    <a:pt x="158" y="473"/>
                    <a:pt x="410" y="852"/>
                    <a:pt x="630" y="1041"/>
                  </a:cubicBezTo>
                  <a:lnTo>
                    <a:pt x="63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4"/>
            <p:cNvSpPr/>
            <p:nvPr/>
          </p:nvSpPr>
          <p:spPr>
            <a:xfrm>
              <a:off x="-62822225" y="3881000"/>
              <a:ext cx="44125" cy="48075"/>
            </a:xfrm>
            <a:custGeom>
              <a:avLst/>
              <a:gdLst/>
              <a:ahLst/>
              <a:cxnLst/>
              <a:rect l="l" t="t" r="r" b="b"/>
              <a:pathLst>
                <a:path w="1765" h="1923" extrusionOk="0">
                  <a:moveTo>
                    <a:pt x="127" y="0"/>
                  </a:moveTo>
                  <a:cubicBezTo>
                    <a:pt x="32" y="316"/>
                    <a:pt x="1" y="631"/>
                    <a:pt x="1" y="977"/>
                  </a:cubicBezTo>
                  <a:cubicBezTo>
                    <a:pt x="1" y="1324"/>
                    <a:pt x="32" y="1670"/>
                    <a:pt x="127" y="1922"/>
                  </a:cubicBezTo>
                  <a:lnTo>
                    <a:pt x="1765" y="1922"/>
                  </a:lnTo>
                  <a:cubicBezTo>
                    <a:pt x="1734" y="1607"/>
                    <a:pt x="1702" y="1292"/>
                    <a:pt x="1702" y="977"/>
                  </a:cubicBezTo>
                  <a:cubicBezTo>
                    <a:pt x="1702" y="662"/>
                    <a:pt x="1734" y="316"/>
                    <a:pt x="176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4"/>
            <p:cNvSpPr/>
            <p:nvPr/>
          </p:nvSpPr>
          <p:spPr>
            <a:xfrm>
              <a:off x="-62715100" y="3833750"/>
              <a:ext cx="15775" cy="26800"/>
            </a:xfrm>
            <a:custGeom>
              <a:avLst/>
              <a:gdLst/>
              <a:ahLst/>
              <a:cxnLst/>
              <a:rect l="l" t="t" r="r" b="b"/>
              <a:pathLst>
                <a:path w="631" h="1072" extrusionOk="0">
                  <a:moveTo>
                    <a:pt x="1" y="0"/>
                  </a:moveTo>
                  <a:lnTo>
                    <a:pt x="1" y="1071"/>
                  </a:lnTo>
                  <a:lnTo>
                    <a:pt x="631" y="1071"/>
                  </a:lnTo>
                  <a:cubicBezTo>
                    <a:pt x="505" y="599"/>
                    <a:pt x="253" y="189"/>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4"/>
            <p:cNvSpPr/>
            <p:nvPr/>
          </p:nvSpPr>
          <p:spPr>
            <a:xfrm>
              <a:off x="-62758425" y="3881000"/>
              <a:ext cx="22875" cy="48075"/>
            </a:xfrm>
            <a:custGeom>
              <a:avLst/>
              <a:gdLst/>
              <a:ahLst/>
              <a:cxnLst/>
              <a:rect l="l" t="t" r="r" b="b"/>
              <a:pathLst>
                <a:path w="915" h="1923" extrusionOk="0">
                  <a:moveTo>
                    <a:pt x="95" y="0"/>
                  </a:moveTo>
                  <a:cubicBezTo>
                    <a:pt x="64" y="316"/>
                    <a:pt x="1" y="631"/>
                    <a:pt x="1" y="977"/>
                  </a:cubicBezTo>
                  <a:cubicBezTo>
                    <a:pt x="1" y="1324"/>
                    <a:pt x="64" y="1670"/>
                    <a:pt x="95" y="1922"/>
                  </a:cubicBezTo>
                  <a:lnTo>
                    <a:pt x="914" y="1922"/>
                  </a:lnTo>
                  <a:lnTo>
                    <a:pt x="9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4"/>
            <p:cNvSpPr/>
            <p:nvPr/>
          </p:nvSpPr>
          <p:spPr>
            <a:xfrm>
              <a:off x="-62715100" y="3809325"/>
              <a:ext cx="74850" cy="51225"/>
            </a:xfrm>
            <a:custGeom>
              <a:avLst/>
              <a:gdLst/>
              <a:ahLst/>
              <a:cxnLst/>
              <a:rect l="l" t="t" r="r" b="b"/>
              <a:pathLst>
                <a:path w="2994" h="2049" extrusionOk="0">
                  <a:moveTo>
                    <a:pt x="1" y="1"/>
                  </a:moveTo>
                  <a:lnTo>
                    <a:pt x="1" y="32"/>
                  </a:lnTo>
                  <a:cubicBezTo>
                    <a:pt x="631" y="253"/>
                    <a:pt x="1198" y="1009"/>
                    <a:pt x="1481" y="2048"/>
                  </a:cubicBezTo>
                  <a:lnTo>
                    <a:pt x="2994" y="2048"/>
                  </a:lnTo>
                  <a:cubicBezTo>
                    <a:pt x="2426" y="946"/>
                    <a:pt x="1324" y="158"/>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4"/>
            <p:cNvSpPr/>
            <p:nvPr/>
          </p:nvSpPr>
          <p:spPr>
            <a:xfrm>
              <a:off x="-62715875" y="3950300"/>
              <a:ext cx="75625" cy="51225"/>
            </a:xfrm>
            <a:custGeom>
              <a:avLst/>
              <a:gdLst/>
              <a:ahLst/>
              <a:cxnLst/>
              <a:rect l="l" t="t" r="r" b="b"/>
              <a:pathLst>
                <a:path w="3025" h="2049" extrusionOk="0">
                  <a:moveTo>
                    <a:pt x="1512" y="1"/>
                  </a:moveTo>
                  <a:cubicBezTo>
                    <a:pt x="1229" y="1009"/>
                    <a:pt x="662" y="1765"/>
                    <a:pt x="0" y="1986"/>
                  </a:cubicBezTo>
                  <a:lnTo>
                    <a:pt x="0" y="2049"/>
                  </a:lnTo>
                  <a:lnTo>
                    <a:pt x="32" y="2049"/>
                  </a:lnTo>
                  <a:cubicBezTo>
                    <a:pt x="1355" y="1891"/>
                    <a:pt x="2457" y="1104"/>
                    <a:pt x="30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4"/>
            <p:cNvSpPr/>
            <p:nvPr/>
          </p:nvSpPr>
          <p:spPr>
            <a:xfrm>
              <a:off x="-62811200" y="3949525"/>
              <a:ext cx="75650" cy="52000"/>
            </a:xfrm>
            <a:custGeom>
              <a:avLst/>
              <a:gdLst/>
              <a:ahLst/>
              <a:cxnLst/>
              <a:rect l="l" t="t" r="r" b="b"/>
              <a:pathLst>
                <a:path w="3026" h="2080" extrusionOk="0">
                  <a:moveTo>
                    <a:pt x="1" y="0"/>
                  </a:moveTo>
                  <a:cubicBezTo>
                    <a:pt x="600" y="1166"/>
                    <a:pt x="1702" y="1954"/>
                    <a:pt x="3025" y="2080"/>
                  </a:cubicBezTo>
                  <a:lnTo>
                    <a:pt x="3025" y="2017"/>
                  </a:lnTo>
                  <a:cubicBezTo>
                    <a:pt x="2364" y="1796"/>
                    <a:pt x="1860" y="1040"/>
                    <a:pt x="15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4"/>
            <p:cNvSpPr/>
            <p:nvPr/>
          </p:nvSpPr>
          <p:spPr>
            <a:xfrm>
              <a:off x="-62673350" y="3881000"/>
              <a:ext cx="44125" cy="48075"/>
            </a:xfrm>
            <a:custGeom>
              <a:avLst/>
              <a:gdLst/>
              <a:ahLst/>
              <a:cxnLst/>
              <a:rect l="l" t="t" r="r" b="b"/>
              <a:pathLst>
                <a:path w="1765" h="1923" extrusionOk="0">
                  <a:moveTo>
                    <a:pt x="0" y="0"/>
                  </a:moveTo>
                  <a:cubicBezTo>
                    <a:pt x="32" y="316"/>
                    <a:pt x="63" y="631"/>
                    <a:pt x="63" y="977"/>
                  </a:cubicBezTo>
                  <a:cubicBezTo>
                    <a:pt x="63" y="1324"/>
                    <a:pt x="32" y="1670"/>
                    <a:pt x="0" y="1922"/>
                  </a:cubicBezTo>
                  <a:lnTo>
                    <a:pt x="1639" y="1922"/>
                  </a:lnTo>
                  <a:cubicBezTo>
                    <a:pt x="1733" y="1670"/>
                    <a:pt x="1765" y="1292"/>
                    <a:pt x="1765" y="977"/>
                  </a:cubicBezTo>
                  <a:cubicBezTo>
                    <a:pt x="1765" y="662"/>
                    <a:pt x="1733" y="316"/>
                    <a:pt x="16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4"/>
            <p:cNvSpPr/>
            <p:nvPr/>
          </p:nvSpPr>
          <p:spPr>
            <a:xfrm>
              <a:off x="-62810400" y="3810125"/>
              <a:ext cx="75625" cy="51200"/>
            </a:xfrm>
            <a:custGeom>
              <a:avLst/>
              <a:gdLst/>
              <a:ahLst/>
              <a:cxnLst/>
              <a:rect l="l" t="t" r="r" b="b"/>
              <a:pathLst>
                <a:path w="3025" h="2048" extrusionOk="0">
                  <a:moveTo>
                    <a:pt x="2993" y="0"/>
                  </a:moveTo>
                  <a:cubicBezTo>
                    <a:pt x="1702" y="158"/>
                    <a:pt x="599" y="945"/>
                    <a:pt x="0" y="2048"/>
                  </a:cubicBezTo>
                  <a:lnTo>
                    <a:pt x="1544" y="2048"/>
                  </a:lnTo>
                  <a:cubicBezTo>
                    <a:pt x="1828" y="1008"/>
                    <a:pt x="2363" y="284"/>
                    <a:pt x="3025" y="32"/>
                  </a:cubicBezTo>
                  <a:lnTo>
                    <a:pt x="30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4"/>
            <p:cNvSpPr/>
            <p:nvPr/>
          </p:nvSpPr>
          <p:spPr>
            <a:xfrm>
              <a:off x="-62715100" y="3881000"/>
              <a:ext cx="22850" cy="48075"/>
            </a:xfrm>
            <a:custGeom>
              <a:avLst/>
              <a:gdLst/>
              <a:ahLst/>
              <a:cxnLst/>
              <a:rect l="l" t="t" r="r" b="b"/>
              <a:pathLst>
                <a:path w="914" h="1923" extrusionOk="0">
                  <a:moveTo>
                    <a:pt x="1" y="0"/>
                  </a:moveTo>
                  <a:lnTo>
                    <a:pt x="1" y="1922"/>
                  </a:lnTo>
                  <a:lnTo>
                    <a:pt x="851" y="1922"/>
                  </a:lnTo>
                  <a:cubicBezTo>
                    <a:pt x="883" y="1607"/>
                    <a:pt x="914" y="1292"/>
                    <a:pt x="914" y="977"/>
                  </a:cubicBezTo>
                  <a:cubicBezTo>
                    <a:pt x="914" y="662"/>
                    <a:pt x="883" y="316"/>
                    <a:pt x="8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 name="Google Shape;826;p44"/>
          <p:cNvGrpSpPr/>
          <p:nvPr/>
        </p:nvGrpSpPr>
        <p:grpSpPr>
          <a:xfrm>
            <a:off x="1512003" y="3751951"/>
            <a:ext cx="287993" cy="287997"/>
            <a:chOff x="-60255350" y="3733825"/>
            <a:chExt cx="316650" cy="316550"/>
          </a:xfrm>
        </p:grpSpPr>
        <p:sp>
          <p:nvSpPr>
            <p:cNvPr id="827" name="Google Shape;827;p44"/>
            <p:cNvSpPr/>
            <p:nvPr/>
          </p:nvSpPr>
          <p:spPr>
            <a:xfrm>
              <a:off x="-60218325" y="3733825"/>
              <a:ext cx="235525" cy="316550"/>
            </a:xfrm>
            <a:custGeom>
              <a:avLst/>
              <a:gdLst/>
              <a:ahLst/>
              <a:cxnLst/>
              <a:rect l="l" t="t" r="r" b="b"/>
              <a:pathLst>
                <a:path w="9421" h="12662" extrusionOk="0">
                  <a:moveTo>
                    <a:pt x="4821" y="1666"/>
                  </a:moveTo>
                  <a:cubicBezTo>
                    <a:pt x="5073" y="1666"/>
                    <a:pt x="5262" y="1886"/>
                    <a:pt x="5262" y="2075"/>
                  </a:cubicBezTo>
                  <a:lnTo>
                    <a:pt x="5262" y="2359"/>
                  </a:lnTo>
                  <a:cubicBezTo>
                    <a:pt x="5734" y="2485"/>
                    <a:pt x="6081" y="2989"/>
                    <a:pt x="6081" y="3525"/>
                  </a:cubicBezTo>
                  <a:cubicBezTo>
                    <a:pt x="6081" y="3777"/>
                    <a:pt x="5892" y="3934"/>
                    <a:pt x="5640" y="3934"/>
                  </a:cubicBezTo>
                  <a:cubicBezTo>
                    <a:pt x="5419" y="3934"/>
                    <a:pt x="5262" y="3714"/>
                    <a:pt x="5262" y="3525"/>
                  </a:cubicBezTo>
                  <a:cubicBezTo>
                    <a:pt x="5262" y="3273"/>
                    <a:pt x="5073" y="3084"/>
                    <a:pt x="4821" y="3084"/>
                  </a:cubicBezTo>
                  <a:cubicBezTo>
                    <a:pt x="4569" y="3084"/>
                    <a:pt x="4411" y="3273"/>
                    <a:pt x="4411" y="3525"/>
                  </a:cubicBezTo>
                  <a:cubicBezTo>
                    <a:pt x="4411" y="3777"/>
                    <a:pt x="4789" y="3997"/>
                    <a:pt x="5104" y="4249"/>
                  </a:cubicBezTo>
                  <a:cubicBezTo>
                    <a:pt x="5514" y="4564"/>
                    <a:pt x="6081" y="4942"/>
                    <a:pt x="6081" y="5604"/>
                  </a:cubicBezTo>
                  <a:cubicBezTo>
                    <a:pt x="6081" y="6171"/>
                    <a:pt x="5734" y="6612"/>
                    <a:pt x="5262" y="6801"/>
                  </a:cubicBezTo>
                  <a:lnTo>
                    <a:pt x="5262" y="7085"/>
                  </a:lnTo>
                  <a:cubicBezTo>
                    <a:pt x="5262" y="7305"/>
                    <a:pt x="5041" y="7463"/>
                    <a:pt x="4821" y="7463"/>
                  </a:cubicBezTo>
                  <a:cubicBezTo>
                    <a:pt x="4569" y="7463"/>
                    <a:pt x="4411" y="7274"/>
                    <a:pt x="4411" y="7085"/>
                  </a:cubicBezTo>
                  <a:lnTo>
                    <a:pt x="4411" y="6801"/>
                  </a:lnTo>
                  <a:cubicBezTo>
                    <a:pt x="3938" y="6644"/>
                    <a:pt x="3592" y="6171"/>
                    <a:pt x="3592" y="5604"/>
                  </a:cubicBezTo>
                  <a:cubicBezTo>
                    <a:pt x="3592" y="5383"/>
                    <a:pt x="3781" y="5194"/>
                    <a:pt x="4033" y="5194"/>
                  </a:cubicBezTo>
                  <a:cubicBezTo>
                    <a:pt x="4253" y="5194"/>
                    <a:pt x="4411" y="5383"/>
                    <a:pt x="4411" y="5604"/>
                  </a:cubicBezTo>
                  <a:cubicBezTo>
                    <a:pt x="4411" y="5856"/>
                    <a:pt x="4632" y="6014"/>
                    <a:pt x="4821" y="6014"/>
                  </a:cubicBezTo>
                  <a:cubicBezTo>
                    <a:pt x="5041" y="6014"/>
                    <a:pt x="5262" y="5824"/>
                    <a:pt x="5262" y="5604"/>
                  </a:cubicBezTo>
                  <a:cubicBezTo>
                    <a:pt x="5262" y="5383"/>
                    <a:pt x="4947" y="5131"/>
                    <a:pt x="4569" y="4911"/>
                  </a:cubicBezTo>
                  <a:cubicBezTo>
                    <a:pt x="4159" y="4596"/>
                    <a:pt x="3592" y="4186"/>
                    <a:pt x="3592" y="3525"/>
                  </a:cubicBezTo>
                  <a:cubicBezTo>
                    <a:pt x="3592" y="2989"/>
                    <a:pt x="3938" y="2548"/>
                    <a:pt x="4411" y="2359"/>
                  </a:cubicBezTo>
                  <a:lnTo>
                    <a:pt x="4411" y="2075"/>
                  </a:lnTo>
                  <a:cubicBezTo>
                    <a:pt x="4411" y="1823"/>
                    <a:pt x="4632" y="1666"/>
                    <a:pt x="4821" y="1666"/>
                  </a:cubicBezTo>
                  <a:close/>
                  <a:moveTo>
                    <a:pt x="6081" y="9385"/>
                  </a:moveTo>
                  <a:lnTo>
                    <a:pt x="6081" y="10235"/>
                  </a:lnTo>
                  <a:lnTo>
                    <a:pt x="3592" y="10235"/>
                  </a:lnTo>
                  <a:lnTo>
                    <a:pt x="3592" y="9385"/>
                  </a:lnTo>
                  <a:close/>
                  <a:moveTo>
                    <a:pt x="4801" y="0"/>
                  </a:moveTo>
                  <a:cubicBezTo>
                    <a:pt x="4498" y="0"/>
                    <a:pt x="4188" y="29"/>
                    <a:pt x="3875" y="91"/>
                  </a:cubicBezTo>
                  <a:cubicBezTo>
                    <a:pt x="2111" y="500"/>
                    <a:pt x="693" y="1949"/>
                    <a:pt x="378" y="3714"/>
                  </a:cubicBezTo>
                  <a:cubicBezTo>
                    <a:pt x="0" y="5698"/>
                    <a:pt x="1008" y="7652"/>
                    <a:pt x="2773" y="8565"/>
                  </a:cubicBezTo>
                  <a:lnTo>
                    <a:pt x="2773" y="10582"/>
                  </a:lnTo>
                  <a:cubicBezTo>
                    <a:pt x="2773" y="11716"/>
                    <a:pt x="3718" y="12661"/>
                    <a:pt x="4852" y="12661"/>
                  </a:cubicBezTo>
                  <a:cubicBezTo>
                    <a:pt x="5986" y="12661"/>
                    <a:pt x="6963" y="11716"/>
                    <a:pt x="6963" y="10582"/>
                  </a:cubicBezTo>
                  <a:lnTo>
                    <a:pt x="6963" y="8565"/>
                  </a:lnTo>
                  <a:cubicBezTo>
                    <a:pt x="8444" y="7778"/>
                    <a:pt x="9420" y="6234"/>
                    <a:pt x="9420" y="4501"/>
                  </a:cubicBezTo>
                  <a:cubicBezTo>
                    <a:pt x="9392" y="2000"/>
                    <a:pt x="7308" y="0"/>
                    <a:pt x="48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4"/>
            <p:cNvSpPr/>
            <p:nvPr/>
          </p:nvSpPr>
          <p:spPr>
            <a:xfrm>
              <a:off x="-60255350" y="3844775"/>
              <a:ext cx="34675" cy="20500"/>
            </a:xfrm>
            <a:custGeom>
              <a:avLst/>
              <a:gdLst/>
              <a:ahLst/>
              <a:cxnLst/>
              <a:rect l="l" t="t" r="r" b="b"/>
              <a:pathLst>
                <a:path w="1387" h="820" extrusionOk="0">
                  <a:moveTo>
                    <a:pt x="379" y="0"/>
                  </a:moveTo>
                  <a:cubicBezTo>
                    <a:pt x="158" y="0"/>
                    <a:pt x="1" y="189"/>
                    <a:pt x="1" y="378"/>
                  </a:cubicBezTo>
                  <a:cubicBezTo>
                    <a:pt x="1" y="630"/>
                    <a:pt x="190" y="819"/>
                    <a:pt x="379" y="819"/>
                  </a:cubicBezTo>
                  <a:lnTo>
                    <a:pt x="946" y="819"/>
                  </a:lnTo>
                  <a:cubicBezTo>
                    <a:pt x="1166" y="819"/>
                    <a:pt x="1387" y="630"/>
                    <a:pt x="1387" y="378"/>
                  </a:cubicBezTo>
                  <a:cubicBezTo>
                    <a:pt x="1387" y="158"/>
                    <a:pt x="1166" y="0"/>
                    <a:pt x="9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4"/>
            <p:cNvSpPr/>
            <p:nvPr/>
          </p:nvSpPr>
          <p:spPr>
            <a:xfrm>
              <a:off x="-59974175" y="3844775"/>
              <a:ext cx="35475" cy="20500"/>
            </a:xfrm>
            <a:custGeom>
              <a:avLst/>
              <a:gdLst/>
              <a:ahLst/>
              <a:cxnLst/>
              <a:rect l="l" t="t" r="r" b="b"/>
              <a:pathLst>
                <a:path w="1419" h="820" extrusionOk="0">
                  <a:moveTo>
                    <a:pt x="442" y="0"/>
                  </a:moveTo>
                  <a:cubicBezTo>
                    <a:pt x="221" y="0"/>
                    <a:pt x="1" y="189"/>
                    <a:pt x="1" y="378"/>
                  </a:cubicBezTo>
                  <a:cubicBezTo>
                    <a:pt x="1" y="630"/>
                    <a:pt x="221" y="819"/>
                    <a:pt x="442" y="819"/>
                  </a:cubicBezTo>
                  <a:lnTo>
                    <a:pt x="1009" y="819"/>
                  </a:lnTo>
                  <a:cubicBezTo>
                    <a:pt x="1230" y="819"/>
                    <a:pt x="1387" y="630"/>
                    <a:pt x="1387" y="378"/>
                  </a:cubicBezTo>
                  <a:cubicBezTo>
                    <a:pt x="1419" y="158"/>
                    <a:pt x="1230" y="0"/>
                    <a:pt x="100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4"/>
            <p:cNvSpPr/>
            <p:nvPr/>
          </p:nvSpPr>
          <p:spPr>
            <a:xfrm>
              <a:off x="-60212825" y="3939475"/>
              <a:ext cx="32325" cy="30350"/>
            </a:xfrm>
            <a:custGeom>
              <a:avLst/>
              <a:gdLst/>
              <a:ahLst/>
              <a:cxnLst/>
              <a:rect l="l" t="t" r="r" b="b"/>
              <a:pathLst>
                <a:path w="1293" h="1214" extrusionOk="0">
                  <a:moveTo>
                    <a:pt x="836" y="1"/>
                  </a:moveTo>
                  <a:cubicBezTo>
                    <a:pt x="725" y="1"/>
                    <a:pt x="615" y="40"/>
                    <a:pt x="536" y="119"/>
                  </a:cubicBezTo>
                  <a:lnTo>
                    <a:pt x="158" y="497"/>
                  </a:lnTo>
                  <a:cubicBezTo>
                    <a:pt x="1" y="654"/>
                    <a:pt x="1" y="938"/>
                    <a:pt x="158" y="1096"/>
                  </a:cubicBezTo>
                  <a:cubicBezTo>
                    <a:pt x="237" y="1174"/>
                    <a:pt x="340" y="1214"/>
                    <a:pt x="442" y="1214"/>
                  </a:cubicBezTo>
                  <a:cubicBezTo>
                    <a:pt x="544" y="1214"/>
                    <a:pt x="647" y="1174"/>
                    <a:pt x="725" y="1096"/>
                  </a:cubicBezTo>
                  <a:lnTo>
                    <a:pt x="1135" y="686"/>
                  </a:lnTo>
                  <a:cubicBezTo>
                    <a:pt x="1293" y="528"/>
                    <a:pt x="1293" y="245"/>
                    <a:pt x="1135" y="119"/>
                  </a:cubicBezTo>
                  <a:cubicBezTo>
                    <a:pt x="1056" y="40"/>
                    <a:pt x="946" y="1"/>
                    <a:pt x="83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4"/>
            <p:cNvSpPr/>
            <p:nvPr/>
          </p:nvSpPr>
          <p:spPr>
            <a:xfrm>
              <a:off x="-60012750" y="3739425"/>
              <a:ext cx="32300" cy="30350"/>
            </a:xfrm>
            <a:custGeom>
              <a:avLst/>
              <a:gdLst/>
              <a:ahLst/>
              <a:cxnLst/>
              <a:rect l="l" t="t" r="r" b="b"/>
              <a:pathLst>
                <a:path w="1292" h="1214" extrusionOk="0">
                  <a:moveTo>
                    <a:pt x="835" y="1"/>
                  </a:moveTo>
                  <a:cubicBezTo>
                    <a:pt x="725" y="1"/>
                    <a:pt x="614" y="40"/>
                    <a:pt x="536" y="119"/>
                  </a:cubicBezTo>
                  <a:lnTo>
                    <a:pt x="126" y="497"/>
                  </a:lnTo>
                  <a:cubicBezTo>
                    <a:pt x="0" y="654"/>
                    <a:pt x="0" y="938"/>
                    <a:pt x="126" y="1095"/>
                  </a:cubicBezTo>
                  <a:cubicBezTo>
                    <a:pt x="205" y="1174"/>
                    <a:pt x="315" y="1213"/>
                    <a:pt x="425" y="1213"/>
                  </a:cubicBezTo>
                  <a:cubicBezTo>
                    <a:pt x="536" y="1213"/>
                    <a:pt x="646" y="1174"/>
                    <a:pt x="725" y="1095"/>
                  </a:cubicBezTo>
                  <a:lnTo>
                    <a:pt x="1134" y="686"/>
                  </a:lnTo>
                  <a:cubicBezTo>
                    <a:pt x="1292" y="560"/>
                    <a:pt x="1292" y="276"/>
                    <a:pt x="1134" y="119"/>
                  </a:cubicBezTo>
                  <a:cubicBezTo>
                    <a:pt x="1056" y="40"/>
                    <a:pt x="945" y="1"/>
                    <a:pt x="8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4"/>
            <p:cNvSpPr/>
            <p:nvPr/>
          </p:nvSpPr>
          <p:spPr>
            <a:xfrm>
              <a:off x="-60012750" y="3939475"/>
              <a:ext cx="32300" cy="30350"/>
            </a:xfrm>
            <a:custGeom>
              <a:avLst/>
              <a:gdLst/>
              <a:ahLst/>
              <a:cxnLst/>
              <a:rect l="l" t="t" r="r" b="b"/>
              <a:pathLst>
                <a:path w="1292" h="1214" extrusionOk="0">
                  <a:moveTo>
                    <a:pt x="425" y="1"/>
                  </a:moveTo>
                  <a:cubicBezTo>
                    <a:pt x="315" y="1"/>
                    <a:pt x="205" y="40"/>
                    <a:pt x="126" y="119"/>
                  </a:cubicBezTo>
                  <a:cubicBezTo>
                    <a:pt x="0" y="245"/>
                    <a:pt x="0" y="528"/>
                    <a:pt x="126" y="686"/>
                  </a:cubicBezTo>
                  <a:lnTo>
                    <a:pt x="536" y="1096"/>
                  </a:lnTo>
                  <a:cubicBezTo>
                    <a:pt x="614" y="1174"/>
                    <a:pt x="725" y="1214"/>
                    <a:pt x="835" y="1214"/>
                  </a:cubicBezTo>
                  <a:cubicBezTo>
                    <a:pt x="945" y="1214"/>
                    <a:pt x="1056" y="1174"/>
                    <a:pt x="1134" y="1096"/>
                  </a:cubicBezTo>
                  <a:cubicBezTo>
                    <a:pt x="1292" y="938"/>
                    <a:pt x="1292" y="654"/>
                    <a:pt x="1134" y="497"/>
                  </a:cubicBezTo>
                  <a:lnTo>
                    <a:pt x="725" y="119"/>
                  </a:lnTo>
                  <a:cubicBezTo>
                    <a:pt x="646" y="40"/>
                    <a:pt x="536" y="1"/>
                    <a:pt x="4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4"/>
            <p:cNvSpPr/>
            <p:nvPr/>
          </p:nvSpPr>
          <p:spPr>
            <a:xfrm>
              <a:off x="-60212825" y="3739425"/>
              <a:ext cx="32325" cy="30350"/>
            </a:xfrm>
            <a:custGeom>
              <a:avLst/>
              <a:gdLst/>
              <a:ahLst/>
              <a:cxnLst/>
              <a:rect l="l" t="t" r="r" b="b"/>
              <a:pathLst>
                <a:path w="1293" h="1214" extrusionOk="0">
                  <a:moveTo>
                    <a:pt x="442" y="1"/>
                  </a:moveTo>
                  <a:cubicBezTo>
                    <a:pt x="340" y="1"/>
                    <a:pt x="237" y="40"/>
                    <a:pt x="158" y="119"/>
                  </a:cubicBezTo>
                  <a:cubicBezTo>
                    <a:pt x="1" y="276"/>
                    <a:pt x="1" y="560"/>
                    <a:pt x="158" y="686"/>
                  </a:cubicBezTo>
                  <a:lnTo>
                    <a:pt x="536" y="1095"/>
                  </a:lnTo>
                  <a:cubicBezTo>
                    <a:pt x="615" y="1174"/>
                    <a:pt x="725" y="1213"/>
                    <a:pt x="836" y="1213"/>
                  </a:cubicBezTo>
                  <a:cubicBezTo>
                    <a:pt x="946" y="1213"/>
                    <a:pt x="1056" y="1174"/>
                    <a:pt x="1135" y="1095"/>
                  </a:cubicBezTo>
                  <a:cubicBezTo>
                    <a:pt x="1293" y="938"/>
                    <a:pt x="1293" y="654"/>
                    <a:pt x="1135" y="497"/>
                  </a:cubicBezTo>
                  <a:lnTo>
                    <a:pt x="725" y="119"/>
                  </a:lnTo>
                  <a:cubicBezTo>
                    <a:pt x="647" y="40"/>
                    <a:pt x="544" y="1"/>
                    <a:pt x="44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4" name="Google Shape;834;p44"/>
          <p:cNvGrpSpPr/>
          <p:nvPr/>
        </p:nvGrpSpPr>
        <p:grpSpPr>
          <a:xfrm>
            <a:off x="1512003" y="2581655"/>
            <a:ext cx="287993" cy="287991"/>
            <a:chOff x="-61783350" y="3743950"/>
            <a:chExt cx="316650" cy="317450"/>
          </a:xfrm>
        </p:grpSpPr>
        <p:sp>
          <p:nvSpPr>
            <p:cNvPr id="835" name="Google Shape;835;p44"/>
            <p:cNvSpPr/>
            <p:nvPr/>
          </p:nvSpPr>
          <p:spPr>
            <a:xfrm>
              <a:off x="-61783350" y="3743950"/>
              <a:ext cx="316650" cy="317450"/>
            </a:xfrm>
            <a:custGeom>
              <a:avLst/>
              <a:gdLst/>
              <a:ahLst/>
              <a:cxnLst/>
              <a:rect l="l" t="t" r="r" b="b"/>
              <a:pathLst>
                <a:path w="12666" h="12698" extrusionOk="0">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44"/>
            <p:cNvSpPr/>
            <p:nvPr/>
          </p:nvSpPr>
          <p:spPr>
            <a:xfrm>
              <a:off x="-61739225" y="3833750"/>
              <a:ext cx="272525" cy="149675"/>
            </a:xfrm>
            <a:custGeom>
              <a:avLst/>
              <a:gdLst/>
              <a:ahLst/>
              <a:cxnLst/>
              <a:rect l="l" t="t" r="r" b="b"/>
              <a:pathLst>
                <a:path w="10901" h="5987" extrusionOk="0">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7" name="Google Shape;837;p44"/>
          <p:cNvGrpSpPr/>
          <p:nvPr/>
        </p:nvGrpSpPr>
        <p:grpSpPr>
          <a:xfrm>
            <a:off x="1529598" y="1411646"/>
            <a:ext cx="252803" cy="288008"/>
            <a:chOff x="2423775" y="3226875"/>
            <a:chExt cx="259925" cy="295000"/>
          </a:xfrm>
        </p:grpSpPr>
        <p:sp>
          <p:nvSpPr>
            <p:cNvPr id="838" name="Google Shape;838;p44"/>
            <p:cNvSpPr/>
            <p:nvPr/>
          </p:nvSpPr>
          <p:spPr>
            <a:xfrm>
              <a:off x="2509625" y="3365900"/>
              <a:ext cx="86650" cy="52000"/>
            </a:xfrm>
            <a:custGeom>
              <a:avLst/>
              <a:gdLst/>
              <a:ahLst/>
              <a:cxnLst/>
              <a:rect l="l" t="t" r="r" b="b"/>
              <a:pathLst>
                <a:path w="3466" h="2080" extrusionOk="0">
                  <a:moveTo>
                    <a:pt x="1733" y="0"/>
                  </a:moveTo>
                  <a:cubicBezTo>
                    <a:pt x="788" y="0"/>
                    <a:pt x="0" y="788"/>
                    <a:pt x="0" y="1733"/>
                  </a:cubicBezTo>
                  <a:lnTo>
                    <a:pt x="0" y="2080"/>
                  </a:lnTo>
                  <a:lnTo>
                    <a:pt x="3466" y="2080"/>
                  </a:lnTo>
                  <a:lnTo>
                    <a:pt x="3466" y="1733"/>
                  </a:lnTo>
                  <a:cubicBezTo>
                    <a:pt x="3466" y="788"/>
                    <a:pt x="2678" y="0"/>
                    <a:pt x="17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44"/>
            <p:cNvSpPr/>
            <p:nvPr/>
          </p:nvSpPr>
          <p:spPr>
            <a:xfrm>
              <a:off x="2534825" y="3313925"/>
              <a:ext cx="35475" cy="35450"/>
            </a:xfrm>
            <a:custGeom>
              <a:avLst/>
              <a:gdLst/>
              <a:ahLst/>
              <a:cxnLst/>
              <a:rect l="l" t="t" r="r" b="b"/>
              <a:pathLst>
                <a:path w="1419" h="1418" extrusionOk="0">
                  <a:moveTo>
                    <a:pt x="725" y="0"/>
                  </a:moveTo>
                  <a:cubicBezTo>
                    <a:pt x="316" y="0"/>
                    <a:pt x="0" y="315"/>
                    <a:pt x="0" y="725"/>
                  </a:cubicBezTo>
                  <a:cubicBezTo>
                    <a:pt x="0" y="1103"/>
                    <a:pt x="316" y="1418"/>
                    <a:pt x="725" y="1418"/>
                  </a:cubicBezTo>
                  <a:cubicBezTo>
                    <a:pt x="1103" y="1418"/>
                    <a:pt x="1418" y="1103"/>
                    <a:pt x="1418" y="725"/>
                  </a:cubicBezTo>
                  <a:cubicBezTo>
                    <a:pt x="1418" y="315"/>
                    <a:pt x="1103" y="0"/>
                    <a:pt x="7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4"/>
            <p:cNvSpPr/>
            <p:nvPr/>
          </p:nvSpPr>
          <p:spPr>
            <a:xfrm>
              <a:off x="2423775" y="3226875"/>
              <a:ext cx="259925" cy="295000"/>
            </a:xfrm>
            <a:custGeom>
              <a:avLst/>
              <a:gdLst/>
              <a:ahLst/>
              <a:cxnLst/>
              <a:rect l="l" t="t" r="r" b="b"/>
              <a:pathLst>
                <a:path w="10397" h="11800" extrusionOk="0">
                  <a:moveTo>
                    <a:pt x="5167" y="2757"/>
                  </a:moveTo>
                  <a:cubicBezTo>
                    <a:pt x="5923" y="2757"/>
                    <a:pt x="6553" y="3388"/>
                    <a:pt x="6553" y="4144"/>
                  </a:cubicBezTo>
                  <a:cubicBezTo>
                    <a:pt x="6553" y="4490"/>
                    <a:pt x="6396" y="4805"/>
                    <a:pt x="6175" y="5089"/>
                  </a:cubicBezTo>
                  <a:cubicBezTo>
                    <a:pt x="7026" y="5498"/>
                    <a:pt x="7593" y="6317"/>
                    <a:pt x="7593" y="7294"/>
                  </a:cubicBezTo>
                  <a:lnTo>
                    <a:pt x="7593" y="8019"/>
                  </a:lnTo>
                  <a:cubicBezTo>
                    <a:pt x="7593" y="8208"/>
                    <a:pt x="7435" y="8365"/>
                    <a:pt x="7246" y="8365"/>
                  </a:cubicBezTo>
                  <a:lnTo>
                    <a:pt x="3088" y="8365"/>
                  </a:lnTo>
                  <a:cubicBezTo>
                    <a:pt x="2867" y="8365"/>
                    <a:pt x="2710" y="8208"/>
                    <a:pt x="2710" y="8019"/>
                  </a:cubicBezTo>
                  <a:lnTo>
                    <a:pt x="2710" y="7294"/>
                  </a:lnTo>
                  <a:cubicBezTo>
                    <a:pt x="2710" y="6317"/>
                    <a:pt x="3308" y="5498"/>
                    <a:pt x="4127" y="5089"/>
                  </a:cubicBezTo>
                  <a:cubicBezTo>
                    <a:pt x="3907" y="4868"/>
                    <a:pt x="3781" y="4553"/>
                    <a:pt x="3781" y="4144"/>
                  </a:cubicBezTo>
                  <a:cubicBezTo>
                    <a:pt x="3781" y="3388"/>
                    <a:pt x="4411" y="2757"/>
                    <a:pt x="5167" y="2757"/>
                  </a:cubicBezTo>
                  <a:close/>
                  <a:moveTo>
                    <a:pt x="5183" y="1"/>
                  </a:moveTo>
                  <a:cubicBezTo>
                    <a:pt x="5128" y="1"/>
                    <a:pt x="5073" y="17"/>
                    <a:pt x="5010" y="48"/>
                  </a:cubicBezTo>
                  <a:cubicBezTo>
                    <a:pt x="3964" y="646"/>
                    <a:pt x="2946" y="940"/>
                    <a:pt x="1919" y="940"/>
                  </a:cubicBezTo>
                  <a:cubicBezTo>
                    <a:pt x="1430" y="940"/>
                    <a:pt x="939" y="873"/>
                    <a:pt x="441" y="741"/>
                  </a:cubicBezTo>
                  <a:cubicBezTo>
                    <a:pt x="402" y="722"/>
                    <a:pt x="363" y="714"/>
                    <a:pt x="326" y="714"/>
                  </a:cubicBezTo>
                  <a:cubicBezTo>
                    <a:pt x="243" y="714"/>
                    <a:pt x="170" y="751"/>
                    <a:pt x="126" y="773"/>
                  </a:cubicBezTo>
                  <a:cubicBezTo>
                    <a:pt x="32" y="836"/>
                    <a:pt x="0" y="930"/>
                    <a:pt x="0" y="1056"/>
                  </a:cubicBezTo>
                  <a:lnTo>
                    <a:pt x="0" y="5026"/>
                  </a:lnTo>
                  <a:cubicBezTo>
                    <a:pt x="0" y="8145"/>
                    <a:pt x="2080" y="10949"/>
                    <a:pt x="5104" y="11799"/>
                  </a:cubicBezTo>
                  <a:lnTo>
                    <a:pt x="5262" y="11799"/>
                  </a:lnTo>
                  <a:cubicBezTo>
                    <a:pt x="8255" y="10917"/>
                    <a:pt x="10397" y="8145"/>
                    <a:pt x="10397" y="5026"/>
                  </a:cubicBezTo>
                  <a:lnTo>
                    <a:pt x="10397" y="1056"/>
                  </a:lnTo>
                  <a:cubicBezTo>
                    <a:pt x="10397" y="930"/>
                    <a:pt x="10365" y="836"/>
                    <a:pt x="10271" y="773"/>
                  </a:cubicBezTo>
                  <a:cubicBezTo>
                    <a:pt x="10162" y="751"/>
                    <a:pt x="10084" y="714"/>
                    <a:pt x="10014" y="714"/>
                  </a:cubicBezTo>
                  <a:cubicBezTo>
                    <a:pt x="9983" y="714"/>
                    <a:pt x="9954" y="722"/>
                    <a:pt x="9924" y="741"/>
                  </a:cubicBezTo>
                  <a:cubicBezTo>
                    <a:pt x="9414" y="877"/>
                    <a:pt x="8910" y="946"/>
                    <a:pt x="8409" y="946"/>
                  </a:cubicBezTo>
                  <a:cubicBezTo>
                    <a:pt x="7395" y="946"/>
                    <a:pt x="6389" y="660"/>
                    <a:pt x="5356" y="48"/>
                  </a:cubicBezTo>
                  <a:cubicBezTo>
                    <a:pt x="5293" y="17"/>
                    <a:pt x="5238" y="1"/>
                    <a:pt x="51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1" name="Google Shape;841;p44"/>
          <p:cNvGrpSpPr/>
          <p:nvPr/>
        </p:nvGrpSpPr>
        <p:grpSpPr>
          <a:xfrm>
            <a:off x="5044741" y="3751950"/>
            <a:ext cx="242519" cy="288000"/>
            <a:chOff x="-60597975" y="3367475"/>
            <a:chExt cx="268600" cy="317425"/>
          </a:xfrm>
        </p:grpSpPr>
        <p:sp>
          <p:nvSpPr>
            <p:cNvPr id="842" name="Google Shape;842;p44"/>
            <p:cNvSpPr/>
            <p:nvPr/>
          </p:nvSpPr>
          <p:spPr>
            <a:xfrm>
              <a:off x="-60535750" y="3495075"/>
              <a:ext cx="206375" cy="82725"/>
            </a:xfrm>
            <a:custGeom>
              <a:avLst/>
              <a:gdLst/>
              <a:ahLst/>
              <a:cxnLst/>
              <a:rect l="l" t="t" r="r" b="b"/>
              <a:pathLst>
                <a:path w="8255" h="3309" extrusionOk="0">
                  <a:moveTo>
                    <a:pt x="5357" y="1229"/>
                  </a:moveTo>
                  <a:cubicBezTo>
                    <a:pt x="5577" y="1229"/>
                    <a:pt x="5766" y="1418"/>
                    <a:pt x="5766" y="1607"/>
                  </a:cubicBezTo>
                  <a:cubicBezTo>
                    <a:pt x="5766" y="1890"/>
                    <a:pt x="5577" y="2048"/>
                    <a:pt x="5357" y="2048"/>
                  </a:cubicBezTo>
                  <a:lnTo>
                    <a:pt x="2049" y="2048"/>
                  </a:lnTo>
                  <a:cubicBezTo>
                    <a:pt x="1797" y="2048"/>
                    <a:pt x="1639" y="1859"/>
                    <a:pt x="1639" y="1607"/>
                  </a:cubicBezTo>
                  <a:cubicBezTo>
                    <a:pt x="1639" y="1386"/>
                    <a:pt x="1828" y="1229"/>
                    <a:pt x="2049" y="1229"/>
                  </a:cubicBezTo>
                  <a:close/>
                  <a:moveTo>
                    <a:pt x="1" y="0"/>
                  </a:moveTo>
                  <a:lnTo>
                    <a:pt x="1" y="3308"/>
                  </a:lnTo>
                  <a:lnTo>
                    <a:pt x="8255" y="3308"/>
                  </a:lnTo>
                  <a:lnTo>
                    <a:pt x="82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4"/>
            <p:cNvSpPr/>
            <p:nvPr/>
          </p:nvSpPr>
          <p:spPr>
            <a:xfrm>
              <a:off x="-60432575" y="3367475"/>
              <a:ext cx="20500" cy="47275"/>
            </a:xfrm>
            <a:custGeom>
              <a:avLst/>
              <a:gdLst/>
              <a:ahLst/>
              <a:cxnLst/>
              <a:rect l="l" t="t" r="r" b="b"/>
              <a:pathLst>
                <a:path w="820" h="1891" extrusionOk="0">
                  <a:moveTo>
                    <a:pt x="1" y="0"/>
                  </a:moveTo>
                  <a:lnTo>
                    <a:pt x="1" y="1891"/>
                  </a:lnTo>
                  <a:cubicBezTo>
                    <a:pt x="127" y="1765"/>
                    <a:pt x="221" y="1639"/>
                    <a:pt x="379" y="1639"/>
                  </a:cubicBezTo>
                  <a:cubicBezTo>
                    <a:pt x="600" y="1639"/>
                    <a:pt x="694" y="1765"/>
                    <a:pt x="820" y="1891"/>
                  </a:cubicBezTo>
                  <a:lnTo>
                    <a:pt x="82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4"/>
            <p:cNvSpPr/>
            <p:nvPr/>
          </p:nvSpPr>
          <p:spPr>
            <a:xfrm>
              <a:off x="-60535750" y="3367475"/>
              <a:ext cx="206375" cy="107150"/>
            </a:xfrm>
            <a:custGeom>
              <a:avLst/>
              <a:gdLst/>
              <a:ahLst/>
              <a:cxnLst/>
              <a:rect l="l" t="t" r="r" b="b"/>
              <a:pathLst>
                <a:path w="8255" h="4286" extrusionOk="0">
                  <a:moveTo>
                    <a:pt x="1" y="0"/>
                  </a:moveTo>
                  <a:lnTo>
                    <a:pt x="1" y="4285"/>
                  </a:lnTo>
                  <a:lnTo>
                    <a:pt x="8255" y="4285"/>
                  </a:lnTo>
                  <a:lnTo>
                    <a:pt x="8255" y="1261"/>
                  </a:lnTo>
                  <a:cubicBezTo>
                    <a:pt x="8255" y="567"/>
                    <a:pt x="7720" y="32"/>
                    <a:pt x="7026" y="32"/>
                  </a:cubicBezTo>
                  <a:lnTo>
                    <a:pt x="5829" y="32"/>
                  </a:lnTo>
                  <a:lnTo>
                    <a:pt x="5829" y="2930"/>
                  </a:lnTo>
                  <a:cubicBezTo>
                    <a:pt x="5829" y="3182"/>
                    <a:pt x="5633" y="3350"/>
                    <a:pt x="5418" y="3350"/>
                  </a:cubicBezTo>
                  <a:cubicBezTo>
                    <a:pt x="5311" y="3350"/>
                    <a:pt x="5199" y="3308"/>
                    <a:pt x="5105" y="3214"/>
                  </a:cubicBezTo>
                  <a:lnTo>
                    <a:pt x="4569" y="2678"/>
                  </a:lnTo>
                  <a:lnTo>
                    <a:pt x="4002" y="3214"/>
                  </a:lnTo>
                  <a:cubicBezTo>
                    <a:pt x="3917" y="3289"/>
                    <a:pt x="3821" y="3322"/>
                    <a:pt x="3728" y="3322"/>
                  </a:cubicBezTo>
                  <a:cubicBezTo>
                    <a:pt x="3510" y="3322"/>
                    <a:pt x="3309" y="3142"/>
                    <a:pt x="3309" y="2899"/>
                  </a:cubicBezTo>
                  <a:lnTo>
                    <a:pt x="330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4"/>
            <p:cNvSpPr/>
            <p:nvPr/>
          </p:nvSpPr>
          <p:spPr>
            <a:xfrm>
              <a:off x="-60597975" y="3368175"/>
              <a:ext cx="40200" cy="316725"/>
            </a:xfrm>
            <a:custGeom>
              <a:avLst/>
              <a:gdLst/>
              <a:ahLst/>
              <a:cxnLst/>
              <a:rect l="l" t="t" r="r" b="b"/>
              <a:pathLst>
                <a:path w="1608" h="12669" extrusionOk="0">
                  <a:moveTo>
                    <a:pt x="337" y="0"/>
                  </a:moveTo>
                  <a:cubicBezTo>
                    <a:pt x="163" y="0"/>
                    <a:pt x="1" y="178"/>
                    <a:pt x="1" y="382"/>
                  </a:cubicBezTo>
                  <a:lnTo>
                    <a:pt x="1" y="12259"/>
                  </a:lnTo>
                  <a:cubicBezTo>
                    <a:pt x="1" y="12480"/>
                    <a:pt x="190" y="12669"/>
                    <a:pt x="379" y="12669"/>
                  </a:cubicBezTo>
                  <a:lnTo>
                    <a:pt x="1608" y="12669"/>
                  </a:lnTo>
                  <a:lnTo>
                    <a:pt x="1608" y="4"/>
                  </a:lnTo>
                  <a:lnTo>
                    <a:pt x="379" y="4"/>
                  </a:lnTo>
                  <a:cubicBezTo>
                    <a:pt x="365" y="2"/>
                    <a:pt x="351" y="0"/>
                    <a:pt x="3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4"/>
            <p:cNvSpPr/>
            <p:nvPr/>
          </p:nvSpPr>
          <p:spPr>
            <a:xfrm>
              <a:off x="-60535750" y="3597450"/>
              <a:ext cx="206375" cy="86675"/>
            </a:xfrm>
            <a:custGeom>
              <a:avLst/>
              <a:gdLst/>
              <a:ahLst/>
              <a:cxnLst/>
              <a:rect l="l" t="t" r="r" b="b"/>
              <a:pathLst>
                <a:path w="8255" h="3467" extrusionOk="0">
                  <a:moveTo>
                    <a:pt x="1" y="1"/>
                  </a:moveTo>
                  <a:lnTo>
                    <a:pt x="1" y="3466"/>
                  </a:lnTo>
                  <a:lnTo>
                    <a:pt x="7026" y="3466"/>
                  </a:lnTo>
                  <a:cubicBezTo>
                    <a:pt x="7720" y="3466"/>
                    <a:pt x="8255" y="2931"/>
                    <a:pt x="8255" y="2206"/>
                  </a:cubicBezTo>
                  <a:lnTo>
                    <a:pt x="82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p45"/>
          <p:cNvSpPr txBox="1">
            <a:spLocks noGrp="1"/>
          </p:cNvSpPr>
          <p:nvPr>
            <p:ph type="title" idx="3"/>
          </p:nvPr>
        </p:nvSpPr>
        <p:spPr>
          <a:xfrm>
            <a:off x="4896000" y="2648389"/>
            <a:ext cx="2880000" cy="554100"/>
          </a:xfrm>
          <a:prstGeom prst="rect">
            <a:avLst/>
          </a:prstGeom>
        </p:spPr>
        <p:txBody>
          <a:bodyPr spcFirstLastPara="1" wrap="square" lIns="90000" tIns="91425" rIns="90000" bIns="91425" anchor="b" anchorCtr="0">
            <a:noAutofit/>
          </a:bodyPr>
          <a:lstStyle/>
          <a:p>
            <a:pPr marL="0" lvl="0" indent="0" algn="ctr" rtl="0">
              <a:spcBef>
                <a:spcPts val="0"/>
              </a:spcBef>
              <a:spcAft>
                <a:spcPts val="0"/>
              </a:spcAft>
              <a:buNone/>
            </a:pPr>
            <a:r>
              <a:rPr lang="en"/>
              <a:t>VISION</a:t>
            </a:r>
            <a:endParaRPr/>
          </a:p>
        </p:txBody>
      </p:sp>
      <p:sp>
        <p:nvSpPr>
          <p:cNvPr id="852" name="Google Shape;852;p45"/>
          <p:cNvSpPr txBox="1">
            <a:spLocks noGrp="1"/>
          </p:cNvSpPr>
          <p:nvPr>
            <p:ph type="subTitle" idx="4"/>
          </p:nvPr>
        </p:nvSpPr>
        <p:spPr>
          <a:xfrm>
            <a:off x="4896000" y="3126289"/>
            <a:ext cx="2880000" cy="9360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Venus has a beautiful name and is the second planet from the Sun. It’s terribly hot, even hotter than Mercury</a:t>
            </a:r>
            <a:endParaRPr/>
          </a:p>
        </p:txBody>
      </p:sp>
      <p:sp>
        <p:nvSpPr>
          <p:cNvPr id="853" name="Google Shape;853;p45"/>
          <p:cNvSpPr txBox="1">
            <a:spLocks noGrp="1"/>
          </p:cNvSpPr>
          <p:nvPr>
            <p:ph type="title" idx="2"/>
          </p:nvPr>
        </p:nvSpPr>
        <p:spPr>
          <a:xfrm>
            <a:off x="1368000" y="2648389"/>
            <a:ext cx="2880000" cy="554100"/>
          </a:xfrm>
          <a:prstGeom prst="rect">
            <a:avLst/>
          </a:prstGeom>
        </p:spPr>
        <p:txBody>
          <a:bodyPr spcFirstLastPara="1" wrap="square" lIns="90000" tIns="91425" rIns="90000" bIns="91425" anchor="b" anchorCtr="0">
            <a:noAutofit/>
          </a:bodyPr>
          <a:lstStyle/>
          <a:p>
            <a:pPr marL="0" lvl="0" indent="0" algn="ctr" rtl="0">
              <a:spcBef>
                <a:spcPts val="0"/>
              </a:spcBef>
              <a:spcAft>
                <a:spcPts val="0"/>
              </a:spcAft>
              <a:buNone/>
            </a:pPr>
            <a:r>
              <a:rPr lang="en"/>
              <a:t>MISSION</a:t>
            </a:r>
            <a:endParaRPr/>
          </a:p>
        </p:txBody>
      </p:sp>
      <p:sp>
        <p:nvSpPr>
          <p:cNvPr id="854" name="Google Shape;854;p45"/>
          <p:cNvSpPr txBox="1">
            <a:spLocks noGrp="1"/>
          </p:cNvSpPr>
          <p:nvPr>
            <p:ph type="subTitle" idx="1"/>
          </p:nvPr>
        </p:nvSpPr>
        <p:spPr>
          <a:xfrm>
            <a:off x="1368000" y="3126289"/>
            <a:ext cx="2880000" cy="9360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Saturn is composed mostly of hydrogen and helium. It was named after the Roman god of wealth and agriculture</a:t>
            </a:r>
            <a:endParaRPr/>
          </a:p>
          <a:p>
            <a:pPr marL="0" lvl="0" indent="0" algn="ctr" rtl="0">
              <a:spcBef>
                <a:spcPts val="0"/>
              </a:spcBef>
              <a:spcAft>
                <a:spcPts val="0"/>
              </a:spcAft>
              <a:buNone/>
            </a:pPr>
            <a:endParaRPr/>
          </a:p>
        </p:txBody>
      </p:sp>
      <p:sp>
        <p:nvSpPr>
          <p:cNvPr id="855" name="Google Shape;855;p45"/>
          <p:cNvSpPr/>
          <p:nvPr/>
        </p:nvSpPr>
        <p:spPr>
          <a:xfrm>
            <a:off x="2376000" y="1785601"/>
            <a:ext cx="864000" cy="862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endParaRPr>
          </a:p>
        </p:txBody>
      </p:sp>
      <p:sp>
        <p:nvSpPr>
          <p:cNvPr id="856" name="Google Shape;856;p45"/>
          <p:cNvSpPr/>
          <p:nvPr/>
        </p:nvSpPr>
        <p:spPr>
          <a:xfrm>
            <a:off x="5904000" y="1785601"/>
            <a:ext cx="864000" cy="862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endParaRPr>
          </a:p>
        </p:txBody>
      </p:sp>
      <p:sp>
        <p:nvSpPr>
          <p:cNvPr id="857" name="Google Shape;857;p45"/>
          <p:cNvSpPr txBox="1">
            <a:spLocks noGrp="1"/>
          </p:cNvSpPr>
          <p:nvPr>
            <p:ph type="title"/>
          </p:nvPr>
        </p:nvSpPr>
        <p:spPr>
          <a:xfrm>
            <a:off x="720000" y="540000"/>
            <a:ext cx="7704000" cy="676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MISSION AND VISION</a:t>
            </a:r>
            <a:endParaRPr/>
          </a:p>
        </p:txBody>
      </p:sp>
      <p:grpSp>
        <p:nvGrpSpPr>
          <p:cNvPr id="858" name="Google Shape;858;p45"/>
          <p:cNvGrpSpPr/>
          <p:nvPr/>
        </p:nvGrpSpPr>
        <p:grpSpPr>
          <a:xfrm>
            <a:off x="-304800" y="3049236"/>
            <a:ext cx="2066584" cy="2399070"/>
            <a:chOff x="-304800" y="3049236"/>
            <a:chExt cx="2066584" cy="2399070"/>
          </a:xfrm>
        </p:grpSpPr>
        <p:sp>
          <p:nvSpPr>
            <p:cNvPr id="859" name="Google Shape;859;p45"/>
            <p:cNvSpPr/>
            <p:nvPr/>
          </p:nvSpPr>
          <p:spPr>
            <a:xfrm flipH="1">
              <a:off x="-304800" y="4424570"/>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45"/>
            <p:cNvSpPr/>
            <p:nvPr/>
          </p:nvSpPr>
          <p:spPr>
            <a:xfrm flipH="1">
              <a:off x="297617" y="3049236"/>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45"/>
            <p:cNvSpPr/>
            <p:nvPr/>
          </p:nvSpPr>
          <p:spPr>
            <a:xfrm flipH="1">
              <a:off x="76203" y="3429012"/>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2" name="Google Shape;862;p45"/>
            <p:cNvGrpSpPr/>
            <p:nvPr/>
          </p:nvGrpSpPr>
          <p:grpSpPr>
            <a:xfrm>
              <a:off x="76202" y="3801695"/>
              <a:ext cx="1497384" cy="1264312"/>
              <a:chOff x="5949750" y="3656175"/>
              <a:chExt cx="668475" cy="564425"/>
            </a:xfrm>
          </p:grpSpPr>
          <p:sp>
            <p:nvSpPr>
              <p:cNvPr id="863" name="Google Shape;863;p45"/>
              <p:cNvSpPr/>
              <p:nvPr/>
            </p:nvSpPr>
            <p:spPr>
              <a:xfrm>
                <a:off x="5955325" y="3664675"/>
                <a:ext cx="640225" cy="555925"/>
              </a:xfrm>
              <a:custGeom>
                <a:avLst/>
                <a:gdLst/>
                <a:ahLst/>
                <a:cxnLst/>
                <a:rect l="l" t="t" r="r" b="b"/>
                <a:pathLst>
                  <a:path w="25609" h="22237" extrusionOk="0">
                    <a:moveTo>
                      <a:pt x="12805" y="0"/>
                    </a:moveTo>
                    <a:cubicBezTo>
                      <a:pt x="11896" y="720"/>
                      <a:pt x="8489" y="3183"/>
                      <a:pt x="4208" y="3253"/>
                    </a:cubicBezTo>
                    <a:cubicBezTo>
                      <a:pt x="4208" y="3253"/>
                      <a:pt x="0" y="17535"/>
                      <a:pt x="12805" y="22237"/>
                    </a:cubicBezTo>
                    <a:cubicBezTo>
                      <a:pt x="25609" y="17535"/>
                      <a:pt x="21401" y="3253"/>
                      <a:pt x="21401" y="3253"/>
                    </a:cubicBezTo>
                    <a:cubicBezTo>
                      <a:pt x="17118" y="3183"/>
                      <a:pt x="13713" y="723"/>
                      <a:pt x="128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45"/>
              <p:cNvSpPr/>
              <p:nvPr/>
            </p:nvSpPr>
            <p:spPr>
              <a:xfrm>
                <a:off x="5984325" y="3685325"/>
                <a:ext cx="582250" cy="513025"/>
              </a:xfrm>
              <a:custGeom>
                <a:avLst/>
                <a:gdLst/>
                <a:ahLst/>
                <a:cxnLst/>
                <a:rect l="l" t="t" r="r" b="b"/>
                <a:pathLst>
                  <a:path w="23290" h="20521" extrusionOk="0">
                    <a:moveTo>
                      <a:pt x="11643" y="764"/>
                    </a:moveTo>
                    <a:cubicBezTo>
                      <a:pt x="12681" y="1551"/>
                      <a:pt x="15527" y="3442"/>
                      <a:pt x="19072" y="3576"/>
                    </a:cubicBezTo>
                    <a:cubicBezTo>
                      <a:pt x="19480" y="5223"/>
                      <a:pt x="21749" y="16087"/>
                      <a:pt x="11643" y="19880"/>
                    </a:cubicBezTo>
                    <a:cubicBezTo>
                      <a:pt x="7095" y="18174"/>
                      <a:pt x="4468" y="14901"/>
                      <a:pt x="3834" y="10149"/>
                    </a:cubicBezTo>
                    <a:cubicBezTo>
                      <a:pt x="3426" y="7079"/>
                      <a:pt x="4024" y="4339"/>
                      <a:pt x="4215" y="3576"/>
                    </a:cubicBezTo>
                    <a:cubicBezTo>
                      <a:pt x="7761" y="3442"/>
                      <a:pt x="10608" y="1551"/>
                      <a:pt x="11643" y="764"/>
                    </a:cubicBezTo>
                    <a:close/>
                    <a:moveTo>
                      <a:pt x="11645" y="0"/>
                    </a:moveTo>
                    <a:lnTo>
                      <a:pt x="11459" y="149"/>
                    </a:lnTo>
                    <a:cubicBezTo>
                      <a:pt x="10641" y="797"/>
                      <a:pt x="7686" y="2922"/>
                      <a:pt x="3979" y="2982"/>
                    </a:cubicBezTo>
                    <a:lnTo>
                      <a:pt x="3759" y="2986"/>
                    </a:lnTo>
                    <a:lnTo>
                      <a:pt x="3696" y="3197"/>
                    </a:lnTo>
                    <a:cubicBezTo>
                      <a:pt x="3657" y="3326"/>
                      <a:pt x="1" y="16242"/>
                      <a:pt x="11542" y="20482"/>
                    </a:cubicBezTo>
                    <a:lnTo>
                      <a:pt x="11645" y="20520"/>
                    </a:lnTo>
                    <a:lnTo>
                      <a:pt x="11748" y="20482"/>
                    </a:lnTo>
                    <a:cubicBezTo>
                      <a:pt x="23289" y="16242"/>
                      <a:pt x="19633" y="3326"/>
                      <a:pt x="19594" y="3197"/>
                    </a:cubicBezTo>
                    <a:lnTo>
                      <a:pt x="19532" y="2986"/>
                    </a:lnTo>
                    <a:lnTo>
                      <a:pt x="19311" y="2982"/>
                    </a:lnTo>
                    <a:cubicBezTo>
                      <a:pt x="15605" y="2922"/>
                      <a:pt x="12650" y="797"/>
                      <a:pt x="11832" y="149"/>
                    </a:cubicBezTo>
                    <a:lnTo>
                      <a:pt x="116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45"/>
              <p:cNvSpPr/>
              <p:nvPr/>
            </p:nvSpPr>
            <p:spPr>
              <a:xfrm>
                <a:off x="6162875" y="3837925"/>
                <a:ext cx="235475" cy="184700"/>
              </a:xfrm>
              <a:custGeom>
                <a:avLst/>
                <a:gdLst/>
                <a:ahLst/>
                <a:cxnLst/>
                <a:rect l="l" t="t" r="r" b="b"/>
                <a:pathLst>
                  <a:path w="9419" h="7388" extrusionOk="0">
                    <a:moveTo>
                      <a:pt x="8378" y="0"/>
                    </a:moveTo>
                    <a:lnTo>
                      <a:pt x="3544" y="5535"/>
                    </a:lnTo>
                    <a:lnTo>
                      <a:pt x="802" y="3577"/>
                    </a:lnTo>
                    <a:lnTo>
                      <a:pt x="0" y="4703"/>
                    </a:lnTo>
                    <a:lnTo>
                      <a:pt x="3761" y="7387"/>
                    </a:lnTo>
                    <a:lnTo>
                      <a:pt x="9418" y="908"/>
                    </a:lnTo>
                    <a:lnTo>
                      <a:pt x="83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45"/>
              <p:cNvSpPr/>
              <p:nvPr/>
            </p:nvSpPr>
            <p:spPr>
              <a:xfrm>
                <a:off x="6360950" y="3678950"/>
                <a:ext cx="193650" cy="176475"/>
              </a:xfrm>
              <a:custGeom>
                <a:avLst/>
                <a:gdLst/>
                <a:ahLst/>
                <a:cxnLst/>
                <a:rect l="l" t="t" r="r" b="b"/>
                <a:pathLst>
                  <a:path w="7746" h="7059" extrusionOk="0">
                    <a:moveTo>
                      <a:pt x="3873" y="800"/>
                    </a:moveTo>
                    <a:cubicBezTo>
                      <a:pt x="4572" y="800"/>
                      <a:pt x="5270" y="1066"/>
                      <a:pt x="5803" y="1598"/>
                    </a:cubicBezTo>
                    <a:cubicBezTo>
                      <a:pt x="6868" y="2665"/>
                      <a:pt x="6868" y="4394"/>
                      <a:pt x="5803" y="5458"/>
                    </a:cubicBezTo>
                    <a:cubicBezTo>
                      <a:pt x="5270" y="5991"/>
                      <a:pt x="4572" y="6257"/>
                      <a:pt x="3873" y="6257"/>
                    </a:cubicBezTo>
                    <a:cubicBezTo>
                      <a:pt x="3175" y="6257"/>
                      <a:pt x="2477" y="5991"/>
                      <a:pt x="1944" y="5458"/>
                    </a:cubicBezTo>
                    <a:cubicBezTo>
                      <a:pt x="879" y="4394"/>
                      <a:pt x="879" y="2665"/>
                      <a:pt x="1944" y="1598"/>
                    </a:cubicBezTo>
                    <a:cubicBezTo>
                      <a:pt x="2477" y="1066"/>
                      <a:pt x="3175" y="800"/>
                      <a:pt x="3873" y="800"/>
                    </a:cubicBezTo>
                    <a:close/>
                    <a:moveTo>
                      <a:pt x="3873" y="0"/>
                    </a:moveTo>
                    <a:cubicBezTo>
                      <a:pt x="2970" y="0"/>
                      <a:pt x="2066" y="344"/>
                      <a:pt x="1378" y="1033"/>
                    </a:cubicBezTo>
                    <a:cubicBezTo>
                      <a:pt x="0" y="2413"/>
                      <a:pt x="0" y="4646"/>
                      <a:pt x="1378" y="6023"/>
                    </a:cubicBezTo>
                    <a:cubicBezTo>
                      <a:pt x="2066" y="6713"/>
                      <a:pt x="2970" y="7058"/>
                      <a:pt x="3873" y="7058"/>
                    </a:cubicBezTo>
                    <a:cubicBezTo>
                      <a:pt x="4776" y="7058"/>
                      <a:pt x="5679" y="6713"/>
                      <a:pt x="6368" y="6023"/>
                    </a:cubicBezTo>
                    <a:cubicBezTo>
                      <a:pt x="7745" y="4646"/>
                      <a:pt x="7745" y="2413"/>
                      <a:pt x="6368" y="1033"/>
                    </a:cubicBezTo>
                    <a:cubicBezTo>
                      <a:pt x="5679" y="344"/>
                      <a:pt x="4776" y="0"/>
                      <a:pt x="38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45"/>
              <p:cNvSpPr/>
              <p:nvPr/>
            </p:nvSpPr>
            <p:spPr>
              <a:xfrm>
                <a:off x="6382925" y="3698925"/>
                <a:ext cx="149725" cy="136450"/>
              </a:xfrm>
              <a:custGeom>
                <a:avLst/>
                <a:gdLst/>
                <a:ahLst/>
                <a:cxnLst/>
                <a:rect l="l" t="t" r="r" b="b"/>
                <a:pathLst>
                  <a:path w="5989" h="5458" extrusionOk="0">
                    <a:moveTo>
                      <a:pt x="2994" y="1"/>
                    </a:moveTo>
                    <a:cubicBezTo>
                      <a:pt x="2296" y="1"/>
                      <a:pt x="1598" y="267"/>
                      <a:pt x="1065" y="799"/>
                    </a:cubicBezTo>
                    <a:cubicBezTo>
                      <a:pt x="0" y="1866"/>
                      <a:pt x="0" y="3595"/>
                      <a:pt x="1065" y="4659"/>
                    </a:cubicBezTo>
                    <a:cubicBezTo>
                      <a:pt x="1598" y="5192"/>
                      <a:pt x="2296" y="5458"/>
                      <a:pt x="2994" y="5458"/>
                    </a:cubicBezTo>
                    <a:cubicBezTo>
                      <a:pt x="3693" y="5458"/>
                      <a:pt x="4391" y="5192"/>
                      <a:pt x="4924" y="4659"/>
                    </a:cubicBezTo>
                    <a:cubicBezTo>
                      <a:pt x="5989" y="3595"/>
                      <a:pt x="5989" y="1866"/>
                      <a:pt x="4924" y="799"/>
                    </a:cubicBezTo>
                    <a:cubicBezTo>
                      <a:pt x="4391" y="267"/>
                      <a:pt x="3693" y="1"/>
                      <a:pt x="29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5"/>
              <p:cNvSpPr/>
              <p:nvPr/>
            </p:nvSpPr>
            <p:spPr>
              <a:xfrm>
                <a:off x="6498325" y="3807700"/>
                <a:ext cx="119900" cy="119950"/>
              </a:xfrm>
              <a:custGeom>
                <a:avLst/>
                <a:gdLst/>
                <a:ahLst/>
                <a:cxnLst/>
                <a:rect l="l" t="t" r="r" b="b"/>
                <a:pathLst>
                  <a:path w="4796" h="4798" extrusionOk="0">
                    <a:moveTo>
                      <a:pt x="615" y="1"/>
                    </a:moveTo>
                    <a:lnTo>
                      <a:pt x="0" y="616"/>
                    </a:lnTo>
                    <a:lnTo>
                      <a:pt x="4181" y="4798"/>
                    </a:lnTo>
                    <a:lnTo>
                      <a:pt x="4796" y="4183"/>
                    </a:lnTo>
                    <a:lnTo>
                      <a:pt x="61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45"/>
              <p:cNvSpPr/>
              <p:nvPr/>
            </p:nvSpPr>
            <p:spPr>
              <a:xfrm>
                <a:off x="6587450" y="3896925"/>
                <a:ext cx="30775" cy="30725"/>
              </a:xfrm>
              <a:custGeom>
                <a:avLst/>
                <a:gdLst/>
                <a:ahLst/>
                <a:cxnLst/>
                <a:rect l="l" t="t" r="r" b="b"/>
                <a:pathLst>
                  <a:path w="1231" h="1229" extrusionOk="0">
                    <a:moveTo>
                      <a:pt x="616" y="0"/>
                    </a:moveTo>
                    <a:lnTo>
                      <a:pt x="1" y="615"/>
                    </a:lnTo>
                    <a:lnTo>
                      <a:pt x="616" y="1229"/>
                    </a:lnTo>
                    <a:lnTo>
                      <a:pt x="1231" y="614"/>
                    </a:lnTo>
                    <a:lnTo>
                      <a:pt x="6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45"/>
              <p:cNvSpPr/>
              <p:nvPr/>
            </p:nvSpPr>
            <p:spPr>
              <a:xfrm>
                <a:off x="6007625" y="4051950"/>
                <a:ext cx="134125" cy="129275"/>
              </a:xfrm>
              <a:custGeom>
                <a:avLst/>
                <a:gdLst/>
                <a:ahLst/>
                <a:cxnLst/>
                <a:rect l="l" t="t" r="r" b="b"/>
                <a:pathLst>
                  <a:path w="5365" h="5171" extrusionOk="0">
                    <a:moveTo>
                      <a:pt x="809" y="0"/>
                    </a:moveTo>
                    <a:cubicBezTo>
                      <a:pt x="363" y="0"/>
                      <a:pt x="0" y="364"/>
                      <a:pt x="0" y="808"/>
                    </a:cubicBezTo>
                    <a:lnTo>
                      <a:pt x="0" y="3288"/>
                    </a:lnTo>
                    <a:cubicBezTo>
                      <a:pt x="0" y="3733"/>
                      <a:pt x="363" y="4097"/>
                      <a:pt x="809" y="4097"/>
                    </a:cubicBezTo>
                    <a:lnTo>
                      <a:pt x="2499" y="4097"/>
                    </a:lnTo>
                    <a:lnTo>
                      <a:pt x="3487" y="5171"/>
                    </a:lnTo>
                    <a:lnTo>
                      <a:pt x="3487" y="4097"/>
                    </a:lnTo>
                    <a:lnTo>
                      <a:pt x="4556" y="4097"/>
                    </a:lnTo>
                    <a:cubicBezTo>
                      <a:pt x="5001" y="4097"/>
                      <a:pt x="5365" y="3733"/>
                      <a:pt x="5365" y="3288"/>
                    </a:cubicBezTo>
                    <a:lnTo>
                      <a:pt x="5365" y="808"/>
                    </a:lnTo>
                    <a:cubicBezTo>
                      <a:pt x="5365" y="364"/>
                      <a:pt x="5001" y="0"/>
                      <a:pt x="45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45"/>
              <p:cNvSpPr/>
              <p:nvPr/>
            </p:nvSpPr>
            <p:spPr>
              <a:xfrm>
                <a:off x="6037325" y="4096300"/>
                <a:ext cx="16350" cy="16350"/>
              </a:xfrm>
              <a:custGeom>
                <a:avLst/>
                <a:gdLst/>
                <a:ahLst/>
                <a:cxnLst/>
                <a:rect l="l" t="t" r="r" b="b"/>
                <a:pathLst>
                  <a:path w="654" h="654" extrusionOk="0">
                    <a:moveTo>
                      <a:pt x="327" y="1"/>
                    </a:moveTo>
                    <a:cubicBezTo>
                      <a:pt x="146" y="1"/>
                      <a:pt x="0" y="147"/>
                      <a:pt x="0" y="327"/>
                    </a:cubicBezTo>
                    <a:cubicBezTo>
                      <a:pt x="0" y="508"/>
                      <a:pt x="146" y="654"/>
                      <a:pt x="327" y="654"/>
                    </a:cubicBezTo>
                    <a:cubicBezTo>
                      <a:pt x="507" y="654"/>
                      <a:pt x="653" y="507"/>
                      <a:pt x="653" y="327"/>
                    </a:cubicBezTo>
                    <a:cubicBezTo>
                      <a:pt x="653" y="147"/>
                      <a:pt x="507" y="1"/>
                      <a:pt x="3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5"/>
              <p:cNvSpPr/>
              <p:nvPr/>
            </p:nvSpPr>
            <p:spPr>
              <a:xfrm>
                <a:off x="6066500" y="4096300"/>
                <a:ext cx="16350" cy="16350"/>
              </a:xfrm>
              <a:custGeom>
                <a:avLst/>
                <a:gdLst/>
                <a:ahLst/>
                <a:cxnLst/>
                <a:rect l="l" t="t" r="r" b="b"/>
                <a:pathLst>
                  <a:path w="654" h="654" extrusionOk="0">
                    <a:moveTo>
                      <a:pt x="327" y="1"/>
                    </a:moveTo>
                    <a:cubicBezTo>
                      <a:pt x="146" y="1"/>
                      <a:pt x="0" y="147"/>
                      <a:pt x="0" y="327"/>
                    </a:cubicBezTo>
                    <a:cubicBezTo>
                      <a:pt x="0" y="508"/>
                      <a:pt x="146" y="654"/>
                      <a:pt x="327" y="654"/>
                    </a:cubicBezTo>
                    <a:cubicBezTo>
                      <a:pt x="509" y="654"/>
                      <a:pt x="654" y="507"/>
                      <a:pt x="654" y="327"/>
                    </a:cubicBezTo>
                    <a:cubicBezTo>
                      <a:pt x="654" y="147"/>
                      <a:pt x="509" y="1"/>
                      <a:pt x="3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45"/>
              <p:cNvSpPr/>
              <p:nvPr/>
            </p:nvSpPr>
            <p:spPr>
              <a:xfrm>
                <a:off x="6095700" y="4096300"/>
                <a:ext cx="16375" cy="16350"/>
              </a:xfrm>
              <a:custGeom>
                <a:avLst/>
                <a:gdLst/>
                <a:ahLst/>
                <a:cxnLst/>
                <a:rect l="l" t="t" r="r" b="b"/>
                <a:pathLst>
                  <a:path w="655" h="654" extrusionOk="0">
                    <a:moveTo>
                      <a:pt x="327" y="1"/>
                    </a:moveTo>
                    <a:cubicBezTo>
                      <a:pt x="145" y="1"/>
                      <a:pt x="1" y="147"/>
                      <a:pt x="1" y="327"/>
                    </a:cubicBezTo>
                    <a:cubicBezTo>
                      <a:pt x="1" y="508"/>
                      <a:pt x="145" y="654"/>
                      <a:pt x="327" y="654"/>
                    </a:cubicBezTo>
                    <a:cubicBezTo>
                      <a:pt x="508" y="654"/>
                      <a:pt x="654" y="507"/>
                      <a:pt x="654" y="327"/>
                    </a:cubicBezTo>
                    <a:cubicBezTo>
                      <a:pt x="654" y="147"/>
                      <a:pt x="508" y="1"/>
                      <a:pt x="3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5"/>
              <p:cNvSpPr/>
              <p:nvPr/>
            </p:nvSpPr>
            <p:spPr>
              <a:xfrm>
                <a:off x="6087125" y="4154300"/>
                <a:ext cx="7700" cy="26900"/>
              </a:xfrm>
              <a:custGeom>
                <a:avLst/>
                <a:gdLst/>
                <a:ahLst/>
                <a:cxnLst/>
                <a:rect l="l" t="t" r="r" b="b"/>
                <a:pathLst>
                  <a:path w="308" h="1076" extrusionOk="0">
                    <a:moveTo>
                      <a:pt x="0" y="1"/>
                    </a:moveTo>
                    <a:lnTo>
                      <a:pt x="0" y="743"/>
                    </a:lnTo>
                    <a:lnTo>
                      <a:pt x="308" y="1076"/>
                    </a:lnTo>
                    <a:lnTo>
                      <a:pt x="3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45"/>
              <p:cNvSpPr/>
              <p:nvPr/>
            </p:nvSpPr>
            <p:spPr>
              <a:xfrm>
                <a:off x="6113875" y="4051950"/>
                <a:ext cx="27925" cy="102450"/>
              </a:xfrm>
              <a:custGeom>
                <a:avLst/>
                <a:gdLst/>
                <a:ahLst/>
                <a:cxnLst/>
                <a:rect l="l" t="t" r="r" b="b"/>
                <a:pathLst>
                  <a:path w="1117" h="4098" extrusionOk="0">
                    <a:moveTo>
                      <a:pt x="0" y="0"/>
                    </a:moveTo>
                    <a:cubicBezTo>
                      <a:pt x="445" y="0"/>
                      <a:pt x="809" y="364"/>
                      <a:pt x="809" y="808"/>
                    </a:cubicBezTo>
                    <a:lnTo>
                      <a:pt x="809" y="3288"/>
                    </a:lnTo>
                    <a:cubicBezTo>
                      <a:pt x="809" y="3733"/>
                      <a:pt x="445" y="4097"/>
                      <a:pt x="0" y="4097"/>
                    </a:cubicBezTo>
                    <a:lnTo>
                      <a:pt x="308" y="4097"/>
                    </a:lnTo>
                    <a:cubicBezTo>
                      <a:pt x="753" y="4097"/>
                      <a:pt x="1116" y="3733"/>
                      <a:pt x="1116" y="3288"/>
                    </a:cubicBezTo>
                    <a:lnTo>
                      <a:pt x="1116" y="808"/>
                    </a:lnTo>
                    <a:cubicBezTo>
                      <a:pt x="1115" y="364"/>
                      <a:pt x="751" y="0"/>
                      <a:pt x="3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45"/>
              <p:cNvSpPr/>
              <p:nvPr/>
            </p:nvSpPr>
            <p:spPr>
              <a:xfrm>
                <a:off x="6389525" y="4008225"/>
                <a:ext cx="174975" cy="174900"/>
              </a:xfrm>
              <a:custGeom>
                <a:avLst/>
                <a:gdLst/>
                <a:ahLst/>
                <a:cxnLst/>
                <a:rect l="l" t="t" r="r" b="b"/>
                <a:pathLst>
                  <a:path w="6999" h="6996" extrusionOk="0">
                    <a:moveTo>
                      <a:pt x="3498" y="0"/>
                    </a:moveTo>
                    <a:cubicBezTo>
                      <a:pt x="1567" y="0"/>
                      <a:pt x="0" y="1566"/>
                      <a:pt x="0" y="3498"/>
                    </a:cubicBezTo>
                    <a:cubicBezTo>
                      <a:pt x="0" y="5430"/>
                      <a:pt x="1566" y="6996"/>
                      <a:pt x="3498" y="6996"/>
                    </a:cubicBezTo>
                    <a:cubicBezTo>
                      <a:pt x="5431" y="6996"/>
                      <a:pt x="6998" y="5430"/>
                      <a:pt x="6998" y="3498"/>
                    </a:cubicBezTo>
                    <a:cubicBezTo>
                      <a:pt x="6998" y="1567"/>
                      <a:pt x="5430" y="0"/>
                      <a:pt x="34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45"/>
              <p:cNvSpPr/>
              <p:nvPr/>
            </p:nvSpPr>
            <p:spPr>
              <a:xfrm>
                <a:off x="6415225" y="4033900"/>
                <a:ext cx="123500" cy="123550"/>
              </a:xfrm>
              <a:custGeom>
                <a:avLst/>
                <a:gdLst/>
                <a:ahLst/>
                <a:cxnLst/>
                <a:rect l="l" t="t" r="r" b="b"/>
                <a:pathLst>
                  <a:path w="4940" h="4942" extrusionOk="0">
                    <a:moveTo>
                      <a:pt x="2470" y="1"/>
                    </a:moveTo>
                    <a:cubicBezTo>
                      <a:pt x="1105" y="1"/>
                      <a:pt x="1" y="1106"/>
                      <a:pt x="1" y="2471"/>
                    </a:cubicBezTo>
                    <a:cubicBezTo>
                      <a:pt x="1" y="3835"/>
                      <a:pt x="1107" y="4941"/>
                      <a:pt x="2470" y="4941"/>
                    </a:cubicBezTo>
                    <a:cubicBezTo>
                      <a:pt x="3834" y="4941"/>
                      <a:pt x="4940" y="3834"/>
                      <a:pt x="4940" y="2471"/>
                    </a:cubicBezTo>
                    <a:cubicBezTo>
                      <a:pt x="4940" y="1108"/>
                      <a:pt x="3834" y="3"/>
                      <a:pt x="24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45"/>
              <p:cNvSpPr/>
              <p:nvPr/>
            </p:nvSpPr>
            <p:spPr>
              <a:xfrm>
                <a:off x="6473175" y="4033975"/>
                <a:ext cx="65600" cy="123500"/>
              </a:xfrm>
              <a:custGeom>
                <a:avLst/>
                <a:gdLst/>
                <a:ahLst/>
                <a:cxnLst/>
                <a:rect l="l" t="t" r="r" b="b"/>
                <a:pathLst>
                  <a:path w="2624" h="4940" extrusionOk="0">
                    <a:moveTo>
                      <a:pt x="154" y="0"/>
                    </a:moveTo>
                    <a:cubicBezTo>
                      <a:pt x="103" y="0"/>
                      <a:pt x="52" y="5"/>
                      <a:pt x="1" y="8"/>
                    </a:cubicBezTo>
                    <a:cubicBezTo>
                      <a:pt x="1292" y="89"/>
                      <a:pt x="2316" y="1159"/>
                      <a:pt x="2316" y="2469"/>
                    </a:cubicBezTo>
                    <a:cubicBezTo>
                      <a:pt x="2316" y="3781"/>
                      <a:pt x="1292" y="4851"/>
                      <a:pt x="1" y="4932"/>
                    </a:cubicBezTo>
                    <a:cubicBezTo>
                      <a:pt x="52" y="4934"/>
                      <a:pt x="103" y="4939"/>
                      <a:pt x="154" y="4939"/>
                    </a:cubicBezTo>
                    <a:cubicBezTo>
                      <a:pt x="1519" y="4939"/>
                      <a:pt x="2623" y="3834"/>
                      <a:pt x="2623" y="2469"/>
                    </a:cubicBezTo>
                    <a:cubicBezTo>
                      <a:pt x="2623" y="1105"/>
                      <a:pt x="1516" y="0"/>
                      <a:pt x="1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45"/>
              <p:cNvSpPr/>
              <p:nvPr/>
            </p:nvSpPr>
            <p:spPr>
              <a:xfrm>
                <a:off x="6441500" y="4072600"/>
                <a:ext cx="72550" cy="48575"/>
              </a:xfrm>
              <a:custGeom>
                <a:avLst/>
                <a:gdLst/>
                <a:ahLst/>
                <a:cxnLst/>
                <a:rect l="l" t="t" r="r" b="b"/>
                <a:pathLst>
                  <a:path w="2902" h="1943" extrusionOk="0">
                    <a:moveTo>
                      <a:pt x="2674" y="0"/>
                    </a:moveTo>
                    <a:lnTo>
                      <a:pt x="970" y="1490"/>
                    </a:lnTo>
                    <a:lnTo>
                      <a:pt x="223" y="858"/>
                    </a:lnTo>
                    <a:lnTo>
                      <a:pt x="1" y="1119"/>
                    </a:lnTo>
                    <a:lnTo>
                      <a:pt x="976" y="1943"/>
                    </a:lnTo>
                    <a:lnTo>
                      <a:pt x="2901" y="261"/>
                    </a:lnTo>
                    <a:lnTo>
                      <a:pt x="26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45"/>
              <p:cNvSpPr/>
              <p:nvPr/>
            </p:nvSpPr>
            <p:spPr>
              <a:xfrm>
                <a:off x="5974575" y="3656175"/>
                <a:ext cx="110200" cy="108350"/>
              </a:xfrm>
              <a:custGeom>
                <a:avLst/>
                <a:gdLst/>
                <a:ahLst/>
                <a:cxnLst/>
                <a:rect l="l" t="t" r="r" b="b"/>
                <a:pathLst>
                  <a:path w="4408" h="4334" extrusionOk="0">
                    <a:moveTo>
                      <a:pt x="2514" y="569"/>
                    </a:moveTo>
                    <a:cubicBezTo>
                      <a:pt x="3243" y="569"/>
                      <a:pt x="3839" y="1163"/>
                      <a:pt x="3839" y="1895"/>
                    </a:cubicBezTo>
                    <a:lnTo>
                      <a:pt x="3839" y="2437"/>
                    </a:lnTo>
                    <a:cubicBezTo>
                      <a:pt x="3839" y="3169"/>
                      <a:pt x="3245" y="3765"/>
                      <a:pt x="2514" y="3765"/>
                    </a:cubicBezTo>
                    <a:lnTo>
                      <a:pt x="1899" y="3765"/>
                    </a:lnTo>
                    <a:cubicBezTo>
                      <a:pt x="1166" y="3765"/>
                      <a:pt x="570" y="3170"/>
                      <a:pt x="570" y="2437"/>
                    </a:cubicBezTo>
                    <a:lnTo>
                      <a:pt x="570" y="1895"/>
                    </a:lnTo>
                    <a:cubicBezTo>
                      <a:pt x="570" y="1165"/>
                      <a:pt x="1166" y="569"/>
                      <a:pt x="1899" y="569"/>
                    </a:cubicBezTo>
                    <a:close/>
                    <a:moveTo>
                      <a:pt x="1896" y="0"/>
                    </a:moveTo>
                    <a:cubicBezTo>
                      <a:pt x="851" y="0"/>
                      <a:pt x="0" y="849"/>
                      <a:pt x="0" y="1895"/>
                    </a:cubicBezTo>
                    <a:lnTo>
                      <a:pt x="0" y="2437"/>
                    </a:lnTo>
                    <a:cubicBezTo>
                      <a:pt x="0" y="3484"/>
                      <a:pt x="851" y="4334"/>
                      <a:pt x="1896" y="4334"/>
                    </a:cubicBezTo>
                    <a:lnTo>
                      <a:pt x="2511" y="4334"/>
                    </a:lnTo>
                    <a:cubicBezTo>
                      <a:pt x="3558" y="4334"/>
                      <a:pt x="4408" y="3484"/>
                      <a:pt x="4408" y="2437"/>
                    </a:cubicBezTo>
                    <a:lnTo>
                      <a:pt x="4408" y="1895"/>
                    </a:lnTo>
                    <a:cubicBezTo>
                      <a:pt x="4408" y="851"/>
                      <a:pt x="3558" y="0"/>
                      <a:pt x="25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5"/>
              <p:cNvSpPr/>
              <p:nvPr/>
            </p:nvSpPr>
            <p:spPr>
              <a:xfrm>
                <a:off x="5949750" y="3718325"/>
                <a:ext cx="159900" cy="159875"/>
              </a:xfrm>
              <a:custGeom>
                <a:avLst/>
                <a:gdLst/>
                <a:ahLst/>
                <a:cxnLst/>
                <a:rect l="l" t="t" r="r" b="b"/>
                <a:pathLst>
                  <a:path w="6396" h="6395" extrusionOk="0">
                    <a:moveTo>
                      <a:pt x="1861" y="0"/>
                    </a:moveTo>
                    <a:cubicBezTo>
                      <a:pt x="837" y="0"/>
                      <a:pt x="0" y="838"/>
                      <a:pt x="0" y="1859"/>
                    </a:cubicBezTo>
                    <a:lnTo>
                      <a:pt x="0" y="4535"/>
                    </a:lnTo>
                    <a:cubicBezTo>
                      <a:pt x="0" y="5559"/>
                      <a:pt x="838" y="6395"/>
                      <a:pt x="1861" y="6395"/>
                    </a:cubicBezTo>
                    <a:lnTo>
                      <a:pt x="4536" y="6395"/>
                    </a:lnTo>
                    <a:cubicBezTo>
                      <a:pt x="5559" y="6395"/>
                      <a:pt x="6396" y="5559"/>
                      <a:pt x="6396" y="4535"/>
                    </a:cubicBezTo>
                    <a:lnTo>
                      <a:pt x="6396" y="1859"/>
                    </a:lnTo>
                    <a:cubicBezTo>
                      <a:pt x="6396" y="835"/>
                      <a:pt x="5559" y="0"/>
                      <a:pt x="45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5"/>
              <p:cNvSpPr/>
              <p:nvPr/>
            </p:nvSpPr>
            <p:spPr>
              <a:xfrm>
                <a:off x="5959800" y="3728400"/>
                <a:ext cx="149850" cy="149825"/>
              </a:xfrm>
              <a:custGeom>
                <a:avLst/>
                <a:gdLst/>
                <a:ahLst/>
                <a:cxnLst/>
                <a:rect l="l" t="t" r="r" b="b"/>
                <a:pathLst>
                  <a:path w="5994" h="5993" extrusionOk="0">
                    <a:moveTo>
                      <a:pt x="5284" y="1"/>
                    </a:moveTo>
                    <a:lnTo>
                      <a:pt x="5284" y="1"/>
                    </a:lnTo>
                    <a:cubicBezTo>
                      <a:pt x="5535" y="317"/>
                      <a:pt x="5687" y="717"/>
                      <a:pt x="5687" y="1150"/>
                    </a:cubicBezTo>
                    <a:lnTo>
                      <a:pt x="5687" y="3826"/>
                    </a:lnTo>
                    <a:cubicBezTo>
                      <a:pt x="5687" y="4850"/>
                      <a:pt x="4850" y="5685"/>
                      <a:pt x="3826" y="5685"/>
                    </a:cubicBezTo>
                    <a:lnTo>
                      <a:pt x="1151" y="5685"/>
                    </a:lnTo>
                    <a:cubicBezTo>
                      <a:pt x="717" y="5685"/>
                      <a:pt x="318" y="5535"/>
                      <a:pt x="1" y="5284"/>
                    </a:cubicBezTo>
                    <a:lnTo>
                      <a:pt x="1" y="5284"/>
                    </a:lnTo>
                    <a:cubicBezTo>
                      <a:pt x="341" y="5715"/>
                      <a:pt x="867" y="5993"/>
                      <a:pt x="1456" y="5993"/>
                    </a:cubicBezTo>
                    <a:lnTo>
                      <a:pt x="4132" y="5993"/>
                    </a:lnTo>
                    <a:cubicBezTo>
                      <a:pt x="5156" y="5993"/>
                      <a:pt x="5991" y="5157"/>
                      <a:pt x="5991" y="4134"/>
                    </a:cubicBezTo>
                    <a:lnTo>
                      <a:pt x="5991" y="1457"/>
                    </a:lnTo>
                    <a:cubicBezTo>
                      <a:pt x="5994" y="867"/>
                      <a:pt x="5715" y="341"/>
                      <a:pt x="52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5"/>
              <p:cNvSpPr/>
              <p:nvPr/>
            </p:nvSpPr>
            <p:spPr>
              <a:xfrm>
                <a:off x="6005700" y="3755950"/>
                <a:ext cx="47975" cy="94550"/>
              </a:xfrm>
              <a:custGeom>
                <a:avLst/>
                <a:gdLst/>
                <a:ahLst/>
                <a:cxnLst/>
                <a:rect l="l" t="t" r="r" b="b"/>
                <a:pathLst>
                  <a:path w="1919" h="3782" extrusionOk="0">
                    <a:moveTo>
                      <a:pt x="959" y="0"/>
                    </a:moveTo>
                    <a:cubicBezTo>
                      <a:pt x="430" y="0"/>
                      <a:pt x="1" y="430"/>
                      <a:pt x="1" y="960"/>
                    </a:cubicBezTo>
                    <a:cubicBezTo>
                      <a:pt x="1" y="1339"/>
                      <a:pt x="222" y="1665"/>
                      <a:pt x="542" y="1820"/>
                    </a:cubicBezTo>
                    <a:lnTo>
                      <a:pt x="66" y="3619"/>
                    </a:lnTo>
                    <a:cubicBezTo>
                      <a:pt x="48" y="3708"/>
                      <a:pt x="107" y="3781"/>
                      <a:pt x="199" y="3781"/>
                    </a:cubicBezTo>
                    <a:lnTo>
                      <a:pt x="1719" y="3781"/>
                    </a:lnTo>
                    <a:cubicBezTo>
                      <a:pt x="1810" y="3781"/>
                      <a:pt x="1871" y="3708"/>
                      <a:pt x="1851" y="3619"/>
                    </a:cubicBezTo>
                    <a:lnTo>
                      <a:pt x="1374" y="1820"/>
                    </a:lnTo>
                    <a:cubicBezTo>
                      <a:pt x="1696" y="1666"/>
                      <a:pt x="1918" y="1341"/>
                      <a:pt x="1918" y="960"/>
                    </a:cubicBezTo>
                    <a:cubicBezTo>
                      <a:pt x="1918" y="430"/>
                      <a:pt x="1489" y="0"/>
                      <a:pt x="9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4" name="Google Shape;884;p45"/>
            <p:cNvSpPr/>
            <p:nvPr/>
          </p:nvSpPr>
          <p:spPr>
            <a:xfrm flipH="1">
              <a:off x="1573565" y="4878637"/>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5" name="Google Shape;885;p45"/>
          <p:cNvGrpSpPr/>
          <p:nvPr/>
        </p:nvGrpSpPr>
        <p:grpSpPr>
          <a:xfrm>
            <a:off x="7133528" y="76211"/>
            <a:ext cx="1934291" cy="1739805"/>
            <a:chOff x="7133528" y="76211"/>
            <a:chExt cx="1934291" cy="1739805"/>
          </a:xfrm>
        </p:grpSpPr>
        <p:sp>
          <p:nvSpPr>
            <p:cNvPr id="886" name="Google Shape;886;p45"/>
            <p:cNvSpPr/>
            <p:nvPr/>
          </p:nvSpPr>
          <p:spPr>
            <a:xfrm flipH="1">
              <a:off x="8374848"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7" name="Google Shape;887;p45"/>
            <p:cNvGrpSpPr/>
            <p:nvPr/>
          </p:nvGrpSpPr>
          <p:grpSpPr>
            <a:xfrm>
              <a:off x="7370564" y="228600"/>
              <a:ext cx="1322552" cy="1020264"/>
              <a:chOff x="7370564" y="228600"/>
              <a:chExt cx="1322552" cy="1020264"/>
            </a:xfrm>
          </p:grpSpPr>
          <p:sp>
            <p:nvSpPr>
              <p:cNvPr id="888" name="Google Shape;888;p45"/>
              <p:cNvSpPr/>
              <p:nvPr/>
            </p:nvSpPr>
            <p:spPr>
              <a:xfrm>
                <a:off x="7667868" y="370056"/>
                <a:ext cx="1025248" cy="781312"/>
              </a:xfrm>
              <a:custGeom>
                <a:avLst/>
                <a:gdLst/>
                <a:ahLst/>
                <a:cxnLst/>
                <a:rect l="l" t="t" r="r" b="b"/>
                <a:pathLst>
                  <a:path w="18308" h="13952" extrusionOk="0">
                    <a:moveTo>
                      <a:pt x="1051" y="1"/>
                    </a:moveTo>
                    <a:cubicBezTo>
                      <a:pt x="443" y="1"/>
                      <a:pt x="1" y="495"/>
                      <a:pt x="70" y="1099"/>
                    </a:cubicBezTo>
                    <a:lnTo>
                      <a:pt x="1401" y="12852"/>
                    </a:lnTo>
                    <a:cubicBezTo>
                      <a:pt x="1470" y="13457"/>
                      <a:pt x="2024" y="13952"/>
                      <a:pt x="2632" y="13952"/>
                    </a:cubicBezTo>
                    <a:lnTo>
                      <a:pt x="15688" y="13952"/>
                    </a:lnTo>
                    <a:cubicBezTo>
                      <a:pt x="16296" y="13952"/>
                      <a:pt x="16860" y="13458"/>
                      <a:pt x="16942" y="12855"/>
                    </a:cubicBezTo>
                    <a:lnTo>
                      <a:pt x="18228" y="3289"/>
                    </a:lnTo>
                    <a:cubicBezTo>
                      <a:pt x="18308" y="2686"/>
                      <a:pt x="17877" y="2193"/>
                      <a:pt x="17268" y="2193"/>
                    </a:cubicBezTo>
                    <a:lnTo>
                      <a:pt x="10627" y="2193"/>
                    </a:lnTo>
                    <a:lnTo>
                      <a:pt x="10627" y="2194"/>
                    </a:lnTo>
                    <a:cubicBezTo>
                      <a:pt x="10019" y="2194"/>
                      <a:pt x="9520" y="1701"/>
                      <a:pt x="9520" y="1097"/>
                    </a:cubicBezTo>
                    <a:cubicBezTo>
                      <a:pt x="9520" y="494"/>
                      <a:pt x="9023" y="1"/>
                      <a:pt x="84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5"/>
              <p:cNvSpPr/>
              <p:nvPr/>
            </p:nvSpPr>
            <p:spPr>
              <a:xfrm>
                <a:off x="7769004" y="427904"/>
                <a:ext cx="822472" cy="782096"/>
              </a:xfrm>
              <a:custGeom>
                <a:avLst/>
                <a:gdLst/>
                <a:ahLst/>
                <a:cxnLst/>
                <a:rect l="l" t="t" r="r" b="b"/>
                <a:pathLst>
                  <a:path w="14687" h="13966" extrusionOk="0">
                    <a:moveTo>
                      <a:pt x="0" y="0"/>
                    </a:moveTo>
                    <a:lnTo>
                      <a:pt x="0" y="13965"/>
                    </a:lnTo>
                    <a:lnTo>
                      <a:pt x="14686" y="13965"/>
                    </a:lnTo>
                    <a:lnTo>
                      <a:pt x="1468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5"/>
              <p:cNvSpPr/>
              <p:nvPr/>
            </p:nvSpPr>
            <p:spPr>
              <a:xfrm>
                <a:off x="7667868" y="467440"/>
                <a:ext cx="1025248" cy="781368"/>
              </a:xfrm>
              <a:custGeom>
                <a:avLst/>
                <a:gdLst/>
                <a:ahLst/>
                <a:cxnLst/>
                <a:rect l="l" t="t" r="r" b="b"/>
                <a:pathLst>
                  <a:path w="18308" h="13953" extrusionOk="0">
                    <a:moveTo>
                      <a:pt x="1051" y="0"/>
                    </a:moveTo>
                    <a:cubicBezTo>
                      <a:pt x="443" y="0"/>
                      <a:pt x="1" y="495"/>
                      <a:pt x="70" y="1099"/>
                    </a:cubicBezTo>
                    <a:lnTo>
                      <a:pt x="1401" y="12852"/>
                    </a:lnTo>
                    <a:cubicBezTo>
                      <a:pt x="1470" y="13458"/>
                      <a:pt x="2024" y="13953"/>
                      <a:pt x="2632" y="13953"/>
                    </a:cubicBezTo>
                    <a:lnTo>
                      <a:pt x="15688" y="13953"/>
                    </a:lnTo>
                    <a:cubicBezTo>
                      <a:pt x="16296" y="13953"/>
                      <a:pt x="16860" y="13459"/>
                      <a:pt x="16942" y="12856"/>
                    </a:cubicBezTo>
                    <a:lnTo>
                      <a:pt x="18228" y="3289"/>
                    </a:lnTo>
                    <a:cubicBezTo>
                      <a:pt x="18308" y="2686"/>
                      <a:pt x="17877" y="2192"/>
                      <a:pt x="17268" y="2192"/>
                    </a:cubicBezTo>
                    <a:lnTo>
                      <a:pt x="10627" y="2192"/>
                    </a:lnTo>
                    <a:lnTo>
                      <a:pt x="10627" y="2195"/>
                    </a:lnTo>
                    <a:cubicBezTo>
                      <a:pt x="10019" y="2195"/>
                      <a:pt x="9520" y="1700"/>
                      <a:pt x="9520" y="1097"/>
                    </a:cubicBezTo>
                    <a:cubicBezTo>
                      <a:pt x="9520" y="493"/>
                      <a:pt x="9023" y="0"/>
                      <a:pt x="841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5"/>
              <p:cNvSpPr/>
              <p:nvPr/>
            </p:nvSpPr>
            <p:spPr>
              <a:xfrm>
                <a:off x="8513860" y="590304"/>
                <a:ext cx="179200" cy="658560"/>
              </a:xfrm>
              <a:custGeom>
                <a:avLst/>
                <a:gdLst/>
                <a:ahLst/>
                <a:cxnLst/>
                <a:rect l="l" t="t" r="r" b="b"/>
                <a:pathLst>
                  <a:path w="3200" h="11760" extrusionOk="0">
                    <a:moveTo>
                      <a:pt x="1580" y="1"/>
                    </a:moveTo>
                    <a:cubicBezTo>
                      <a:pt x="2189" y="1"/>
                      <a:pt x="2622" y="494"/>
                      <a:pt x="2540" y="1098"/>
                    </a:cubicBezTo>
                    <a:lnTo>
                      <a:pt x="1253" y="10663"/>
                    </a:lnTo>
                    <a:cubicBezTo>
                      <a:pt x="1173" y="11265"/>
                      <a:pt x="609" y="11760"/>
                      <a:pt x="0" y="11760"/>
                    </a:cubicBezTo>
                    <a:lnTo>
                      <a:pt x="580" y="11760"/>
                    </a:lnTo>
                    <a:cubicBezTo>
                      <a:pt x="1188" y="11760"/>
                      <a:pt x="1752" y="11267"/>
                      <a:pt x="1834" y="10663"/>
                    </a:cubicBezTo>
                    <a:lnTo>
                      <a:pt x="3120" y="1098"/>
                    </a:lnTo>
                    <a:cubicBezTo>
                      <a:pt x="3200" y="494"/>
                      <a:pt x="2769"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5"/>
              <p:cNvSpPr/>
              <p:nvPr/>
            </p:nvSpPr>
            <p:spPr>
              <a:xfrm>
                <a:off x="8106684" y="467496"/>
                <a:ext cx="156464" cy="122976"/>
              </a:xfrm>
              <a:custGeom>
                <a:avLst/>
                <a:gdLst/>
                <a:ahLst/>
                <a:cxnLst/>
                <a:rect l="l" t="t" r="r" b="b"/>
                <a:pathLst>
                  <a:path w="2794" h="2196" extrusionOk="0">
                    <a:moveTo>
                      <a:pt x="3" y="0"/>
                    </a:moveTo>
                    <a:cubicBezTo>
                      <a:pt x="2" y="0"/>
                      <a:pt x="1" y="0"/>
                      <a:pt x="1" y="0"/>
                    </a:cubicBezTo>
                    <a:lnTo>
                      <a:pt x="5" y="0"/>
                    </a:lnTo>
                    <a:cubicBezTo>
                      <a:pt x="5" y="0"/>
                      <a:pt x="4" y="0"/>
                      <a:pt x="3" y="0"/>
                    </a:cubicBezTo>
                    <a:close/>
                    <a:moveTo>
                      <a:pt x="5" y="0"/>
                    </a:moveTo>
                    <a:lnTo>
                      <a:pt x="5" y="0"/>
                    </a:lnTo>
                    <a:cubicBezTo>
                      <a:pt x="609" y="2"/>
                      <a:pt x="1106" y="495"/>
                      <a:pt x="1106" y="1098"/>
                    </a:cubicBezTo>
                    <a:cubicBezTo>
                      <a:pt x="1106" y="1702"/>
                      <a:pt x="1605" y="2195"/>
                      <a:pt x="2213" y="2195"/>
                    </a:cubicBezTo>
                    <a:lnTo>
                      <a:pt x="2794" y="2195"/>
                    </a:lnTo>
                    <a:cubicBezTo>
                      <a:pt x="2185" y="2195"/>
                      <a:pt x="1687" y="1702"/>
                      <a:pt x="1687" y="1098"/>
                    </a:cubicBezTo>
                    <a:cubicBezTo>
                      <a:pt x="1687" y="494"/>
                      <a:pt x="1188" y="0"/>
                      <a:pt x="58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5"/>
              <p:cNvSpPr/>
              <p:nvPr/>
            </p:nvSpPr>
            <p:spPr>
              <a:xfrm>
                <a:off x="7370564" y="228600"/>
                <a:ext cx="667296" cy="579544"/>
              </a:xfrm>
              <a:custGeom>
                <a:avLst/>
                <a:gdLst/>
                <a:ahLst/>
                <a:cxnLst/>
                <a:rect l="l" t="t" r="r" b="b"/>
                <a:pathLst>
                  <a:path w="11916" h="10349" extrusionOk="0">
                    <a:moveTo>
                      <a:pt x="5958" y="0"/>
                    </a:moveTo>
                    <a:cubicBezTo>
                      <a:pt x="5535" y="337"/>
                      <a:pt x="3949" y="1480"/>
                      <a:pt x="1957" y="1514"/>
                    </a:cubicBezTo>
                    <a:cubicBezTo>
                      <a:pt x="1957" y="1514"/>
                      <a:pt x="0" y="8160"/>
                      <a:pt x="5958" y="10348"/>
                    </a:cubicBezTo>
                    <a:cubicBezTo>
                      <a:pt x="11916" y="8160"/>
                      <a:pt x="9958" y="1514"/>
                      <a:pt x="9958" y="1514"/>
                    </a:cubicBezTo>
                    <a:cubicBezTo>
                      <a:pt x="7966" y="1482"/>
                      <a:pt x="6381" y="337"/>
                      <a:pt x="59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5"/>
              <p:cNvSpPr/>
              <p:nvPr/>
            </p:nvSpPr>
            <p:spPr>
              <a:xfrm>
                <a:off x="7581740" y="405056"/>
                <a:ext cx="258888" cy="203112"/>
              </a:xfrm>
              <a:custGeom>
                <a:avLst/>
                <a:gdLst/>
                <a:ahLst/>
                <a:cxnLst/>
                <a:rect l="l" t="t" r="r" b="b"/>
                <a:pathLst>
                  <a:path w="4623" h="3627" extrusionOk="0">
                    <a:moveTo>
                      <a:pt x="4111" y="1"/>
                    </a:moveTo>
                    <a:lnTo>
                      <a:pt x="1740" y="2717"/>
                    </a:lnTo>
                    <a:lnTo>
                      <a:pt x="395" y="1759"/>
                    </a:lnTo>
                    <a:lnTo>
                      <a:pt x="0" y="2310"/>
                    </a:lnTo>
                    <a:lnTo>
                      <a:pt x="1845" y="3627"/>
                    </a:lnTo>
                    <a:lnTo>
                      <a:pt x="4623" y="448"/>
                    </a:lnTo>
                    <a:lnTo>
                      <a:pt x="411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5"/>
              <p:cNvSpPr/>
              <p:nvPr/>
            </p:nvSpPr>
            <p:spPr>
              <a:xfrm>
                <a:off x="7615844" y="308512"/>
                <a:ext cx="422016" cy="499632"/>
              </a:xfrm>
              <a:custGeom>
                <a:avLst/>
                <a:gdLst/>
                <a:ahLst/>
                <a:cxnLst/>
                <a:rect l="l" t="t" r="r" b="b"/>
                <a:pathLst>
                  <a:path w="7536" h="8922" extrusionOk="0">
                    <a:moveTo>
                      <a:pt x="4694" y="0"/>
                    </a:moveTo>
                    <a:cubicBezTo>
                      <a:pt x="4798" y="2523"/>
                      <a:pt x="4170" y="6286"/>
                      <a:pt x="1" y="8130"/>
                    </a:cubicBezTo>
                    <a:cubicBezTo>
                      <a:pt x="453" y="8431"/>
                      <a:pt x="973" y="8700"/>
                      <a:pt x="1577" y="8921"/>
                    </a:cubicBezTo>
                    <a:cubicBezTo>
                      <a:pt x="7536" y="6733"/>
                      <a:pt x="5578" y="87"/>
                      <a:pt x="5578" y="87"/>
                    </a:cubicBezTo>
                    <a:cubicBezTo>
                      <a:pt x="5274" y="82"/>
                      <a:pt x="4977" y="50"/>
                      <a:pt x="46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5"/>
              <p:cNvSpPr/>
              <p:nvPr/>
            </p:nvSpPr>
            <p:spPr>
              <a:xfrm>
                <a:off x="7456852" y="1020832"/>
                <a:ext cx="632912" cy="135800"/>
              </a:xfrm>
              <a:custGeom>
                <a:avLst/>
                <a:gdLst/>
                <a:ahLst/>
                <a:cxnLst/>
                <a:rect l="l" t="t" r="r" b="b"/>
                <a:pathLst>
                  <a:path w="11302" h="2425" extrusionOk="0">
                    <a:moveTo>
                      <a:pt x="1632" y="0"/>
                    </a:moveTo>
                    <a:cubicBezTo>
                      <a:pt x="736" y="0"/>
                      <a:pt x="0" y="545"/>
                      <a:pt x="0" y="1212"/>
                    </a:cubicBezTo>
                    <a:cubicBezTo>
                      <a:pt x="0" y="1878"/>
                      <a:pt x="734" y="2424"/>
                      <a:pt x="1632" y="2424"/>
                    </a:cubicBezTo>
                    <a:lnTo>
                      <a:pt x="9671" y="2424"/>
                    </a:lnTo>
                    <a:cubicBezTo>
                      <a:pt x="10569" y="2424"/>
                      <a:pt x="11302" y="1878"/>
                      <a:pt x="11302" y="1212"/>
                    </a:cubicBezTo>
                    <a:cubicBezTo>
                      <a:pt x="11302" y="545"/>
                      <a:pt x="10569" y="0"/>
                      <a:pt x="96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45"/>
              <p:cNvSpPr/>
              <p:nvPr/>
            </p:nvSpPr>
            <p:spPr>
              <a:xfrm>
                <a:off x="7520357" y="1057176"/>
                <a:ext cx="68824" cy="70784"/>
              </a:xfrm>
              <a:custGeom>
                <a:avLst/>
                <a:gdLst/>
                <a:ahLst/>
                <a:cxnLst/>
                <a:rect l="l" t="t" r="r" b="b"/>
                <a:pathLst>
                  <a:path w="1229" h="1264" extrusionOk="0">
                    <a:moveTo>
                      <a:pt x="513" y="1"/>
                    </a:moveTo>
                    <a:lnTo>
                      <a:pt x="516" y="457"/>
                    </a:lnTo>
                    <a:lnTo>
                      <a:pt x="106" y="217"/>
                    </a:lnTo>
                    <a:lnTo>
                      <a:pt x="0" y="406"/>
                    </a:lnTo>
                    <a:lnTo>
                      <a:pt x="405" y="630"/>
                    </a:lnTo>
                    <a:lnTo>
                      <a:pt x="0" y="857"/>
                    </a:lnTo>
                    <a:lnTo>
                      <a:pt x="106" y="1044"/>
                    </a:lnTo>
                    <a:lnTo>
                      <a:pt x="516" y="803"/>
                    </a:lnTo>
                    <a:lnTo>
                      <a:pt x="513" y="1264"/>
                    </a:lnTo>
                    <a:lnTo>
                      <a:pt x="716" y="1264"/>
                    </a:lnTo>
                    <a:lnTo>
                      <a:pt x="712" y="803"/>
                    </a:lnTo>
                    <a:lnTo>
                      <a:pt x="1122" y="1044"/>
                    </a:lnTo>
                    <a:lnTo>
                      <a:pt x="1229" y="857"/>
                    </a:lnTo>
                    <a:lnTo>
                      <a:pt x="825" y="630"/>
                    </a:lnTo>
                    <a:lnTo>
                      <a:pt x="1229" y="406"/>
                    </a:lnTo>
                    <a:lnTo>
                      <a:pt x="1122" y="217"/>
                    </a:lnTo>
                    <a:lnTo>
                      <a:pt x="712" y="457"/>
                    </a:lnTo>
                    <a:lnTo>
                      <a:pt x="7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5"/>
              <p:cNvSpPr/>
              <p:nvPr/>
            </p:nvSpPr>
            <p:spPr>
              <a:xfrm>
                <a:off x="7633421" y="1057176"/>
                <a:ext cx="68768" cy="70784"/>
              </a:xfrm>
              <a:custGeom>
                <a:avLst/>
                <a:gdLst/>
                <a:ahLst/>
                <a:cxnLst/>
                <a:rect l="l" t="t" r="r" b="b"/>
                <a:pathLst>
                  <a:path w="1228" h="1264" extrusionOk="0">
                    <a:moveTo>
                      <a:pt x="513" y="1"/>
                    </a:moveTo>
                    <a:lnTo>
                      <a:pt x="517" y="457"/>
                    </a:lnTo>
                    <a:lnTo>
                      <a:pt x="107" y="217"/>
                    </a:lnTo>
                    <a:lnTo>
                      <a:pt x="0" y="406"/>
                    </a:lnTo>
                    <a:lnTo>
                      <a:pt x="406" y="630"/>
                    </a:lnTo>
                    <a:lnTo>
                      <a:pt x="0" y="857"/>
                    </a:lnTo>
                    <a:lnTo>
                      <a:pt x="107" y="1044"/>
                    </a:lnTo>
                    <a:lnTo>
                      <a:pt x="517" y="803"/>
                    </a:lnTo>
                    <a:lnTo>
                      <a:pt x="513" y="1264"/>
                    </a:lnTo>
                    <a:lnTo>
                      <a:pt x="716" y="1264"/>
                    </a:lnTo>
                    <a:lnTo>
                      <a:pt x="714" y="803"/>
                    </a:lnTo>
                    <a:lnTo>
                      <a:pt x="714" y="803"/>
                    </a:lnTo>
                    <a:lnTo>
                      <a:pt x="1121" y="1044"/>
                    </a:lnTo>
                    <a:lnTo>
                      <a:pt x="1228" y="857"/>
                    </a:lnTo>
                    <a:lnTo>
                      <a:pt x="824" y="630"/>
                    </a:lnTo>
                    <a:lnTo>
                      <a:pt x="1228" y="406"/>
                    </a:lnTo>
                    <a:lnTo>
                      <a:pt x="1121" y="217"/>
                    </a:lnTo>
                    <a:lnTo>
                      <a:pt x="714" y="457"/>
                    </a:lnTo>
                    <a:lnTo>
                      <a:pt x="7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5"/>
              <p:cNvSpPr/>
              <p:nvPr/>
            </p:nvSpPr>
            <p:spPr>
              <a:xfrm>
                <a:off x="7746597" y="1057176"/>
                <a:ext cx="68656" cy="70784"/>
              </a:xfrm>
              <a:custGeom>
                <a:avLst/>
                <a:gdLst/>
                <a:ahLst/>
                <a:cxnLst/>
                <a:rect l="l" t="t" r="r" b="b"/>
                <a:pathLst>
                  <a:path w="1226" h="1264" extrusionOk="0">
                    <a:moveTo>
                      <a:pt x="513" y="1"/>
                    </a:moveTo>
                    <a:lnTo>
                      <a:pt x="516" y="457"/>
                    </a:lnTo>
                    <a:lnTo>
                      <a:pt x="106" y="217"/>
                    </a:lnTo>
                    <a:lnTo>
                      <a:pt x="1" y="406"/>
                    </a:lnTo>
                    <a:lnTo>
                      <a:pt x="407" y="630"/>
                    </a:lnTo>
                    <a:lnTo>
                      <a:pt x="1" y="857"/>
                    </a:lnTo>
                    <a:lnTo>
                      <a:pt x="106" y="1044"/>
                    </a:lnTo>
                    <a:lnTo>
                      <a:pt x="516" y="803"/>
                    </a:lnTo>
                    <a:lnTo>
                      <a:pt x="513" y="1264"/>
                    </a:lnTo>
                    <a:lnTo>
                      <a:pt x="715" y="1264"/>
                    </a:lnTo>
                    <a:lnTo>
                      <a:pt x="712" y="803"/>
                    </a:lnTo>
                    <a:lnTo>
                      <a:pt x="712" y="803"/>
                    </a:lnTo>
                    <a:lnTo>
                      <a:pt x="1121" y="1044"/>
                    </a:lnTo>
                    <a:lnTo>
                      <a:pt x="1226" y="857"/>
                    </a:lnTo>
                    <a:lnTo>
                      <a:pt x="822" y="630"/>
                    </a:lnTo>
                    <a:lnTo>
                      <a:pt x="1226" y="406"/>
                    </a:lnTo>
                    <a:lnTo>
                      <a:pt x="1121" y="217"/>
                    </a:lnTo>
                    <a:lnTo>
                      <a:pt x="712" y="457"/>
                    </a:lnTo>
                    <a:lnTo>
                      <a:pt x="71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5"/>
              <p:cNvSpPr/>
              <p:nvPr/>
            </p:nvSpPr>
            <p:spPr>
              <a:xfrm>
                <a:off x="7859436" y="1057176"/>
                <a:ext cx="68824" cy="70784"/>
              </a:xfrm>
              <a:custGeom>
                <a:avLst/>
                <a:gdLst/>
                <a:ahLst/>
                <a:cxnLst/>
                <a:rect l="l" t="t" r="r" b="b"/>
                <a:pathLst>
                  <a:path w="1229" h="1264" extrusionOk="0">
                    <a:moveTo>
                      <a:pt x="512" y="1"/>
                    </a:moveTo>
                    <a:lnTo>
                      <a:pt x="516" y="457"/>
                    </a:lnTo>
                    <a:lnTo>
                      <a:pt x="516" y="457"/>
                    </a:lnTo>
                    <a:lnTo>
                      <a:pt x="106" y="217"/>
                    </a:lnTo>
                    <a:lnTo>
                      <a:pt x="0" y="406"/>
                    </a:lnTo>
                    <a:lnTo>
                      <a:pt x="407" y="630"/>
                    </a:lnTo>
                    <a:lnTo>
                      <a:pt x="0" y="857"/>
                    </a:lnTo>
                    <a:lnTo>
                      <a:pt x="106" y="1044"/>
                    </a:lnTo>
                    <a:lnTo>
                      <a:pt x="516" y="803"/>
                    </a:lnTo>
                    <a:lnTo>
                      <a:pt x="512" y="1264"/>
                    </a:lnTo>
                    <a:lnTo>
                      <a:pt x="716" y="1264"/>
                    </a:lnTo>
                    <a:lnTo>
                      <a:pt x="714" y="803"/>
                    </a:lnTo>
                    <a:lnTo>
                      <a:pt x="1124" y="1044"/>
                    </a:lnTo>
                    <a:lnTo>
                      <a:pt x="1229" y="857"/>
                    </a:lnTo>
                    <a:lnTo>
                      <a:pt x="825" y="630"/>
                    </a:lnTo>
                    <a:lnTo>
                      <a:pt x="1229" y="406"/>
                    </a:lnTo>
                    <a:lnTo>
                      <a:pt x="1124" y="217"/>
                    </a:lnTo>
                    <a:lnTo>
                      <a:pt x="714" y="457"/>
                    </a:lnTo>
                    <a:lnTo>
                      <a:pt x="7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45"/>
              <p:cNvSpPr/>
              <p:nvPr/>
            </p:nvSpPr>
            <p:spPr>
              <a:xfrm>
                <a:off x="7972501" y="1057176"/>
                <a:ext cx="68824" cy="70784"/>
              </a:xfrm>
              <a:custGeom>
                <a:avLst/>
                <a:gdLst/>
                <a:ahLst/>
                <a:cxnLst/>
                <a:rect l="l" t="t" r="r" b="b"/>
                <a:pathLst>
                  <a:path w="1229" h="1264" extrusionOk="0">
                    <a:moveTo>
                      <a:pt x="513" y="1"/>
                    </a:moveTo>
                    <a:lnTo>
                      <a:pt x="517" y="457"/>
                    </a:lnTo>
                    <a:lnTo>
                      <a:pt x="517" y="457"/>
                    </a:lnTo>
                    <a:lnTo>
                      <a:pt x="107" y="217"/>
                    </a:lnTo>
                    <a:lnTo>
                      <a:pt x="0" y="406"/>
                    </a:lnTo>
                    <a:lnTo>
                      <a:pt x="406" y="630"/>
                    </a:lnTo>
                    <a:lnTo>
                      <a:pt x="0" y="857"/>
                    </a:lnTo>
                    <a:lnTo>
                      <a:pt x="107" y="1044"/>
                    </a:lnTo>
                    <a:lnTo>
                      <a:pt x="517" y="803"/>
                    </a:lnTo>
                    <a:lnTo>
                      <a:pt x="513" y="1264"/>
                    </a:lnTo>
                    <a:lnTo>
                      <a:pt x="716" y="1264"/>
                    </a:lnTo>
                    <a:lnTo>
                      <a:pt x="714" y="803"/>
                    </a:lnTo>
                    <a:lnTo>
                      <a:pt x="1124" y="1044"/>
                    </a:lnTo>
                    <a:lnTo>
                      <a:pt x="1229" y="857"/>
                    </a:lnTo>
                    <a:lnTo>
                      <a:pt x="825" y="630"/>
                    </a:lnTo>
                    <a:lnTo>
                      <a:pt x="1229" y="406"/>
                    </a:lnTo>
                    <a:lnTo>
                      <a:pt x="1124" y="217"/>
                    </a:lnTo>
                    <a:lnTo>
                      <a:pt x="714" y="457"/>
                    </a:lnTo>
                    <a:lnTo>
                      <a:pt x="7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2" name="Google Shape;902;p45"/>
            <p:cNvSpPr/>
            <p:nvPr/>
          </p:nvSpPr>
          <p:spPr>
            <a:xfrm flipH="1">
              <a:off x="7133528" y="228600"/>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5"/>
            <p:cNvSpPr/>
            <p:nvPr/>
          </p:nvSpPr>
          <p:spPr>
            <a:xfrm flipH="1">
              <a:off x="8497777" y="1436248"/>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5"/>
            <p:cNvSpPr/>
            <p:nvPr/>
          </p:nvSpPr>
          <p:spPr>
            <a:xfrm flipH="1">
              <a:off x="8879600" y="1248875"/>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5" name="Google Shape;905;p45"/>
          <p:cNvGrpSpPr/>
          <p:nvPr/>
        </p:nvGrpSpPr>
        <p:grpSpPr>
          <a:xfrm>
            <a:off x="6089395" y="1972048"/>
            <a:ext cx="493211" cy="489906"/>
            <a:chOff x="-63250675" y="3744075"/>
            <a:chExt cx="320350" cy="318100"/>
          </a:xfrm>
        </p:grpSpPr>
        <p:sp>
          <p:nvSpPr>
            <p:cNvPr id="906" name="Google Shape;906;p45"/>
            <p:cNvSpPr/>
            <p:nvPr/>
          </p:nvSpPr>
          <p:spPr>
            <a:xfrm>
              <a:off x="-63126250" y="3744075"/>
              <a:ext cx="195925" cy="192875"/>
            </a:xfrm>
            <a:custGeom>
              <a:avLst/>
              <a:gdLst/>
              <a:ahLst/>
              <a:cxnLst/>
              <a:rect l="l" t="t" r="r" b="b"/>
              <a:pathLst>
                <a:path w="7837" h="7715" extrusionOk="0">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45"/>
            <p:cNvSpPr/>
            <p:nvPr/>
          </p:nvSpPr>
          <p:spPr>
            <a:xfrm>
              <a:off x="-63190025" y="3814050"/>
              <a:ext cx="186675" cy="185900"/>
            </a:xfrm>
            <a:custGeom>
              <a:avLst/>
              <a:gdLst/>
              <a:ahLst/>
              <a:cxnLst/>
              <a:rect l="l" t="t" r="r" b="b"/>
              <a:pathLst>
                <a:path w="7467" h="7436" extrusionOk="0">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45"/>
            <p:cNvSpPr/>
            <p:nvPr/>
          </p:nvSpPr>
          <p:spPr>
            <a:xfrm>
              <a:off x="-63250675" y="3751050"/>
              <a:ext cx="311125" cy="311125"/>
            </a:xfrm>
            <a:custGeom>
              <a:avLst/>
              <a:gdLst/>
              <a:ahLst/>
              <a:cxnLst/>
              <a:rect l="l" t="t" r="r" b="b"/>
              <a:pathLst>
                <a:path w="12445" h="12445" extrusionOk="0">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9" name="Google Shape;909;p45"/>
          <p:cNvGrpSpPr/>
          <p:nvPr/>
        </p:nvGrpSpPr>
        <p:grpSpPr>
          <a:xfrm>
            <a:off x="2561405" y="1954657"/>
            <a:ext cx="493189" cy="524687"/>
            <a:chOff x="5364750" y="3235150"/>
            <a:chExt cx="277275" cy="294950"/>
          </a:xfrm>
        </p:grpSpPr>
        <p:sp>
          <p:nvSpPr>
            <p:cNvPr id="910" name="Google Shape;910;p45"/>
            <p:cNvSpPr/>
            <p:nvPr/>
          </p:nvSpPr>
          <p:spPr>
            <a:xfrm>
              <a:off x="5502600" y="32351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5"/>
            <p:cNvSpPr/>
            <p:nvPr/>
          </p:nvSpPr>
          <p:spPr>
            <a:xfrm>
              <a:off x="5555375" y="3253850"/>
              <a:ext cx="35450" cy="34100"/>
            </a:xfrm>
            <a:custGeom>
              <a:avLst/>
              <a:gdLst/>
              <a:ahLst/>
              <a:cxnLst/>
              <a:rect l="l" t="t" r="r" b="b"/>
              <a:pathLst>
                <a:path w="1418" h="1364" extrusionOk="0">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5"/>
            <p:cNvSpPr/>
            <p:nvPr/>
          </p:nvSpPr>
          <p:spPr>
            <a:xfrm>
              <a:off x="5606550" y="3357225"/>
              <a:ext cx="35475" cy="18150"/>
            </a:xfrm>
            <a:custGeom>
              <a:avLst/>
              <a:gdLst/>
              <a:ahLst/>
              <a:cxnLst/>
              <a:rect l="l" t="t" r="r" b="b"/>
              <a:pathLst>
                <a:path w="1419" h="726" extrusionOk="0">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5"/>
            <p:cNvSpPr/>
            <p:nvPr/>
          </p:nvSpPr>
          <p:spPr>
            <a:xfrm>
              <a:off x="5364750" y="3357225"/>
              <a:ext cx="35475" cy="17350"/>
            </a:xfrm>
            <a:custGeom>
              <a:avLst/>
              <a:gdLst/>
              <a:ahLst/>
              <a:cxnLst/>
              <a:rect l="l" t="t" r="r" b="b"/>
              <a:pathLst>
                <a:path w="1419" h="694" extrusionOk="0">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45"/>
            <p:cNvSpPr/>
            <p:nvPr/>
          </p:nvSpPr>
          <p:spPr>
            <a:xfrm>
              <a:off x="5433275" y="3253850"/>
              <a:ext cx="35475" cy="34100"/>
            </a:xfrm>
            <a:custGeom>
              <a:avLst/>
              <a:gdLst/>
              <a:ahLst/>
              <a:cxnLst/>
              <a:rect l="l" t="t" r="r" b="b"/>
              <a:pathLst>
                <a:path w="1419" h="1364" extrusionOk="0">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5"/>
            <p:cNvSpPr/>
            <p:nvPr/>
          </p:nvSpPr>
          <p:spPr>
            <a:xfrm>
              <a:off x="5380500" y="3287775"/>
              <a:ext cx="37050" cy="25975"/>
            </a:xfrm>
            <a:custGeom>
              <a:avLst/>
              <a:gdLst/>
              <a:ahLst/>
              <a:cxnLst/>
              <a:rect l="l" t="t" r="r" b="b"/>
              <a:pathLst>
                <a:path w="1482" h="1039" extrusionOk="0">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5"/>
            <p:cNvSpPr/>
            <p:nvPr/>
          </p:nvSpPr>
          <p:spPr>
            <a:xfrm>
              <a:off x="5588450" y="3288075"/>
              <a:ext cx="37025" cy="26800"/>
            </a:xfrm>
            <a:custGeom>
              <a:avLst/>
              <a:gdLst/>
              <a:ahLst/>
              <a:cxnLst/>
              <a:rect l="l" t="t" r="r" b="b"/>
              <a:pathLst>
                <a:path w="1481" h="1072" extrusionOk="0">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45"/>
            <p:cNvSpPr/>
            <p:nvPr/>
          </p:nvSpPr>
          <p:spPr>
            <a:xfrm>
              <a:off x="5412025" y="3286350"/>
              <a:ext cx="177225" cy="243750"/>
            </a:xfrm>
            <a:custGeom>
              <a:avLst/>
              <a:gdLst/>
              <a:ahLst/>
              <a:cxnLst/>
              <a:rect l="l" t="t" r="r" b="b"/>
              <a:pathLst>
                <a:path w="7089" h="9750" extrusionOk="0">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46"/>
          <p:cNvSpPr txBox="1">
            <a:spLocks noGrp="1"/>
          </p:cNvSpPr>
          <p:nvPr>
            <p:ph type="subTitle" idx="7"/>
          </p:nvPr>
        </p:nvSpPr>
        <p:spPr>
          <a:xfrm>
            <a:off x="5109600" y="4095175"/>
            <a:ext cx="2246400" cy="5040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Venus is the second planet from the Sun</a:t>
            </a:r>
            <a:endParaRPr/>
          </a:p>
        </p:txBody>
      </p:sp>
      <p:sp>
        <p:nvSpPr>
          <p:cNvPr id="923" name="Google Shape;923;p46"/>
          <p:cNvSpPr txBox="1">
            <a:spLocks noGrp="1"/>
          </p:cNvSpPr>
          <p:nvPr>
            <p:ph type="title" idx="8"/>
          </p:nvPr>
        </p:nvSpPr>
        <p:spPr>
          <a:xfrm>
            <a:off x="720000" y="540000"/>
            <a:ext cx="7704000" cy="676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OUR VALUES</a:t>
            </a:r>
            <a:endParaRPr/>
          </a:p>
        </p:txBody>
      </p:sp>
      <p:sp>
        <p:nvSpPr>
          <p:cNvPr id="924" name="Google Shape;924;p46"/>
          <p:cNvSpPr txBox="1">
            <a:spLocks noGrp="1"/>
          </p:cNvSpPr>
          <p:nvPr>
            <p:ph type="title"/>
          </p:nvPr>
        </p:nvSpPr>
        <p:spPr>
          <a:xfrm>
            <a:off x="1791600" y="1860600"/>
            <a:ext cx="2246400" cy="554100"/>
          </a:xfrm>
          <a:prstGeom prst="rect">
            <a:avLst/>
          </a:prstGeom>
        </p:spPr>
        <p:txBody>
          <a:bodyPr spcFirstLastPara="1" wrap="square" lIns="90000" tIns="91425" rIns="90000" bIns="91425" anchor="b" anchorCtr="0">
            <a:noAutofit/>
          </a:bodyPr>
          <a:lstStyle/>
          <a:p>
            <a:pPr marL="0" lvl="0" indent="0" algn="ctr" rtl="0">
              <a:spcBef>
                <a:spcPts val="0"/>
              </a:spcBef>
              <a:spcAft>
                <a:spcPts val="0"/>
              </a:spcAft>
              <a:buNone/>
            </a:pPr>
            <a:r>
              <a:rPr lang="en"/>
              <a:t>SATURN</a:t>
            </a:r>
            <a:endParaRPr/>
          </a:p>
        </p:txBody>
      </p:sp>
      <p:sp>
        <p:nvSpPr>
          <p:cNvPr id="925" name="Google Shape;925;p46"/>
          <p:cNvSpPr txBox="1">
            <a:spLocks noGrp="1"/>
          </p:cNvSpPr>
          <p:nvPr>
            <p:ph type="subTitle" idx="1"/>
          </p:nvPr>
        </p:nvSpPr>
        <p:spPr>
          <a:xfrm>
            <a:off x="1791600" y="2338500"/>
            <a:ext cx="2246400" cy="5040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Saturn is a gas giant and has several rings</a:t>
            </a:r>
            <a:endParaRPr/>
          </a:p>
        </p:txBody>
      </p:sp>
      <p:sp>
        <p:nvSpPr>
          <p:cNvPr id="926" name="Google Shape;926;p46"/>
          <p:cNvSpPr txBox="1">
            <a:spLocks noGrp="1"/>
          </p:cNvSpPr>
          <p:nvPr>
            <p:ph type="title" idx="2"/>
          </p:nvPr>
        </p:nvSpPr>
        <p:spPr>
          <a:xfrm>
            <a:off x="5109600" y="1860600"/>
            <a:ext cx="2246400" cy="554100"/>
          </a:xfrm>
          <a:prstGeom prst="rect">
            <a:avLst/>
          </a:prstGeom>
        </p:spPr>
        <p:txBody>
          <a:bodyPr spcFirstLastPara="1" wrap="square" lIns="90000" tIns="91425" rIns="90000" bIns="91425" anchor="b" anchorCtr="0">
            <a:noAutofit/>
          </a:bodyPr>
          <a:lstStyle/>
          <a:p>
            <a:pPr marL="0" lvl="0" indent="0" algn="ctr" rtl="0">
              <a:spcBef>
                <a:spcPts val="0"/>
              </a:spcBef>
              <a:spcAft>
                <a:spcPts val="0"/>
              </a:spcAft>
              <a:buNone/>
            </a:pPr>
            <a:r>
              <a:rPr lang="en"/>
              <a:t>EARTH</a:t>
            </a:r>
            <a:endParaRPr/>
          </a:p>
        </p:txBody>
      </p:sp>
      <p:sp>
        <p:nvSpPr>
          <p:cNvPr id="927" name="Google Shape;927;p46"/>
          <p:cNvSpPr txBox="1">
            <a:spLocks noGrp="1"/>
          </p:cNvSpPr>
          <p:nvPr>
            <p:ph type="subTitle" idx="3"/>
          </p:nvPr>
        </p:nvSpPr>
        <p:spPr>
          <a:xfrm>
            <a:off x="5109600" y="2338500"/>
            <a:ext cx="2246400" cy="5040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Earth is the only planet that harbors life</a:t>
            </a:r>
            <a:endParaRPr/>
          </a:p>
        </p:txBody>
      </p:sp>
      <p:sp>
        <p:nvSpPr>
          <p:cNvPr id="928" name="Google Shape;928;p46"/>
          <p:cNvSpPr txBox="1">
            <a:spLocks noGrp="1"/>
          </p:cNvSpPr>
          <p:nvPr>
            <p:ph type="title" idx="4"/>
          </p:nvPr>
        </p:nvSpPr>
        <p:spPr>
          <a:xfrm>
            <a:off x="1791600" y="3617275"/>
            <a:ext cx="2246400" cy="554100"/>
          </a:xfrm>
          <a:prstGeom prst="rect">
            <a:avLst/>
          </a:prstGeom>
        </p:spPr>
        <p:txBody>
          <a:bodyPr spcFirstLastPara="1" wrap="square" lIns="90000" tIns="91425" rIns="90000" bIns="91425" anchor="b" anchorCtr="0">
            <a:noAutofit/>
          </a:bodyPr>
          <a:lstStyle/>
          <a:p>
            <a:pPr marL="0" lvl="0" indent="0" algn="ctr" rtl="0">
              <a:spcBef>
                <a:spcPts val="0"/>
              </a:spcBef>
              <a:spcAft>
                <a:spcPts val="0"/>
              </a:spcAft>
              <a:buNone/>
            </a:pPr>
            <a:r>
              <a:rPr lang="en"/>
              <a:t>JUPITER</a:t>
            </a:r>
            <a:endParaRPr/>
          </a:p>
        </p:txBody>
      </p:sp>
      <p:sp>
        <p:nvSpPr>
          <p:cNvPr id="929" name="Google Shape;929;p46"/>
          <p:cNvSpPr txBox="1">
            <a:spLocks noGrp="1"/>
          </p:cNvSpPr>
          <p:nvPr>
            <p:ph type="subTitle" idx="5"/>
          </p:nvPr>
        </p:nvSpPr>
        <p:spPr>
          <a:xfrm>
            <a:off x="1791600" y="4095175"/>
            <a:ext cx="2246400" cy="5040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Clr>
                <a:schemeClr val="dk1"/>
              </a:buClr>
              <a:buSzPts val="1100"/>
              <a:buFont typeface="Arial"/>
              <a:buNone/>
            </a:pPr>
            <a:r>
              <a:rPr lang="en"/>
              <a:t>Jupiter is the biggest planet of them all</a:t>
            </a:r>
            <a:endParaRPr/>
          </a:p>
        </p:txBody>
      </p:sp>
      <p:sp>
        <p:nvSpPr>
          <p:cNvPr id="930" name="Google Shape;930;p46"/>
          <p:cNvSpPr txBox="1">
            <a:spLocks noGrp="1"/>
          </p:cNvSpPr>
          <p:nvPr>
            <p:ph type="title" idx="6"/>
          </p:nvPr>
        </p:nvSpPr>
        <p:spPr>
          <a:xfrm>
            <a:off x="5109600" y="3617275"/>
            <a:ext cx="2246400" cy="554100"/>
          </a:xfrm>
          <a:prstGeom prst="rect">
            <a:avLst/>
          </a:prstGeom>
        </p:spPr>
        <p:txBody>
          <a:bodyPr spcFirstLastPara="1" wrap="square" lIns="90000" tIns="91425" rIns="90000" bIns="91425" anchor="b" anchorCtr="0">
            <a:noAutofit/>
          </a:bodyPr>
          <a:lstStyle/>
          <a:p>
            <a:pPr marL="0" lvl="0" indent="0" algn="ctr" rtl="0">
              <a:spcBef>
                <a:spcPts val="0"/>
              </a:spcBef>
              <a:spcAft>
                <a:spcPts val="0"/>
              </a:spcAft>
              <a:buNone/>
            </a:pPr>
            <a:r>
              <a:rPr lang="en"/>
              <a:t>VENUS</a:t>
            </a:r>
            <a:endParaRPr/>
          </a:p>
        </p:txBody>
      </p:sp>
      <p:sp>
        <p:nvSpPr>
          <p:cNvPr id="931" name="Google Shape;931;p46"/>
          <p:cNvSpPr/>
          <p:nvPr/>
        </p:nvSpPr>
        <p:spPr>
          <a:xfrm>
            <a:off x="2662800" y="1357200"/>
            <a:ext cx="504000" cy="503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endParaRPr>
          </a:p>
        </p:txBody>
      </p:sp>
      <p:sp>
        <p:nvSpPr>
          <p:cNvPr id="932" name="Google Shape;932;p46"/>
          <p:cNvSpPr/>
          <p:nvPr/>
        </p:nvSpPr>
        <p:spPr>
          <a:xfrm>
            <a:off x="5980800" y="1357200"/>
            <a:ext cx="504000" cy="503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endParaRPr>
          </a:p>
        </p:txBody>
      </p:sp>
      <p:sp>
        <p:nvSpPr>
          <p:cNvPr id="933" name="Google Shape;933;p46"/>
          <p:cNvSpPr/>
          <p:nvPr/>
        </p:nvSpPr>
        <p:spPr>
          <a:xfrm>
            <a:off x="2662800" y="3113875"/>
            <a:ext cx="504000" cy="503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endParaRPr>
          </a:p>
        </p:txBody>
      </p:sp>
      <p:sp>
        <p:nvSpPr>
          <p:cNvPr id="934" name="Google Shape;934;p46"/>
          <p:cNvSpPr/>
          <p:nvPr/>
        </p:nvSpPr>
        <p:spPr>
          <a:xfrm>
            <a:off x="5980800" y="3113875"/>
            <a:ext cx="504000" cy="503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endParaRPr>
          </a:p>
        </p:txBody>
      </p:sp>
      <p:grpSp>
        <p:nvGrpSpPr>
          <p:cNvPr id="935" name="Google Shape;935;p46"/>
          <p:cNvGrpSpPr/>
          <p:nvPr/>
        </p:nvGrpSpPr>
        <p:grpSpPr>
          <a:xfrm>
            <a:off x="7501615" y="3168387"/>
            <a:ext cx="1947195" cy="2279919"/>
            <a:chOff x="7501615" y="3168387"/>
            <a:chExt cx="1947195" cy="2279919"/>
          </a:xfrm>
        </p:grpSpPr>
        <p:sp>
          <p:nvSpPr>
            <p:cNvPr id="936" name="Google Shape;936;p46"/>
            <p:cNvSpPr/>
            <p:nvPr/>
          </p:nvSpPr>
          <p:spPr>
            <a:xfrm>
              <a:off x="8425286" y="4424570"/>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6"/>
            <p:cNvSpPr/>
            <p:nvPr/>
          </p:nvSpPr>
          <p:spPr>
            <a:xfrm>
              <a:off x="8555238" y="335576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6"/>
            <p:cNvSpPr/>
            <p:nvPr/>
          </p:nvSpPr>
          <p:spPr>
            <a:xfrm>
              <a:off x="8369442" y="3168387"/>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6"/>
            <p:cNvSpPr/>
            <p:nvPr/>
          </p:nvSpPr>
          <p:spPr>
            <a:xfrm flipH="1">
              <a:off x="7501615" y="4803737"/>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0" name="Google Shape;940;p46"/>
            <p:cNvGrpSpPr/>
            <p:nvPr/>
          </p:nvGrpSpPr>
          <p:grpSpPr>
            <a:xfrm>
              <a:off x="7501625" y="3735518"/>
              <a:ext cx="1489976" cy="1255570"/>
              <a:chOff x="616175" y="1570092"/>
              <a:chExt cx="1489976" cy="1255570"/>
            </a:xfrm>
          </p:grpSpPr>
          <p:sp>
            <p:nvSpPr>
              <p:cNvPr id="941" name="Google Shape;941;p46"/>
              <p:cNvSpPr/>
              <p:nvPr/>
            </p:nvSpPr>
            <p:spPr>
              <a:xfrm>
                <a:off x="667023" y="1570092"/>
                <a:ext cx="1439129" cy="1249757"/>
              </a:xfrm>
              <a:custGeom>
                <a:avLst/>
                <a:gdLst/>
                <a:ahLst/>
                <a:cxnLst/>
                <a:rect l="l" t="t" r="r" b="b"/>
                <a:pathLst>
                  <a:path w="61898" h="53753" extrusionOk="0">
                    <a:moveTo>
                      <a:pt x="30950" y="0"/>
                    </a:moveTo>
                    <a:cubicBezTo>
                      <a:pt x="28754" y="1744"/>
                      <a:pt x="20519" y="7692"/>
                      <a:pt x="10168" y="7862"/>
                    </a:cubicBezTo>
                    <a:cubicBezTo>
                      <a:pt x="10168" y="7862"/>
                      <a:pt x="1" y="42385"/>
                      <a:pt x="30950" y="53752"/>
                    </a:cubicBezTo>
                    <a:cubicBezTo>
                      <a:pt x="61898" y="42385"/>
                      <a:pt x="51730" y="7862"/>
                      <a:pt x="51730" y="7862"/>
                    </a:cubicBezTo>
                    <a:cubicBezTo>
                      <a:pt x="41380" y="7692"/>
                      <a:pt x="33146" y="1744"/>
                      <a:pt x="309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6"/>
              <p:cNvSpPr/>
              <p:nvPr/>
            </p:nvSpPr>
            <p:spPr>
              <a:xfrm>
                <a:off x="1122607" y="1950811"/>
                <a:ext cx="558232" cy="437844"/>
              </a:xfrm>
              <a:custGeom>
                <a:avLst/>
                <a:gdLst/>
                <a:ahLst/>
                <a:cxnLst/>
                <a:rect l="l" t="t" r="r" b="b"/>
                <a:pathLst>
                  <a:path w="24010" h="18832" extrusionOk="0">
                    <a:moveTo>
                      <a:pt x="21357" y="1"/>
                    </a:moveTo>
                    <a:lnTo>
                      <a:pt x="9034" y="14110"/>
                    </a:lnTo>
                    <a:lnTo>
                      <a:pt x="2048" y="9121"/>
                    </a:lnTo>
                    <a:lnTo>
                      <a:pt x="0" y="11987"/>
                    </a:lnTo>
                    <a:lnTo>
                      <a:pt x="9587" y="18831"/>
                    </a:lnTo>
                    <a:lnTo>
                      <a:pt x="24009" y="2319"/>
                    </a:lnTo>
                    <a:lnTo>
                      <a:pt x="213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6"/>
              <p:cNvSpPr/>
              <p:nvPr/>
            </p:nvSpPr>
            <p:spPr>
              <a:xfrm>
                <a:off x="1196239" y="1742421"/>
                <a:ext cx="909912" cy="1077428"/>
              </a:xfrm>
              <a:custGeom>
                <a:avLst/>
                <a:gdLst/>
                <a:ahLst/>
                <a:cxnLst/>
                <a:rect l="l" t="t" r="r" b="b"/>
                <a:pathLst>
                  <a:path w="39136" h="46341" extrusionOk="0">
                    <a:moveTo>
                      <a:pt x="24380" y="0"/>
                    </a:moveTo>
                    <a:cubicBezTo>
                      <a:pt x="24919" y="13103"/>
                      <a:pt x="21662" y="32654"/>
                      <a:pt x="0" y="42228"/>
                    </a:cubicBezTo>
                    <a:cubicBezTo>
                      <a:pt x="2344" y="43794"/>
                      <a:pt x="5052" y="45188"/>
                      <a:pt x="8188" y="46340"/>
                    </a:cubicBezTo>
                    <a:cubicBezTo>
                      <a:pt x="39136" y="34973"/>
                      <a:pt x="28968" y="450"/>
                      <a:pt x="28968" y="450"/>
                    </a:cubicBezTo>
                    <a:cubicBezTo>
                      <a:pt x="27384" y="423"/>
                      <a:pt x="25851" y="260"/>
                      <a:pt x="243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6"/>
              <p:cNvSpPr/>
              <p:nvPr/>
            </p:nvSpPr>
            <p:spPr>
              <a:xfrm>
                <a:off x="684646" y="1942580"/>
                <a:ext cx="303273" cy="298344"/>
              </a:xfrm>
              <a:custGeom>
                <a:avLst/>
                <a:gdLst/>
                <a:ahLst/>
                <a:cxnLst/>
                <a:rect l="l" t="t" r="r" b="b"/>
                <a:pathLst>
                  <a:path w="13044" h="12832" extrusionOk="0">
                    <a:moveTo>
                      <a:pt x="7432" y="1682"/>
                    </a:moveTo>
                    <a:cubicBezTo>
                      <a:pt x="9597" y="1682"/>
                      <a:pt x="11360" y="3444"/>
                      <a:pt x="11360" y="5610"/>
                    </a:cubicBezTo>
                    <a:lnTo>
                      <a:pt x="11360" y="7217"/>
                    </a:lnTo>
                    <a:cubicBezTo>
                      <a:pt x="11360" y="9385"/>
                      <a:pt x="9599" y="11147"/>
                      <a:pt x="7432" y="11147"/>
                    </a:cubicBezTo>
                    <a:lnTo>
                      <a:pt x="5612" y="11147"/>
                    </a:lnTo>
                    <a:cubicBezTo>
                      <a:pt x="3447" y="11147"/>
                      <a:pt x="1683" y="9384"/>
                      <a:pt x="1683" y="7217"/>
                    </a:cubicBezTo>
                    <a:lnTo>
                      <a:pt x="1683" y="5610"/>
                    </a:lnTo>
                    <a:cubicBezTo>
                      <a:pt x="1683" y="3444"/>
                      <a:pt x="3445" y="1682"/>
                      <a:pt x="5612" y="1682"/>
                    </a:cubicBezTo>
                    <a:close/>
                    <a:moveTo>
                      <a:pt x="5612" y="0"/>
                    </a:moveTo>
                    <a:cubicBezTo>
                      <a:pt x="2517" y="0"/>
                      <a:pt x="0" y="2517"/>
                      <a:pt x="0" y="5612"/>
                    </a:cubicBezTo>
                    <a:lnTo>
                      <a:pt x="0" y="7219"/>
                    </a:lnTo>
                    <a:cubicBezTo>
                      <a:pt x="0" y="10313"/>
                      <a:pt x="2517" y="12832"/>
                      <a:pt x="5612" y="12832"/>
                    </a:cubicBezTo>
                    <a:lnTo>
                      <a:pt x="7432" y="12832"/>
                    </a:lnTo>
                    <a:cubicBezTo>
                      <a:pt x="10527" y="12832"/>
                      <a:pt x="13043" y="10313"/>
                      <a:pt x="13043" y="7219"/>
                    </a:cubicBezTo>
                    <a:lnTo>
                      <a:pt x="13043" y="5612"/>
                    </a:lnTo>
                    <a:cubicBezTo>
                      <a:pt x="13043" y="2517"/>
                      <a:pt x="10527" y="0"/>
                      <a:pt x="74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6"/>
              <p:cNvSpPr/>
              <p:nvPr/>
            </p:nvSpPr>
            <p:spPr>
              <a:xfrm>
                <a:off x="616175" y="2074152"/>
                <a:ext cx="440216" cy="440239"/>
              </a:xfrm>
              <a:custGeom>
                <a:avLst/>
                <a:gdLst/>
                <a:ahLst/>
                <a:cxnLst/>
                <a:rect l="l" t="t" r="r" b="b"/>
                <a:pathLst>
                  <a:path w="18934" h="18935" extrusionOk="0">
                    <a:moveTo>
                      <a:pt x="5504" y="1"/>
                    </a:moveTo>
                    <a:cubicBezTo>
                      <a:pt x="2477" y="1"/>
                      <a:pt x="0" y="2478"/>
                      <a:pt x="0" y="5507"/>
                    </a:cubicBezTo>
                    <a:lnTo>
                      <a:pt x="0" y="13430"/>
                    </a:lnTo>
                    <a:cubicBezTo>
                      <a:pt x="0" y="16458"/>
                      <a:pt x="2477" y="18934"/>
                      <a:pt x="5504" y="18934"/>
                    </a:cubicBezTo>
                    <a:lnTo>
                      <a:pt x="13429" y="18934"/>
                    </a:lnTo>
                    <a:cubicBezTo>
                      <a:pt x="16456" y="18934"/>
                      <a:pt x="18933" y="16458"/>
                      <a:pt x="18933" y="13430"/>
                    </a:cubicBezTo>
                    <a:lnTo>
                      <a:pt x="18933" y="5507"/>
                    </a:lnTo>
                    <a:cubicBezTo>
                      <a:pt x="18933" y="2478"/>
                      <a:pt x="16456" y="1"/>
                      <a:pt x="1342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6"/>
              <p:cNvSpPr/>
              <p:nvPr/>
            </p:nvSpPr>
            <p:spPr>
              <a:xfrm>
                <a:off x="643866" y="2101866"/>
                <a:ext cx="412525" cy="412478"/>
              </a:xfrm>
              <a:custGeom>
                <a:avLst/>
                <a:gdLst/>
                <a:ahLst/>
                <a:cxnLst/>
                <a:rect l="l" t="t" r="r" b="b"/>
                <a:pathLst>
                  <a:path w="17743" h="17741" extrusionOk="0">
                    <a:moveTo>
                      <a:pt x="15642" y="0"/>
                    </a:moveTo>
                    <a:lnTo>
                      <a:pt x="15642" y="0"/>
                    </a:lnTo>
                    <a:cubicBezTo>
                      <a:pt x="16386" y="940"/>
                      <a:pt x="16832" y="2123"/>
                      <a:pt x="16832" y="3404"/>
                    </a:cubicBezTo>
                    <a:lnTo>
                      <a:pt x="16832" y="11329"/>
                    </a:lnTo>
                    <a:cubicBezTo>
                      <a:pt x="16832" y="14356"/>
                      <a:pt x="14356" y="16834"/>
                      <a:pt x="11328" y="16834"/>
                    </a:cubicBezTo>
                    <a:lnTo>
                      <a:pt x="3405" y="16834"/>
                    </a:lnTo>
                    <a:cubicBezTo>
                      <a:pt x="2121" y="16834"/>
                      <a:pt x="940" y="16384"/>
                      <a:pt x="0" y="15641"/>
                    </a:cubicBezTo>
                    <a:lnTo>
                      <a:pt x="0" y="15641"/>
                    </a:lnTo>
                    <a:cubicBezTo>
                      <a:pt x="1011" y="16915"/>
                      <a:pt x="2568" y="17741"/>
                      <a:pt x="4312" y="17741"/>
                    </a:cubicBezTo>
                    <a:lnTo>
                      <a:pt x="12237" y="17741"/>
                    </a:lnTo>
                    <a:cubicBezTo>
                      <a:pt x="15264" y="17741"/>
                      <a:pt x="17741" y="15265"/>
                      <a:pt x="17741" y="12237"/>
                    </a:cubicBezTo>
                    <a:lnTo>
                      <a:pt x="17741" y="4313"/>
                    </a:lnTo>
                    <a:cubicBezTo>
                      <a:pt x="17742" y="2571"/>
                      <a:pt x="16917" y="1011"/>
                      <a:pt x="156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6"/>
              <p:cNvSpPr/>
              <p:nvPr/>
            </p:nvSpPr>
            <p:spPr>
              <a:xfrm>
                <a:off x="770229" y="2177754"/>
                <a:ext cx="132107" cy="260307"/>
              </a:xfrm>
              <a:custGeom>
                <a:avLst/>
                <a:gdLst/>
                <a:ahLst/>
                <a:cxnLst/>
                <a:rect l="l" t="t" r="r" b="b"/>
                <a:pathLst>
                  <a:path w="5682" h="11196" extrusionOk="0">
                    <a:moveTo>
                      <a:pt x="2841" y="1"/>
                    </a:moveTo>
                    <a:cubicBezTo>
                      <a:pt x="1272" y="1"/>
                      <a:pt x="0" y="1272"/>
                      <a:pt x="0" y="2841"/>
                    </a:cubicBezTo>
                    <a:cubicBezTo>
                      <a:pt x="0" y="3966"/>
                      <a:pt x="659" y="4931"/>
                      <a:pt x="1610" y="5390"/>
                    </a:cubicBezTo>
                    <a:lnTo>
                      <a:pt x="197" y="10712"/>
                    </a:lnTo>
                    <a:cubicBezTo>
                      <a:pt x="142" y="10978"/>
                      <a:pt x="320" y="11195"/>
                      <a:pt x="592" y="11195"/>
                    </a:cubicBezTo>
                    <a:lnTo>
                      <a:pt x="5093" y="11195"/>
                    </a:lnTo>
                    <a:cubicBezTo>
                      <a:pt x="5362" y="11195"/>
                      <a:pt x="5541" y="10979"/>
                      <a:pt x="5487" y="10712"/>
                    </a:cubicBezTo>
                    <a:lnTo>
                      <a:pt x="4074" y="5389"/>
                    </a:lnTo>
                    <a:cubicBezTo>
                      <a:pt x="5021" y="4931"/>
                      <a:pt x="5681" y="3969"/>
                      <a:pt x="5681" y="2841"/>
                    </a:cubicBezTo>
                    <a:cubicBezTo>
                      <a:pt x="5681" y="1272"/>
                      <a:pt x="4409" y="1"/>
                      <a:pt x="28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6"/>
              <p:cNvSpPr/>
              <p:nvPr/>
            </p:nvSpPr>
            <p:spPr>
              <a:xfrm>
                <a:off x="1520181" y="2312813"/>
                <a:ext cx="460792" cy="419849"/>
              </a:xfrm>
              <a:custGeom>
                <a:avLst/>
                <a:gdLst/>
                <a:ahLst/>
                <a:cxnLst/>
                <a:rect l="l" t="t" r="r" b="b"/>
                <a:pathLst>
                  <a:path w="19819" h="18058" extrusionOk="0">
                    <a:moveTo>
                      <a:pt x="9912" y="2045"/>
                    </a:moveTo>
                    <a:cubicBezTo>
                      <a:pt x="11699" y="2045"/>
                      <a:pt x="13486" y="2726"/>
                      <a:pt x="14849" y="4089"/>
                    </a:cubicBezTo>
                    <a:cubicBezTo>
                      <a:pt x="17573" y="6818"/>
                      <a:pt x="17573" y="11238"/>
                      <a:pt x="14849" y="13963"/>
                    </a:cubicBezTo>
                    <a:cubicBezTo>
                      <a:pt x="13485" y="15326"/>
                      <a:pt x="11698" y="16007"/>
                      <a:pt x="9911" y="16007"/>
                    </a:cubicBezTo>
                    <a:cubicBezTo>
                      <a:pt x="8124" y="16007"/>
                      <a:pt x="6338" y="15326"/>
                      <a:pt x="4975" y="13963"/>
                    </a:cubicBezTo>
                    <a:cubicBezTo>
                      <a:pt x="2250" y="11238"/>
                      <a:pt x="2250" y="6817"/>
                      <a:pt x="4975" y="4089"/>
                    </a:cubicBezTo>
                    <a:cubicBezTo>
                      <a:pt x="6338" y="2726"/>
                      <a:pt x="8125" y="2045"/>
                      <a:pt x="9912" y="2045"/>
                    </a:cubicBezTo>
                    <a:close/>
                    <a:moveTo>
                      <a:pt x="9911" y="1"/>
                    </a:moveTo>
                    <a:cubicBezTo>
                      <a:pt x="7601" y="1"/>
                      <a:pt x="5289" y="882"/>
                      <a:pt x="3526" y="2645"/>
                    </a:cubicBezTo>
                    <a:cubicBezTo>
                      <a:pt x="1" y="6171"/>
                      <a:pt x="1" y="11887"/>
                      <a:pt x="3526" y="15413"/>
                    </a:cubicBezTo>
                    <a:cubicBezTo>
                      <a:pt x="5289" y="17176"/>
                      <a:pt x="7600" y="18057"/>
                      <a:pt x="9910" y="18057"/>
                    </a:cubicBezTo>
                    <a:cubicBezTo>
                      <a:pt x="12221" y="18057"/>
                      <a:pt x="14531" y="17176"/>
                      <a:pt x="16294" y="15413"/>
                    </a:cubicBezTo>
                    <a:cubicBezTo>
                      <a:pt x="19819" y="11887"/>
                      <a:pt x="19819" y="6171"/>
                      <a:pt x="16294" y="2645"/>
                    </a:cubicBezTo>
                    <a:cubicBezTo>
                      <a:pt x="14533" y="882"/>
                      <a:pt x="12222" y="1"/>
                      <a:pt x="99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6"/>
              <p:cNvSpPr/>
              <p:nvPr/>
            </p:nvSpPr>
            <p:spPr>
              <a:xfrm>
                <a:off x="1572494" y="2360336"/>
                <a:ext cx="356283" cy="324663"/>
              </a:xfrm>
              <a:custGeom>
                <a:avLst/>
                <a:gdLst/>
                <a:ahLst/>
                <a:cxnLst/>
                <a:rect l="l" t="t" r="r" b="b"/>
                <a:pathLst>
                  <a:path w="15324" h="13964" extrusionOk="0">
                    <a:moveTo>
                      <a:pt x="7662" y="1"/>
                    </a:moveTo>
                    <a:cubicBezTo>
                      <a:pt x="5875" y="1"/>
                      <a:pt x="4088" y="682"/>
                      <a:pt x="2725" y="2045"/>
                    </a:cubicBezTo>
                    <a:cubicBezTo>
                      <a:pt x="0" y="4773"/>
                      <a:pt x="0" y="9194"/>
                      <a:pt x="2725" y="11919"/>
                    </a:cubicBezTo>
                    <a:cubicBezTo>
                      <a:pt x="4088" y="13282"/>
                      <a:pt x="5874" y="13963"/>
                      <a:pt x="7661" y="13963"/>
                    </a:cubicBezTo>
                    <a:cubicBezTo>
                      <a:pt x="9448" y="13963"/>
                      <a:pt x="11235" y="13282"/>
                      <a:pt x="12599" y="11919"/>
                    </a:cubicBezTo>
                    <a:cubicBezTo>
                      <a:pt x="15323" y="9194"/>
                      <a:pt x="15323" y="4774"/>
                      <a:pt x="12599" y="2045"/>
                    </a:cubicBezTo>
                    <a:cubicBezTo>
                      <a:pt x="11236" y="682"/>
                      <a:pt x="9449" y="1"/>
                      <a:pt x="76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6"/>
              <p:cNvSpPr/>
              <p:nvPr/>
            </p:nvSpPr>
            <p:spPr>
              <a:xfrm>
                <a:off x="1847100" y="2619178"/>
                <a:ext cx="206506" cy="206483"/>
              </a:xfrm>
              <a:custGeom>
                <a:avLst/>
                <a:gdLst/>
                <a:ahLst/>
                <a:cxnLst/>
                <a:rect l="l" t="t" r="r" b="b"/>
                <a:pathLst>
                  <a:path w="8882" h="8881" extrusionOk="0">
                    <a:moveTo>
                      <a:pt x="1573" y="0"/>
                    </a:moveTo>
                    <a:lnTo>
                      <a:pt x="0" y="1574"/>
                    </a:lnTo>
                    <a:lnTo>
                      <a:pt x="7309" y="8880"/>
                    </a:lnTo>
                    <a:lnTo>
                      <a:pt x="8882" y="7310"/>
                    </a:lnTo>
                    <a:lnTo>
                      <a:pt x="15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6"/>
              <p:cNvSpPr/>
              <p:nvPr/>
            </p:nvSpPr>
            <p:spPr>
              <a:xfrm>
                <a:off x="1980462" y="2752540"/>
                <a:ext cx="73144" cy="73121"/>
              </a:xfrm>
              <a:custGeom>
                <a:avLst/>
                <a:gdLst/>
                <a:ahLst/>
                <a:cxnLst/>
                <a:rect l="l" t="t" r="r" b="b"/>
                <a:pathLst>
                  <a:path w="3146" h="3145" extrusionOk="0">
                    <a:moveTo>
                      <a:pt x="1573" y="0"/>
                    </a:moveTo>
                    <a:lnTo>
                      <a:pt x="0" y="1574"/>
                    </a:lnTo>
                    <a:lnTo>
                      <a:pt x="1573" y="3144"/>
                    </a:lnTo>
                    <a:lnTo>
                      <a:pt x="3146" y="1574"/>
                    </a:lnTo>
                    <a:lnTo>
                      <a:pt x="15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46"/>
              <p:cNvSpPr/>
              <p:nvPr/>
            </p:nvSpPr>
            <p:spPr>
              <a:xfrm>
                <a:off x="1727339" y="2398978"/>
                <a:ext cx="50057" cy="50034"/>
              </a:xfrm>
              <a:custGeom>
                <a:avLst/>
                <a:gdLst/>
                <a:ahLst/>
                <a:cxnLst/>
                <a:rect l="l" t="t" r="r" b="b"/>
                <a:pathLst>
                  <a:path w="2153" h="2152" extrusionOk="0">
                    <a:moveTo>
                      <a:pt x="1077" y="0"/>
                    </a:moveTo>
                    <a:cubicBezTo>
                      <a:pt x="482" y="0"/>
                      <a:pt x="0" y="482"/>
                      <a:pt x="0" y="1076"/>
                    </a:cubicBezTo>
                    <a:cubicBezTo>
                      <a:pt x="0" y="1669"/>
                      <a:pt x="482" y="2151"/>
                      <a:pt x="1077" y="2151"/>
                    </a:cubicBezTo>
                    <a:cubicBezTo>
                      <a:pt x="1671" y="2151"/>
                      <a:pt x="2153" y="1669"/>
                      <a:pt x="2153" y="1076"/>
                    </a:cubicBezTo>
                    <a:cubicBezTo>
                      <a:pt x="2153" y="482"/>
                      <a:pt x="1671" y="0"/>
                      <a:pt x="10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53" name="Google Shape;953;p46"/>
          <p:cNvGrpSpPr/>
          <p:nvPr/>
        </p:nvGrpSpPr>
        <p:grpSpPr>
          <a:xfrm>
            <a:off x="76190" y="76211"/>
            <a:ext cx="1880618" cy="2198574"/>
            <a:chOff x="76190" y="76211"/>
            <a:chExt cx="1880618" cy="2198574"/>
          </a:xfrm>
        </p:grpSpPr>
        <p:sp>
          <p:nvSpPr>
            <p:cNvPr id="954" name="Google Shape;954;p46"/>
            <p:cNvSpPr/>
            <p:nvPr/>
          </p:nvSpPr>
          <p:spPr>
            <a:xfrm>
              <a:off x="76190"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6"/>
            <p:cNvSpPr/>
            <p:nvPr/>
          </p:nvSpPr>
          <p:spPr>
            <a:xfrm flipH="1">
              <a:off x="297617" y="1895017"/>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6"/>
            <p:cNvSpPr/>
            <p:nvPr/>
          </p:nvSpPr>
          <p:spPr>
            <a:xfrm flipH="1">
              <a:off x="76203" y="1674711"/>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7" name="Google Shape;957;p46"/>
            <p:cNvGrpSpPr/>
            <p:nvPr/>
          </p:nvGrpSpPr>
          <p:grpSpPr>
            <a:xfrm>
              <a:off x="152389" y="152391"/>
              <a:ext cx="1804419" cy="1446116"/>
              <a:chOff x="1000664" y="3512341"/>
              <a:chExt cx="1804419" cy="1446116"/>
            </a:xfrm>
          </p:grpSpPr>
          <p:sp>
            <p:nvSpPr>
              <p:cNvPr id="958" name="Google Shape;958;p46"/>
              <p:cNvSpPr/>
              <p:nvPr/>
            </p:nvSpPr>
            <p:spPr>
              <a:xfrm>
                <a:off x="1094142" y="3946510"/>
                <a:ext cx="1617416" cy="987006"/>
              </a:xfrm>
              <a:custGeom>
                <a:avLst/>
                <a:gdLst/>
                <a:ahLst/>
                <a:cxnLst/>
                <a:rect l="l" t="t" r="r" b="b"/>
                <a:pathLst>
                  <a:path w="27686" h="16895" extrusionOk="0">
                    <a:moveTo>
                      <a:pt x="867" y="0"/>
                    </a:moveTo>
                    <a:cubicBezTo>
                      <a:pt x="391" y="0"/>
                      <a:pt x="1" y="390"/>
                      <a:pt x="1" y="866"/>
                    </a:cubicBezTo>
                    <a:lnTo>
                      <a:pt x="1" y="16029"/>
                    </a:lnTo>
                    <a:cubicBezTo>
                      <a:pt x="1" y="16506"/>
                      <a:pt x="391" y="16895"/>
                      <a:pt x="867" y="16895"/>
                    </a:cubicBezTo>
                    <a:lnTo>
                      <a:pt x="26820" y="16895"/>
                    </a:lnTo>
                    <a:cubicBezTo>
                      <a:pt x="27295" y="16895"/>
                      <a:pt x="27686" y="16506"/>
                      <a:pt x="27686" y="16029"/>
                    </a:cubicBezTo>
                    <a:lnTo>
                      <a:pt x="27686" y="866"/>
                    </a:lnTo>
                    <a:cubicBezTo>
                      <a:pt x="27686" y="390"/>
                      <a:pt x="27295" y="0"/>
                      <a:pt x="268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46"/>
              <p:cNvSpPr/>
              <p:nvPr/>
            </p:nvSpPr>
            <p:spPr>
              <a:xfrm>
                <a:off x="1147049" y="4000759"/>
                <a:ext cx="1511793" cy="771553"/>
              </a:xfrm>
              <a:custGeom>
                <a:avLst/>
                <a:gdLst/>
                <a:ahLst/>
                <a:cxnLst/>
                <a:rect l="l" t="t" r="r" b="b"/>
                <a:pathLst>
                  <a:path w="25878" h="13207" extrusionOk="0">
                    <a:moveTo>
                      <a:pt x="1" y="1"/>
                    </a:moveTo>
                    <a:lnTo>
                      <a:pt x="1" y="13206"/>
                    </a:lnTo>
                    <a:lnTo>
                      <a:pt x="25877" y="13206"/>
                    </a:lnTo>
                    <a:lnTo>
                      <a:pt x="258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46"/>
              <p:cNvSpPr/>
              <p:nvPr/>
            </p:nvSpPr>
            <p:spPr>
              <a:xfrm>
                <a:off x="1000664" y="4832386"/>
                <a:ext cx="1804419" cy="126070"/>
              </a:xfrm>
              <a:custGeom>
                <a:avLst/>
                <a:gdLst/>
                <a:ahLst/>
                <a:cxnLst/>
                <a:rect l="l" t="t" r="r" b="b"/>
                <a:pathLst>
                  <a:path w="30887" h="2158" extrusionOk="0">
                    <a:moveTo>
                      <a:pt x="0" y="1"/>
                    </a:moveTo>
                    <a:lnTo>
                      <a:pt x="0" y="1192"/>
                    </a:lnTo>
                    <a:cubicBezTo>
                      <a:pt x="0" y="1723"/>
                      <a:pt x="434" y="2157"/>
                      <a:pt x="966" y="2157"/>
                    </a:cubicBezTo>
                    <a:lnTo>
                      <a:pt x="29921" y="2157"/>
                    </a:lnTo>
                    <a:cubicBezTo>
                      <a:pt x="30451" y="2157"/>
                      <a:pt x="30886" y="1723"/>
                      <a:pt x="30886" y="1192"/>
                    </a:cubicBezTo>
                    <a:lnTo>
                      <a:pt x="308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6"/>
              <p:cNvSpPr/>
              <p:nvPr/>
            </p:nvSpPr>
            <p:spPr>
              <a:xfrm>
                <a:off x="1724288" y="4832971"/>
                <a:ext cx="358115" cy="41128"/>
              </a:xfrm>
              <a:custGeom>
                <a:avLst/>
                <a:gdLst/>
                <a:ahLst/>
                <a:cxnLst/>
                <a:rect l="l" t="t" r="r" b="b"/>
                <a:pathLst>
                  <a:path w="6130" h="704" extrusionOk="0">
                    <a:moveTo>
                      <a:pt x="0" y="1"/>
                    </a:moveTo>
                    <a:lnTo>
                      <a:pt x="0" y="389"/>
                    </a:lnTo>
                    <a:cubicBezTo>
                      <a:pt x="0" y="562"/>
                      <a:pt x="141" y="703"/>
                      <a:pt x="315" y="703"/>
                    </a:cubicBezTo>
                    <a:lnTo>
                      <a:pt x="5815" y="703"/>
                    </a:lnTo>
                    <a:cubicBezTo>
                      <a:pt x="5988" y="703"/>
                      <a:pt x="6129" y="561"/>
                      <a:pt x="6129" y="389"/>
                    </a:cubicBezTo>
                    <a:lnTo>
                      <a:pt x="61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6"/>
              <p:cNvSpPr/>
              <p:nvPr/>
            </p:nvSpPr>
            <p:spPr>
              <a:xfrm>
                <a:off x="1265139" y="4128081"/>
                <a:ext cx="554231" cy="554114"/>
              </a:xfrm>
              <a:custGeom>
                <a:avLst/>
                <a:gdLst/>
                <a:ahLst/>
                <a:cxnLst/>
                <a:rect l="l" t="t" r="r" b="b"/>
                <a:pathLst>
                  <a:path w="9487" h="9485" extrusionOk="0">
                    <a:moveTo>
                      <a:pt x="4744" y="0"/>
                    </a:moveTo>
                    <a:cubicBezTo>
                      <a:pt x="2124" y="0"/>
                      <a:pt x="1" y="2124"/>
                      <a:pt x="1" y="4743"/>
                    </a:cubicBezTo>
                    <a:cubicBezTo>
                      <a:pt x="1" y="7362"/>
                      <a:pt x="2125" y="9485"/>
                      <a:pt x="4744" y="9485"/>
                    </a:cubicBezTo>
                    <a:cubicBezTo>
                      <a:pt x="7363" y="9485"/>
                      <a:pt x="9486" y="7362"/>
                      <a:pt x="9486" y="4743"/>
                    </a:cubicBezTo>
                    <a:cubicBezTo>
                      <a:pt x="9486" y="2124"/>
                      <a:pt x="7363" y="0"/>
                      <a:pt x="47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6"/>
              <p:cNvSpPr/>
              <p:nvPr/>
            </p:nvSpPr>
            <p:spPr>
              <a:xfrm>
                <a:off x="1455077" y="4229331"/>
                <a:ext cx="174617" cy="171755"/>
              </a:xfrm>
              <a:custGeom>
                <a:avLst/>
                <a:gdLst/>
                <a:ahLst/>
                <a:cxnLst/>
                <a:rect l="l" t="t" r="r" b="b"/>
                <a:pathLst>
                  <a:path w="2989" h="2940" extrusionOk="0">
                    <a:moveTo>
                      <a:pt x="1704" y="385"/>
                    </a:moveTo>
                    <a:cubicBezTo>
                      <a:pt x="2200" y="385"/>
                      <a:pt x="2604" y="790"/>
                      <a:pt x="2604" y="1286"/>
                    </a:cubicBezTo>
                    <a:lnTo>
                      <a:pt x="2604" y="1653"/>
                    </a:lnTo>
                    <a:cubicBezTo>
                      <a:pt x="2604" y="2149"/>
                      <a:pt x="2199" y="2554"/>
                      <a:pt x="1704" y="2554"/>
                    </a:cubicBezTo>
                    <a:lnTo>
                      <a:pt x="1286" y="2554"/>
                    </a:lnTo>
                    <a:cubicBezTo>
                      <a:pt x="791" y="2554"/>
                      <a:pt x="387" y="2150"/>
                      <a:pt x="387" y="1653"/>
                    </a:cubicBezTo>
                    <a:lnTo>
                      <a:pt x="387" y="1286"/>
                    </a:lnTo>
                    <a:cubicBezTo>
                      <a:pt x="387" y="790"/>
                      <a:pt x="791" y="385"/>
                      <a:pt x="1286" y="385"/>
                    </a:cubicBezTo>
                    <a:close/>
                    <a:moveTo>
                      <a:pt x="1286" y="0"/>
                    </a:moveTo>
                    <a:cubicBezTo>
                      <a:pt x="577" y="0"/>
                      <a:pt x="1" y="577"/>
                      <a:pt x="1" y="1286"/>
                    </a:cubicBezTo>
                    <a:lnTo>
                      <a:pt x="1" y="1653"/>
                    </a:lnTo>
                    <a:cubicBezTo>
                      <a:pt x="1" y="2363"/>
                      <a:pt x="578" y="2940"/>
                      <a:pt x="1286" y="2940"/>
                    </a:cubicBezTo>
                    <a:lnTo>
                      <a:pt x="1704" y="2940"/>
                    </a:lnTo>
                    <a:cubicBezTo>
                      <a:pt x="2412" y="2940"/>
                      <a:pt x="2988" y="2363"/>
                      <a:pt x="2988" y="1653"/>
                    </a:cubicBezTo>
                    <a:lnTo>
                      <a:pt x="2988" y="1286"/>
                    </a:lnTo>
                    <a:cubicBezTo>
                      <a:pt x="2988" y="577"/>
                      <a:pt x="2412" y="0"/>
                      <a:pt x="17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46"/>
              <p:cNvSpPr/>
              <p:nvPr/>
            </p:nvSpPr>
            <p:spPr>
              <a:xfrm>
                <a:off x="1415734" y="4327833"/>
                <a:ext cx="253368" cy="253426"/>
              </a:xfrm>
              <a:custGeom>
                <a:avLst/>
                <a:gdLst/>
                <a:ahLst/>
                <a:cxnLst/>
                <a:rect l="l" t="t" r="r" b="b"/>
                <a:pathLst>
                  <a:path w="4337" h="4338" extrusionOk="0">
                    <a:moveTo>
                      <a:pt x="1260" y="0"/>
                    </a:moveTo>
                    <a:cubicBezTo>
                      <a:pt x="567" y="0"/>
                      <a:pt x="1" y="568"/>
                      <a:pt x="1" y="1262"/>
                    </a:cubicBezTo>
                    <a:lnTo>
                      <a:pt x="1" y="3076"/>
                    </a:lnTo>
                    <a:cubicBezTo>
                      <a:pt x="1" y="3770"/>
                      <a:pt x="567" y="4338"/>
                      <a:pt x="1260" y="4338"/>
                    </a:cubicBezTo>
                    <a:lnTo>
                      <a:pt x="3076" y="4338"/>
                    </a:lnTo>
                    <a:cubicBezTo>
                      <a:pt x="3768" y="4338"/>
                      <a:pt x="4336" y="3770"/>
                      <a:pt x="4336" y="3076"/>
                    </a:cubicBezTo>
                    <a:lnTo>
                      <a:pt x="4336" y="1262"/>
                    </a:lnTo>
                    <a:cubicBezTo>
                      <a:pt x="4336" y="568"/>
                      <a:pt x="3768" y="0"/>
                      <a:pt x="30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46"/>
              <p:cNvSpPr/>
              <p:nvPr/>
            </p:nvSpPr>
            <p:spPr>
              <a:xfrm>
                <a:off x="1431693" y="4343792"/>
                <a:ext cx="237419" cy="237536"/>
              </a:xfrm>
              <a:custGeom>
                <a:avLst/>
                <a:gdLst/>
                <a:ahLst/>
                <a:cxnLst/>
                <a:rect l="l" t="t" r="r" b="b"/>
                <a:pathLst>
                  <a:path w="4064" h="4066" extrusionOk="0">
                    <a:moveTo>
                      <a:pt x="3583" y="1"/>
                    </a:moveTo>
                    <a:cubicBezTo>
                      <a:pt x="3753" y="216"/>
                      <a:pt x="3855" y="487"/>
                      <a:pt x="3855" y="780"/>
                    </a:cubicBezTo>
                    <a:lnTo>
                      <a:pt x="3855" y="2596"/>
                    </a:lnTo>
                    <a:cubicBezTo>
                      <a:pt x="3855" y="3290"/>
                      <a:pt x="3288" y="3857"/>
                      <a:pt x="2595" y="3857"/>
                    </a:cubicBezTo>
                    <a:lnTo>
                      <a:pt x="779" y="3857"/>
                    </a:lnTo>
                    <a:cubicBezTo>
                      <a:pt x="486" y="3857"/>
                      <a:pt x="215" y="3754"/>
                      <a:pt x="0" y="3585"/>
                    </a:cubicBezTo>
                    <a:lnTo>
                      <a:pt x="0" y="3585"/>
                    </a:lnTo>
                    <a:cubicBezTo>
                      <a:pt x="231" y="3877"/>
                      <a:pt x="589" y="4066"/>
                      <a:pt x="987" y="4066"/>
                    </a:cubicBezTo>
                    <a:lnTo>
                      <a:pt x="2803" y="4066"/>
                    </a:lnTo>
                    <a:cubicBezTo>
                      <a:pt x="3495" y="4066"/>
                      <a:pt x="4063" y="3498"/>
                      <a:pt x="4063" y="2804"/>
                    </a:cubicBezTo>
                    <a:lnTo>
                      <a:pt x="4063" y="990"/>
                    </a:lnTo>
                    <a:cubicBezTo>
                      <a:pt x="4063" y="588"/>
                      <a:pt x="3873" y="232"/>
                      <a:pt x="35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6"/>
              <p:cNvSpPr/>
              <p:nvPr/>
            </p:nvSpPr>
            <p:spPr>
              <a:xfrm>
                <a:off x="1504359" y="4387519"/>
                <a:ext cx="76121" cy="149906"/>
              </a:xfrm>
              <a:custGeom>
                <a:avLst/>
                <a:gdLst/>
                <a:ahLst/>
                <a:cxnLst/>
                <a:rect l="l" t="t" r="r" b="b"/>
                <a:pathLst>
                  <a:path w="1303" h="2566" extrusionOk="0">
                    <a:moveTo>
                      <a:pt x="652" y="1"/>
                    </a:moveTo>
                    <a:cubicBezTo>
                      <a:pt x="292" y="1"/>
                      <a:pt x="1" y="292"/>
                      <a:pt x="1" y="652"/>
                    </a:cubicBezTo>
                    <a:cubicBezTo>
                      <a:pt x="1" y="910"/>
                      <a:pt x="152" y="1131"/>
                      <a:pt x="369" y="1235"/>
                    </a:cubicBezTo>
                    <a:lnTo>
                      <a:pt x="46" y="2454"/>
                    </a:lnTo>
                    <a:cubicBezTo>
                      <a:pt x="32" y="2516"/>
                      <a:pt x="74" y="2566"/>
                      <a:pt x="135" y="2566"/>
                    </a:cubicBezTo>
                    <a:lnTo>
                      <a:pt x="1166" y="2566"/>
                    </a:lnTo>
                    <a:cubicBezTo>
                      <a:pt x="1227" y="2566"/>
                      <a:pt x="1269" y="2516"/>
                      <a:pt x="1256" y="2454"/>
                    </a:cubicBezTo>
                    <a:lnTo>
                      <a:pt x="934" y="1235"/>
                    </a:lnTo>
                    <a:cubicBezTo>
                      <a:pt x="1151" y="1131"/>
                      <a:pt x="1303" y="910"/>
                      <a:pt x="1303" y="652"/>
                    </a:cubicBezTo>
                    <a:cubicBezTo>
                      <a:pt x="1303" y="292"/>
                      <a:pt x="1012" y="1"/>
                      <a:pt x="6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6"/>
              <p:cNvSpPr/>
              <p:nvPr/>
            </p:nvSpPr>
            <p:spPr>
              <a:xfrm>
                <a:off x="2074233" y="4175549"/>
                <a:ext cx="317805" cy="22024"/>
              </a:xfrm>
              <a:custGeom>
                <a:avLst/>
                <a:gdLst/>
                <a:ahLst/>
                <a:cxnLst/>
                <a:rect l="l" t="t" r="r" b="b"/>
                <a:pathLst>
                  <a:path w="5440" h="377" extrusionOk="0">
                    <a:moveTo>
                      <a:pt x="0" y="0"/>
                    </a:moveTo>
                    <a:lnTo>
                      <a:pt x="0" y="377"/>
                    </a:lnTo>
                    <a:lnTo>
                      <a:pt x="5440" y="377"/>
                    </a:lnTo>
                    <a:lnTo>
                      <a:pt x="544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6"/>
              <p:cNvSpPr/>
              <p:nvPr/>
            </p:nvSpPr>
            <p:spPr>
              <a:xfrm>
                <a:off x="1946263" y="4233949"/>
                <a:ext cx="573568" cy="22141"/>
              </a:xfrm>
              <a:custGeom>
                <a:avLst/>
                <a:gdLst/>
                <a:ahLst/>
                <a:cxnLst/>
                <a:rect l="l" t="t" r="r" b="b"/>
                <a:pathLst>
                  <a:path w="9818" h="379" extrusionOk="0">
                    <a:moveTo>
                      <a:pt x="0" y="1"/>
                    </a:moveTo>
                    <a:lnTo>
                      <a:pt x="0" y="378"/>
                    </a:lnTo>
                    <a:lnTo>
                      <a:pt x="9818" y="378"/>
                    </a:lnTo>
                    <a:lnTo>
                      <a:pt x="98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6"/>
              <p:cNvSpPr/>
              <p:nvPr/>
            </p:nvSpPr>
            <p:spPr>
              <a:xfrm>
                <a:off x="1946263" y="4349463"/>
                <a:ext cx="573568" cy="123149"/>
              </a:xfrm>
              <a:custGeom>
                <a:avLst/>
                <a:gdLst/>
                <a:ahLst/>
                <a:cxnLst/>
                <a:rect l="l" t="t" r="r" b="b"/>
                <a:pathLst>
                  <a:path w="9818" h="2108" extrusionOk="0">
                    <a:moveTo>
                      <a:pt x="8402" y="1"/>
                    </a:moveTo>
                    <a:cubicBezTo>
                      <a:pt x="8401" y="1"/>
                      <a:pt x="8401" y="1"/>
                      <a:pt x="8400" y="1"/>
                    </a:cubicBezTo>
                    <a:lnTo>
                      <a:pt x="1418" y="1"/>
                    </a:lnTo>
                    <a:cubicBezTo>
                      <a:pt x="638" y="1"/>
                      <a:pt x="0" y="475"/>
                      <a:pt x="0" y="1054"/>
                    </a:cubicBezTo>
                    <a:cubicBezTo>
                      <a:pt x="0" y="1634"/>
                      <a:pt x="638" y="2108"/>
                      <a:pt x="1418" y="2108"/>
                    </a:cubicBezTo>
                    <a:lnTo>
                      <a:pt x="8400" y="2108"/>
                    </a:lnTo>
                    <a:cubicBezTo>
                      <a:pt x="9180" y="2108"/>
                      <a:pt x="9818" y="1633"/>
                      <a:pt x="9818" y="1054"/>
                    </a:cubicBezTo>
                    <a:cubicBezTo>
                      <a:pt x="9818" y="475"/>
                      <a:pt x="9182" y="1"/>
                      <a:pt x="84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6"/>
              <p:cNvSpPr/>
              <p:nvPr/>
            </p:nvSpPr>
            <p:spPr>
              <a:xfrm>
                <a:off x="2076980" y="4400964"/>
                <a:ext cx="20155" cy="20155"/>
              </a:xfrm>
              <a:custGeom>
                <a:avLst/>
                <a:gdLst/>
                <a:ahLst/>
                <a:cxnLst/>
                <a:rect l="l" t="t" r="r" b="b"/>
                <a:pathLst>
                  <a:path w="345" h="345" extrusionOk="0">
                    <a:moveTo>
                      <a:pt x="172" y="1"/>
                    </a:moveTo>
                    <a:cubicBezTo>
                      <a:pt x="76" y="1"/>
                      <a:pt x="0" y="78"/>
                      <a:pt x="0" y="173"/>
                    </a:cubicBezTo>
                    <a:cubicBezTo>
                      <a:pt x="0" y="268"/>
                      <a:pt x="76" y="345"/>
                      <a:pt x="172" y="345"/>
                    </a:cubicBezTo>
                    <a:cubicBezTo>
                      <a:pt x="267" y="345"/>
                      <a:pt x="345" y="268"/>
                      <a:pt x="345" y="173"/>
                    </a:cubicBezTo>
                    <a:cubicBezTo>
                      <a:pt x="345" y="78"/>
                      <a:pt x="267" y="1"/>
                      <a:pt x="1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6"/>
              <p:cNvSpPr/>
              <p:nvPr/>
            </p:nvSpPr>
            <p:spPr>
              <a:xfrm>
                <a:off x="2135382" y="4400964"/>
                <a:ext cx="20213" cy="20155"/>
              </a:xfrm>
              <a:custGeom>
                <a:avLst/>
                <a:gdLst/>
                <a:ahLst/>
                <a:cxnLst/>
                <a:rect l="l" t="t" r="r" b="b"/>
                <a:pathLst>
                  <a:path w="346" h="345" extrusionOk="0">
                    <a:moveTo>
                      <a:pt x="173" y="1"/>
                    </a:moveTo>
                    <a:cubicBezTo>
                      <a:pt x="78" y="1"/>
                      <a:pt x="1" y="78"/>
                      <a:pt x="1" y="173"/>
                    </a:cubicBezTo>
                    <a:cubicBezTo>
                      <a:pt x="1" y="268"/>
                      <a:pt x="78" y="345"/>
                      <a:pt x="173" y="345"/>
                    </a:cubicBezTo>
                    <a:cubicBezTo>
                      <a:pt x="269" y="345"/>
                      <a:pt x="345" y="268"/>
                      <a:pt x="345" y="173"/>
                    </a:cubicBezTo>
                    <a:cubicBezTo>
                      <a:pt x="345" y="78"/>
                      <a:pt x="269" y="1"/>
                      <a:pt x="1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6"/>
              <p:cNvSpPr/>
              <p:nvPr/>
            </p:nvSpPr>
            <p:spPr>
              <a:xfrm>
                <a:off x="2193901" y="4400964"/>
                <a:ext cx="20155" cy="20155"/>
              </a:xfrm>
              <a:custGeom>
                <a:avLst/>
                <a:gdLst/>
                <a:ahLst/>
                <a:cxnLst/>
                <a:rect l="l" t="t" r="r" b="b"/>
                <a:pathLst>
                  <a:path w="345" h="345" extrusionOk="0">
                    <a:moveTo>
                      <a:pt x="173" y="1"/>
                    </a:moveTo>
                    <a:cubicBezTo>
                      <a:pt x="78" y="1"/>
                      <a:pt x="0" y="78"/>
                      <a:pt x="0" y="173"/>
                    </a:cubicBezTo>
                    <a:cubicBezTo>
                      <a:pt x="0" y="268"/>
                      <a:pt x="78" y="345"/>
                      <a:pt x="173" y="345"/>
                    </a:cubicBezTo>
                    <a:cubicBezTo>
                      <a:pt x="268" y="345"/>
                      <a:pt x="345" y="268"/>
                      <a:pt x="345" y="173"/>
                    </a:cubicBezTo>
                    <a:cubicBezTo>
                      <a:pt x="345" y="78"/>
                      <a:pt x="268" y="1"/>
                      <a:pt x="1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6"/>
              <p:cNvSpPr/>
              <p:nvPr/>
            </p:nvSpPr>
            <p:spPr>
              <a:xfrm>
                <a:off x="2252420" y="4400964"/>
                <a:ext cx="20155" cy="20155"/>
              </a:xfrm>
              <a:custGeom>
                <a:avLst/>
                <a:gdLst/>
                <a:ahLst/>
                <a:cxnLst/>
                <a:rect l="l" t="t" r="r" b="b"/>
                <a:pathLst>
                  <a:path w="345" h="345" extrusionOk="0">
                    <a:moveTo>
                      <a:pt x="172" y="1"/>
                    </a:moveTo>
                    <a:cubicBezTo>
                      <a:pt x="77" y="1"/>
                      <a:pt x="0" y="78"/>
                      <a:pt x="0" y="173"/>
                    </a:cubicBezTo>
                    <a:cubicBezTo>
                      <a:pt x="0" y="268"/>
                      <a:pt x="77" y="345"/>
                      <a:pt x="172" y="345"/>
                    </a:cubicBezTo>
                    <a:cubicBezTo>
                      <a:pt x="267" y="345"/>
                      <a:pt x="344" y="268"/>
                      <a:pt x="344" y="173"/>
                    </a:cubicBezTo>
                    <a:cubicBezTo>
                      <a:pt x="344" y="78"/>
                      <a:pt x="267" y="1"/>
                      <a:pt x="1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6"/>
              <p:cNvSpPr/>
              <p:nvPr/>
            </p:nvSpPr>
            <p:spPr>
              <a:xfrm>
                <a:off x="2310881" y="4400964"/>
                <a:ext cx="20213" cy="20155"/>
              </a:xfrm>
              <a:custGeom>
                <a:avLst/>
                <a:gdLst/>
                <a:ahLst/>
                <a:cxnLst/>
                <a:rect l="l" t="t" r="r" b="b"/>
                <a:pathLst>
                  <a:path w="346" h="345" extrusionOk="0">
                    <a:moveTo>
                      <a:pt x="173" y="1"/>
                    </a:moveTo>
                    <a:cubicBezTo>
                      <a:pt x="77" y="1"/>
                      <a:pt x="1" y="78"/>
                      <a:pt x="1" y="173"/>
                    </a:cubicBezTo>
                    <a:cubicBezTo>
                      <a:pt x="1" y="268"/>
                      <a:pt x="77" y="345"/>
                      <a:pt x="173" y="345"/>
                    </a:cubicBezTo>
                    <a:cubicBezTo>
                      <a:pt x="268" y="345"/>
                      <a:pt x="345" y="268"/>
                      <a:pt x="345" y="173"/>
                    </a:cubicBezTo>
                    <a:cubicBezTo>
                      <a:pt x="345" y="78"/>
                      <a:pt x="269" y="1"/>
                      <a:pt x="1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6"/>
              <p:cNvSpPr/>
              <p:nvPr/>
            </p:nvSpPr>
            <p:spPr>
              <a:xfrm>
                <a:off x="2369341" y="4400964"/>
                <a:ext cx="20155" cy="20155"/>
              </a:xfrm>
              <a:custGeom>
                <a:avLst/>
                <a:gdLst/>
                <a:ahLst/>
                <a:cxnLst/>
                <a:rect l="l" t="t" r="r" b="b"/>
                <a:pathLst>
                  <a:path w="345" h="345" extrusionOk="0">
                    <a:moveTo>
                      <a:pt x="172" y="1"/>
                    </a:moveTo>
                    <a:cubicBezTo>
                      <a:pt x="78" y="1"/>
                      <a:pt x="0" y="78"/>
                      <a:pt x="0" y="173"/>
                    </a:cubicBezTo>
                    <a:cubicBezTo>
                      <a:pt x="0" y="268"/>
                      <a:pt x="78" y="345"/>
                      <a:pt x="172" y="345"/>
                    </a:cubicBezTo>
                    <a:cubicBezTo>
                      <a:pt x="268" y="345"/>
                      <a:pt x="345" y="268"/>
                      <a:pt x="345" y="173"/>
                    </a:cubicBezTo>
                    <a:cubicBezTo>
                      <a:pt x="345" y="78"/>
                      <a:pt x="270" y="1"/>
                      <a:pt x="1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6"/>
              <p:cNvSpPr/>
              <p:nvPr/>
            </p:nvSpPr>
            <p:spPr>
              <a:xfrm>
                <a:off x="2133687" y="4554417"/>
                <a:ext cx="199154" cy="80795"/>
              </a:xfrm>
              <a:custGeom>
                <a:avLst/>
                <a:gdLst/>
                <a:ahLst/>
                <a:cxnLst/>
                <a:rect l="l" t="t" r="r" b="b"/>
                <a:pathLst>
                  <a:path w="3409" h="1383" extrusionOk="0">
                    <a:moveTo>
                      <a:pt x="1" y="1"/>
                    </a:moveTo>
                    <a:lnTo>
                      <a:pt x="1" y="1382"/>
                    </a:lnTo>
                    <a:lnTo>
                      <a:pt x="3408" y="1382"/>
                    </a:lnTo>
                    <a:lnTo>
                      <a:pt x="34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6"/>
              <p:cNvSpPr/>
              <p:nvPr/>
            </p:nvSpPr>
            <p:spPr>
              <a:xfrm>
                <a:off x="2168822" y="4583822"/>
                <a:ext cx="128816" cy="22083"/>
              </a:xfrm>
              <a:custGeom>
                <a:avLst/>
                <a:gdLst/>
                <a:ahLst/>
                <a:cxnLst/>
                <a:rect l="l" t="t" r="r" b="b"/>
                <a:pathLst>
                  <a:path w="2205" h="378" extrusionOk="0">
                    <a:moveTo>
                      <a:pt x="1" y="1"/>
                    </a:moveTo>
                    <a:lnTo>
                      <a:pt x="1" y="377"/>
                    </a:lnTo>
                    <a:lnTo>
                      <a:pt x="2204" y="377"/>
                    </a:lnTo>
                    <a:lnTo>
                      <a:pt x="22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6"/>
              <p:cNvSpPr/>
              <p:nvPr/>
            </p:nvSpPr>
            <p:spPr>
              <a:xfrm>
                <a:off x="1533882" y="3512341"/>
                <a:ext cx="750639" cy="651792"/>
              </a:xfrm>
              <a:custGeom>
                <a:avLst/>
                <a:gdLst/>
                <a:ahLst/>
                <a:cxnLst/>
                <a:rect l="l" t="t" r="r" b="b"/>
                <a:pathLst>
                  <a:path w="12849" h="11157" extrusionOk="0">
                    <a:moveTo>
                      <a:pt x="6424" y="0"/>
                    </a:moveTo>
                    <a:cubicBezTo>
                      <a:pt x="5969" y="362"/>
                      <a:pt x="4259" y="1596"/>
                      <a:pt x="2112" y="1632"/>
                    </a:cubicBezTo>
                    <a:cubicBezTo>
                      <a:pt x="2112" y="1632"/>
                      <a:pt x="1" y="8796"/>
                      <a:pt x="6424" y="11156"/>
                    </a:cubicBezTo>
                    <a:cubicBezTo>
                      <a:pt x="12848" y="8796"/>
                      <a:pt x="10737" y="1632"/>
                      <a:pt x="10737" y="1632"/>
                    </a:cubicBezTo>
                    <a:cubicBezTo>
                      <a:pt x="8589" y="1596"/>
                      <a:pt x="6881" y="363"/>
                      <a:pt x="64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6"/>
              <p:cNvSpPr/>
              <p:nvPr/>
            </p:nvSpPr>
            <p:spPr>
              <a:xfrm>
                <a:off x="1771699" y="3711040"/>
                <a:ext cx="291165" cy="228364"/>
              </a:xfrm>
              <a:custGeom>
                <a:avLst/>
                <a:gdLst/>
                <a:ahLst/>
                <a:cxnLst/>
                <a:rect l="l" t="t" r="r" b="b"/>
                <a:pathLst>
                  <a:path w="4984" h="3909" extrusionOk="0">
                    <a:moveTo>
                      <a:pt x="4432" y="1"/>
                    </a:moveTo>
                    <a:lnTo>
                      <a:pt x="1875" y="2927"/>
                    </a:lnTo>
                    <a:lnTo>
                      <a:pt x="425" y="1893"/>
                    </a:lnTo>
                    <a:lnTo>
                      <a:pt x="0" y="2488"/>
                    </a:lnTo>
                    <a:lnTo>
                      <a:pt x="1990" y="3908"/>
                    </a:lnTo>
                    <a:lnTo>
                      <a:pt x="4983" y="480"/>
                    </a:lnTo>
                    <a:lnTo>
                      <a:pt x="4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6"/>
              <p:cNvSpPr/>
              <p:nvPr/>
            </p:nvSpPr>
            <p:spPr>
              <a:xfrm>
                <a:off x="1810167" y="3602249"/>
                <a:ext cx="474546" cy="561825"/>
              </a:xfrm>
              <a:custGeom>
                <a:avLst/>
                <a:gdLst/>
                <a:ahLst/>
                <a:cxnLst/>
                <a:rect l="l" t="t" r="r" b="b"/>
                <a:pathLst>
                  <a:path w="8123" h="9617" extrusionOk="0">
                    <a:moveTo>
                      <a:pt x="5060" y="0"/>
                    </a:moveTo>
                    <a:lnTo>
                      <a:pt x="5060" y="0"/>
                    </a:lnTo>
                    <a:cubicBezTo>
                      <a:pt x="5172" y="2719"/>
                      <a:pt x="4496" y="6777"/>
                      <a:pt x="0" y="8764"/>
                    </a:cubicBezTo>
                    <a:cubicBezTo>
                      <a:pt x="487" y="9088"/>
                      <a:pt x="1049" y="9378"/>
                      <a:pt x="1700" y="9616"/>
                    </a:cubicBezTo>
                    <a:cubicBezTo>
                      <a:pt x="8122" y="7258"/>
                      <a:pt x="6011" y="94"/>
                      <a:pt x="6011" y="94"/>
                    </a:cubicBezTo>
                    <a:cubicBezTo>
                      <a:pt x="5683" y="89"/>
                      <a:pt x="5365" y="55"/>
                      <a:pt x="50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1" name="Google Shape;981;p46"/>
            <p:cNvSpPr/>
            <p:nvPr/>
          </p:nvSpPr>
          <p:spPr>
            <a:xfrm flipH="1">
              <a:off x="1735377" y="228591"/>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2" name="Google Shape;982;p46"/>
          <p:cNvGrpSpPr/>
          <p:nvPr/>
        </p:nvGrpSpPr>
        <p:grpSpPr>
          <a:xfrm>
            <a:off x="2770801" y="1464903"/>
            <a:ext cx="287994" cy="287993"/>
            <a:chOff x="-62151950" y="4111775"/>
            <a:chExt cx="318225" cy="316650"/>
          </a:xfrm>
        </p:grpSpPr>
        <p:sp>
          <p:nvSpPr>
            <p:cNvPr id="983" name="Google Shape;983;p46"/>
            <p:cNvSpPr/>
            <p:nvPr/>
          </p:nvSpPr>
          <p:spPr>
            <a:xfrm>
              <a:off x="-62151950" y="4407925"/>
              <a:ext cx="318225" cy="20500"/>
            </a:xfrm>
            <a:custGeom>
              <a:avLst/>
              <a:gdLst/>
              <a:ahLst/>
              <a:cxnLst/>
              <a:rect l="l" t="t" r="r" b="b"/>
              <a:pathLst>
                <a:path w="12729" h="820" extrusionOk="0">
                  <a:moveTo>
                    <a:pt x="442" y="0"/>
                  </a:moveTo>
                  <a:cubicBezTo>
                    <a:pt x="221" y="0"/>
                    <a:pt x="1" y="189"/>
                    <a:pt x="1" y="441"/>
                  </a:cubicBezTo>
                  <a:cubicBezTo>
                    <a:pt x="1" y="662"/>
                    <a:pt x="221" y="819"/>
                    <a:pt x="442" y="819"/>
                  </a:cubicBezTo>
                  <a:lnTo>
                    <a:pt x="12288" y="819"/>
                  </a:lnTo>
                  <a:cubicBezTo>
                    <a:pt x="12540" y="819"/>
                    <a:pt x="12697" y="630"/>
                    <a:pt x="12697" y="441"/>
                  </a:cubicBezTo>
                  <a:cubicBezTo>
                    <a:pt x="12729" y="158"/>
                    <a:pt x="12540" y="0"/>
                    <a:pt x="1228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6"/>
            <p:cNvSpPr/>
            <p:nvPr/>
          </p:nvSpPr>
          <p:spPr>
            <a:xfrm>
              <a:off x="-62151950" y="4283475"/>
              <a:ext cx="84300" cy="104000"/>
            </a:xfrm>
            <a:custGeom>
              <a:avLst/>
              <a:gdLst/>
              <a:ahLst/>
              <a:cxnLst/>
              <a:rect l="l" t="t" r="r" b="b"/>
              <a:pathLst>
                <a:path w="3372" h="4160" extrusionOk="0">
                  <a:moveTo>
                    <a:pt x="1009" y="0"/>
                  </a:moveTo>
                  <a:cubicBezTo>
                    <a:pt x="442" y="0"/>
                    <a:pt x="1" y="442"/>
                    <a:pt x="1" y="1009"/>
                  </a:cubicBezTo>
                  <a:lnTo>
                    <a:pt x="1" y="3214"/>
                  </a:lnTo>
                  <a:cubicBezTo>
                    <a:pt x="64" y="3718"/>
                    <a:pt x="473" y="4159"/>
                    <a:pt x="1009" y="4159"/>
                  </a:cubicBezTo>
                  <a:lnTo>
                    <a:pt x="2363" y="4159"/>
                  </a:lnTo>
                  <a:cubicBezTo>
                    <a:pt x="2931" y="4159"/>
                    <a:pt x="3372" y="3718"/>
                    <a:pt x="3372" y="3214"/>
                  </a:cubicBezTo>
                  <a:lnTo>
                    <a:pt x="3372" y="1009"/>
                  </a:lnTo>
                  <a:cubicBezTo>
                    <a:pt x="3372" y="442"/>
                    <a:pt x="2931" y="0"/>
                    <a:pt x="236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6"/>
            <p:cNvSpPr/>
            <p:nvPr/>
          </p:nvSpPr>
          <p:spPr>
            <a:xfrm>
              <a:off x="-62033800" y="4111775"/>
              <a:ext cx="82725" cy="275700"/>
            </a:xfrm>
            <a:custGeom>
              <a:avLst/>
              <a:gdLst/>
              <a:ahLst/>
              <a:cxnLst/>
              <a:rect l="l" t="t" r="r" b="b"/>
              <a:pathLst>
                <a:path w="3309" h="11028" extrusionOk="0">
                  <a:moveTo>
                    <a:pt x="946" y="0"/>
                  </a:moveTo>
                  <a:cubicBezTo>
                    <a:pt x="410" y="0"/>
                    <a:pt x="0" y="410"/>
                    <a:pt x="0" y="977"/>
                  </a:cubicBezTo>
                  <a:lnTo>
                    <a:pt x="0" y="10082"/>
                  </a:lnTo>
                  <a:cubicBezTo>
                    <a:pt x="0" y="10618"/>
                    <a:pt x="441" y="11027"/>
                    <a:pt x="946" y="11027"/>
                  </a:cubicBezTo>
                  <a:lnTo>
                    <a:pt x="2332" y="11027"/>
                  </a:lnTo>
                  <a:cubicBezTo>
                    <a:pt x="2899" y="11027"/>
                    <a:pt x="3308" y="10586"/>
                    <a:pt x="3308" y="10082"/>
                  </a:cubicBezTo>
                  <a:lnTo>
                    <a:pt x="3308" y="977"/>
                  </a:lnTo>
                  <a:cubicBezTo>
                    <a:pt x="3308" y="410"/>
                    <a:pt x="2899" y="0"/>
                    <a:pt x="233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6"/>
            <p:cNvSpPr/>
            <p:nvPr/>
          </p:nvSpPr>
          <p:spPr>
            <a:xfrm>
              <a:off x="-61916450" y="4200775"/>
              <a:ext cx="82725" cy="186700"/>
            </a:xfrm>
            <a:custGeom>
              <a:avLst/>
              <a:gdLst/>
              <a:ahLst/>
              <a:cxnLst/>
              <a:rect l="l" t="t" r="r" b="b"/>
              <a:pathLst>
                <a:path w="3309" h="7468" extrusionOk="0">
                  <a:moveTo>
                    <a:pt x="946" y="0"/>
                  </a:moveTo>
                  <a:cubicBezTo>
                    <a:pt x="410" y="0"/>
                    <a:pt x="1" y="442"/>
                    <a:pt x="1" y="1009"/>
                  </a:cubicBezTo>
                  <a:lnTo>
                    <a:pt x="1" y="6522"/>
                  </a:lnTo>
                  <a:cubicBezTo>
                    <a:pt x="1" y="7058"/>
                    <a:pt x="442" y="7467"/>
                    <a:pt x="946" y="7467"/>
                  </a:cubicBezTo>
                  <a:lnTo>
                    <a:pt x="2332" y="7467"/>
                  </a:lnTo>
                  <a:cubicBezTo>
                    <a:pt x="2868" y="7467"/>
                    <a:pt x="3309" y="7026"/>
                    <a:pt x="3309" y="6522"/>
                  </a:cubicBezTo>
                  <a:lnTo>
                    <a:pt x="3309" y="1009"/>
                  </a:lnTo>
                  <a:cubicBezTo>
                    <a:pt x="3309" y="442"/>
                    <a:pt x="2868" y="0"/>
                    <a:pt x="233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7" name="Google Shape;987;p46"/>
          <p:cNvGrpSpPr/>
          <p:nvPr/>
        </p:nvGrpSpPr>
        <p:grpSpPr>
          <a:xfrm>
            <a:off x="6088800" y="1464900"/>
            <a:ext cx="288001" cy="288001"/>
            <a:chOff x="2037825" y="3254050"/>
            <a:chExt cx="296175" cy="296175"/>
          </a:xfrm>
        </p:grpSpPr>
        <p:sp>
          <p:nvSpPr>
            <p:cNvPr id="988" name="Google Shape;988;p46"/>
            <p:cNvSpPr/>
            <p:nvPr/>
          </p:nvSpPr>
          <p:spPr>
            <a:xfrm>
              <a:off x="2063825" y="3254050"/>
              <a:ext cx="86675" cy="86675"/>
            </a:xfrm>
            <a:custGeom>
              <a:avLst/>
              <a:gdLst/>
              <a:ahLst/>
              <a:cxnLst/>
              <a:rect l="l" t="t" r="r" b="b"/>
              <a:pathLst>
                <a:path w="3467" h="3467" extrusionOk="0">
                  <a:moveTo>
                    <a:pt x="1733" y="1"/>
                  </a:moveTo>
                  <a:cubicBezTo>
                    <a:pt x="788" y="1"/>
                    <a:pt x="1" y="788"/>
                    <a:pt x="1" y="1733"/>
                  </a:cubicBezTo>
                  <a:cubicBezTo>
                    <a:pt x="1" y="2679"/>
                    <a:pt x="788" y="3466"/>
                    <a:pt x="1733" y="3466"/>
                  </a:cubicBezTo>
                  <a:cubicBezTo>
                    <a:pt x="2678" y="3466"/>
                    <a:pt x="3466" y="2679"/>
                    <a:pt x="3466" y="1733"/>
                  </a:cubicBezTo>
                  <a:cubicBezTo>
                    <a:pt x="3466" y="788"/>
                    <a:pt x="2678" y="1"/>
                    <a:pt x="17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6"/>
            <p:cNvSpPr/>
            <p:nvPr/>
          </p:nvSpPr>
          <p:spPr>
            <a:xfrm>
              <a:off x="2178025" y="3289500"/>
              <a:ext cx="104000" cy="67950"/>
            </a:xfrm>
            <a:custGeom>
              <a:avLst/>
              <a:gdLst/>
              <a:ahLst/>
              <a:cxnLst/>
              <a:rect l="l" t="t" r="r" b="b"/>
              <a:pathLst>
                <a:path w="4160" h="2718" extrusionOk="0">
                  <a:moveTo>
                    <a:pt x="347" y="0"/>
                  </a:moveTo>
                  <a:cubicBezTo>
                    <a:pt x="158" y="0"/>
                    <a:pt x="1" y="158"/>
                    <a:pt x="1" y="347"/>
                  </a:cubicBezTo>
                  <a:cubicBezTo>
                    <a:pt x="1" y="536"/>
                    <a:pt x="95" y="662"/>
                    <a:pt x="316" y="662"/>
                  </a:cubicBezTo>
                  <a:lnTo>
                    <a:pt x="2395" y="662"/>
                  </a:lnTo>
                  <a:cubicBezTo>
                    <a:pt x="2584" y="662"/>
                    <a:pt x="2742" y="820"/>
                    <a:pt x="2742" y="1009"/>
                  </a:cubicBezTo>
                  <a:lnTo>
                    <a:pt x="2742" y="1576"/>
                  </a:lnTo>
                  <a:lnTo>
                    <a:pt x="2616" y="1450"/>
                  </a:lnTo>
                  <a:cubicBezTo>
                    <a:pt x="2568" y="1387"/>
                    <a:pt x="2482" y="1355"/>
                    <a:pt x="2391" y="1355"/>
                  </a:cubicBezTo>
                  <a:cubicBezTo>
                    <a:pt x="2301" y="1355"/>
                    <a:pt x="2206" y="1387"/>
                    <a:pt x="2143" y="1450"/>
                  </a:cubicBezTo>
                  <a:cubicBezTo>
                    <a:pt x="2049" y="1576"/>
                    <a:pt x="2049" y="1796"/>
                    <a:pt x="2143" y="1922"/>
                  </a:cubicBezTo>
                  <a:lnTo>
                    <a:pt x="2868" y="2647"/>
                  </a:lnTo>
                  <a:cubicBezTo>
                    <a:pt x="2931" y="2694"/>
                    <a:pt x="3017" y="2718"/>
                    <a:pt x="3104" y="2718"/>
                  </a:cubicBezTo>
                  <a:cubicBezTo>
                    <a:pt x="3191" y="2718"/>
                    <a:pt x="3277" y="2694"/>
                    <a:pt x="3340" y="2647"/>
                  </a:cubicBezTo>
                  <a:lnTo>
                    <a:pt x="4033" y="1922"/>
                  </a:lnTo>
                  <a:cubicBezTo>
                    <a:pt x="4159" y="1796"/>
                    <a:pt x="4159" y="1576"/>
                    <a:pt x="4033" y="1450"/>
                  </a:cubicBezTo>
                  <a:cubicBezTo>
                    <a:pt x="3986" y="1387"/>
                    <a:pt x="3899" y="1355"/>
                    <a:pt x="3809" y="1355"/>
                  </a:cubicBezTo>
                  <a:cubicBezTo>
                    <a:pt x="3718" y="1355"/>
                    <a:pt x="3624" y="1387"/>
                    <a:pt x="3561" y="1450"/>
                  </a:cubicBezTo>
                  <a:lnTo>
                    <a:pt x="3466" y="1576"/>
                  </a:lnTo>
                  <a:lnTo>
                    <a:pt x="3466" y="1009"/>
                  </a:lnTo>
                  <a:cubicBezTo>
                    <a:pt x="3466" y="441"/>
                    <a:pt x="2994" y="0"/>
                    <a:pt x="24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6"/>
            <p:cNvSpPr/>
            <p:nvPr/>
          </p:nvSpPr>
          <p:spPr>
            <a:xfrm>
              <a:off x="2070125" y="3444225"/>
              <a:ext cx="106350" cy="69075"/>
            </a:xfrm>
            <a:custGeom>
              <a:avLst/>
              <a:gdLst/>
              <a:ahLst/>
              <a:cxnLst/>
              <a:rect l="l" t="t" r="r" b="b"/>
              <a:pathLst>
                <a:path w="4254" h="2763" extrusionOk="0">
                  <a:moveTo>
                    <a:pt x="1095" y="0"/>
                  </a:moveTo>
                  <a:cubicBezTo>
                    <a:pt x="1002" y="0"/>
                    <a:pt x="904" y="28"/>
                    <a:pt x="820" y="112"/>
                  </a:cubicBezTo>
                  <a:lnTo>
                    <a:pt x="127" y="805"/>
                  </a:lnTo>
                  <a:cubicBezTo>
                    <a:pt x="1" y="931"/>
                    <a:pt x="1" y="1184"/>
                    <a:pt x="127" y="1278"/>
                  </a:cubicBezTo>
                  <a:cubicBezTo>
                    <a:pt x="190" y="1341"/>
                    <a:pt x="276" y="1373"/>
                    <a:pt x="363" y="1373"/>
                  </a:cubicBezTo>
                  <a:cubicBezTo>
                    <a:pt x="449" y="1373"/>
                    <a:pt x="536" y="1341"/>
                    <a:pt x="599" y="1278"/>
                  </a:cubicBezTo>
                  <a:lnTo>
                    <a:pt x="725" y="1184"/>
                  </a:lnTo>
                  <a:lnTo>
                    <a:pt x="725" y="1719"/>
                  </a:lnTo>
                  <a:cubicBezTo>
                    <a:pt x="725" y="2318"/>
                    <a:pt x="1198" y="2759"/>
                    <a:pt x="1733" y="2759"/>
                  </a:cubicBezTo>
                  <a:lnTo>
                    <a:pt x="3813" y="2759"/>
                  </a:lnTo>
                  <a:cubicBezTo>
                    <a:pt x="3837" y="2761"/>
                    <a:pt x="3861" y="2763"/>
                    <a:pt x="3883" y="2763"/>
                  </a:cubicBezTo>
                  <a:cubicBezTo>
                    <a:pt x="4122" y="2763"/>
                    <a:pt x="4254" y="2616"/>
                    <a:pt x="4254" y="2444"/>
                  </a:cubicBezTo>
                  <a:cubicBezTo>
                    <a:pt x="4254" y="2223"/>
                    <a:pt x="4096" y="2066"/>
                    <a:pt x="3907" y="2066"/>
                  </a:cubicBezTo>
                  <a:lnTo>
                    <a:pt x="1828" y="2066"/>
                  </a:lnTo>
                  <a:cubicBezTo>
                    <a:pt x="1639" y="2066"/>
                    <a:pt x="1481" y="1908"/>
                    <a:pt x="1481" y="1719"/>
                  </a:cubicBezTo>
                  <a:lnTo>
                    <a:pt x="1481" y="1184"/>
                  </a:lnTo>
                  <a:lnTo>
                    <a:pt x="1576" y="1278"/>
                  </a:lnTo>
                  <a:cubicBezTo>
                    <a:pt x="1639" y="1341"/>
                    <a:pt x="1733" y="1373"/>
                    <a:pt x="1824" y="1373"/>
                  </a:cubicBezTo>
                  <a:cubicBezTo>
                    <a:pt x="1914" y="1373"/>
                    <a:pt x="2001" y="1341"/>
                    <a:pt x="2048" y="1278"/>
                  </a:cubicBezTo>
                  <a:cubicBezTo>
                    <a:pt x="2174" y="1184"/>
                    <a:pt x="2174" y="931"/>
                    <a:pt x="2048" y="805"/>
                  </a:cubicBezTo>
                  <a:lnTo>
                    <a:pt x="1355" y="112"/>
                  </a:lnTo>
                  <a:cubicBezTo>
                    <a:pt x="1292" y="81"/>
                    <a:pt x="1261" y="81"/>
                    <a:pt x="1229" y="18"/>
                  </a:cubicBezTo>
                  <a:cubicBezTo>
                    <a:pt x="1187" y="7"/>
                    <a:pt x="1142" y="0"/>
                    <a:pt x="109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6"/>
            <p:cNvSpPr/>
            <p:nvPr/>
          </p:nvSpPr>
          <p:spPr>
            <a:xfrm>
              <a:off x="2219775" y="3375350"/>
              <a:ext cx="89025" cy="85875"/>
            </a:xfrm>
            <a:custGeom>
              <a:avLst/>
              <a:gdLst/>
              <a:ahLst/>
              <a:cxnLst/>
              <a:rect l="l" t="t" r="r" b="b"/>
              <a:pathLst>
                <a:path w="3561" h="3435" extrusionOk="0">
                  <a:moveTo>
                    <a:pt x="1796" y="0"/>
                  </a:moveTo>
                  <a:cubicBezTo>
                    <a:pt x="788" y="0"/>
                    <a:pt x="0" y="788"/>
                    <a:pt x="0" y="1733"/>
                  </a:cubicBezTo>
                  <a:cubicBezTo>
                    <a:pt x="0" y="2647"/>
                    <a:pt x="788" y="3434"/>
                    <a:pt x="1796" y="3434"/>
                  </a:cubicBezTo>
                  <a:cubicBezTo>
                    <a:pt x="2741" y="3434"/>
                    <a:pt x="3561" y="2647"/>
                    <a:pt x="3561" y="1733"/>
                  </a:cubicBezTo>
                  <a:cubicBezTo>
                    <a:pt x="3561" y="788"/>
                    <a:pt x="2773" y="0"/>
                    <a:pt x="179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6"/>
            <p:cNvSpPr/>
            <p:nvPr/>
          </p:nvSpPr>
          <p:spPr>
            <a:xfrm>
              <a:off x="2037825" y="3339125"/>
              <a:ext cx="138650" cy="88225"/>
            </a:xfrm>
            <a:custGeom>
              <a:avLst/>
              <a:gdLst/>
              <a:ahLst/>
              <a:cxnLst/>
              <a:rect l="l" t="t" r="r" b="b"/>
              <a:pathLst>
                <a:path w="5546" h="3529" extrusionOk="0">
                  <a:moveTo>
                    <a:pt x="1072" y="0"/>
                  </a:moveTo>
                  <a:cubicBezTo>
                    <a:pt x="442" y="536"/>
                    <a:pt x="32" y="1292"/>
                    <a:pt x="32" y="2143"/>
                  </a:cubicBezTo>
                  <a:lnTo>
                    <a:pt x="32" y="3182"/>
                  </a:lnTo>
                  <a:cubicBezTo>
                    <a:pt x="1" y="3371"/>
                    <a:pt x="158" y="3529"/>
                    <a:pt x="347" y="3529"/>
                  </a:cubicBezTo>
                  <a:lnTo>
                    <a:pt x="5199" y="3529"/>
                  </a:lnTo>
                  <a:cubicBezTo>
                    <a:pt x="5388" y="3529"/>
                    <a:pt x="5546" y="3371"/>
                    <a:pt x="5546" y="3182"/>
                  </a:cubicBezTo>
                  <a:lnTo>
                    <a:pt x="5546" y="2143"/>
                  </a:lnTo>
                  <a:cubicBezTo>
                    <a:pt x="5546" y="1292"/>
                    <a:pt x="5168" y="536"/>
                    <a:pt x="4538" y="0"/>
                  </a:cubicBezTo>
                  <a:cubicBezTo>
                    <a:pt x="4096" y="473"/>
                    <a:pt x="3466" y="756"/>
                    <a:pt x="2805" y="756"/>
                  </a:cubicBezTo>
                  <a:cubicBezTo>
                    <a:pt x="2143" y="756"/>
                    <a:pt x="1513" y="504"/>
                    <a:pt x="107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6"/>
            <p:cNvSpPr/>
            <p:nvPr/>
          </p:nvSpPr>
          <p:spPr>
            <a:xfrm>
              <a:off x="2193775" y="3460400"/>
              <a:ext cx="140225" cy="89825"/>
            </a:xfrm>
            <a:custGeom>
              <a:avLst/>
              <a:gdLst/>
              <a:ahLst/>
              <a:cxnLst/>
              <a:rect l="l" t="t" r="r" b="b"/>
              <a:pathLst>
                <a:path w="5609" h="3593" extrusionOk="0">
                  <a:moveTo>
                    <a:pt x="1009" y="1"/>
                  </a:moveTo>
                  <a:cubicBezTo>
                    <a:pt x="379" y="537"/>
                    <a:pt x="1" y="1261"/>
                    <a:pt x="1" y="2143"/>
                  </a:cubicBezTo>
                  <a:lnTo>
                    <a:pt x="1" y="3246"/>
                  </a:lnTo>
                  <a:cubicBezTo>
                    <a:pt x="1" y="3435"/>
                    <a:pt x="158" y="3592"/>
                    <a:pt x="347" y="3592"/>
                  </a:cubicBezTo>
                  <a:lnTo>
                    <a:pt x="5262" y="3592"/>
                  </a:lnTo>
                  <a:cubicBezTo>
                    <a:pt x="5451" y="3592"/>
                    <a:pt x="5609" y="3435"/>
                    <a:pt x="5609" y="3246"/>
                  </a:cubicBezTo>
                  <a:lnTo>
                    <a:pt x="5609" y="2143"/>
                  </a:lnTo>
                  <a:cubicBezTo>
                    <a:pt x="5577" y="1261"/>
                    <a:pt x="5199" y="537"/>
                    <a:pt x="4569" y="1"/>
                  </a:cubicBezTo>
                  <a:cubicBezTo>
                    <a:pt x="4128" y="474"/>
                    <a:pt x="3498" y="757"/>
                    <a:pt x="2773" y="757"/>
                  </a:cubicBezTo>
                  <a:cubicBezTo>
                    <a:pt x="2080" y="757"/>
                    <a:pt x="1450" y="474"/>
                    <a:pt x="10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4" name="Google Shape;994;p46"/>
          <p:cNvGrpSpPr/>
          <p:nvPr/>
        </p:nvGrpSpPr>
        <p:grpSpPr>
          <a:xfrm>
            <a:off x="2770791" y="3221575"/>
            <a:ext cx="288001" cy="288001"/>
            <a:chOff x="3497300" y="3227275"/>
            <a:chExt cx="296175" cy="296175"/>
          </a:xfrm>
        </p:grpSpPr>
        <p:sp>
          <p:nvSpPr>
            <p:cNvPr id="995" name="Google Shape;995;p46"/>
            <p:cNvSpPr/>
            <p:nvPr/>
          </p:nvSpPr>
          <p:spPr>
            <a:xfrm>
              <a:off x="3609925" y="3339900"/>
              <a:ext cx="69350" cy="68550"/>
            </a:xfrm>
            <a:custGeom>
              <a:avLst/>
              <a:gdLst/>
              <a:ahLst/>
              <a:cxnLst/>
              <a:rect l="l" t="t" r="r" b="b"/>
              <a:pathLst>
                <a:path w="2774" h="2742" extrusionOk="0">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6"/>
            <p:cNvSpPr/>
            <p:nvPr/>
          </p:nvSpPr>
          <p:spPr>
            <a:xfrm>
              <a:off x="3531175" y="3227275"/>
              <a:ext cx="86650" cy="86675"/>
            </a:xfrm>
            <a:custGeom>
              <a:avLst/>
              <a:gdLst/>
              <a:ahLst/>
              <a:cxnLst/>
              <a:rect l="l" t="t" r="r" b="b"/>
              <a:pathLst>
                <a:path w="3466" h="3467" extrusionOk="0">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6"/>
            <p:cNvSpPr/>
            <p:nvPr/>
          </p:nvSpPr>
          <p:spPr>
            <a:xfrm>
              <a:off x="3670575" y="3227275"/>
              <a:ext cx="86675" cy="86675"/>
            </a:xfrm>
            <a:custGeom>
              <a:avLst/>
              <a:gdLst/>
              <a:ahLst/>
              <a:cxnLst/>
              <a:rect l="l" t="t" r="r" b="b"/>
              <a:pathLst>
                <a:path w="3467" h="3467" extrusionOk="0">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6"/>
            <p:cNvSpPr/>
            <p:nvPr/>
          </p:nvSpPr>
          <p:spPr>
            <a:xfrm>
              <a:off x="3622525" y="3421825"/>
              <a:ext cx="41775" cy="25225"/>
            </a:xfrm>
            <a:custGeom>
              <a:avLst/>
              <a:gdLst/>
              <a:ahLst/>
              <a:cxnLst/>
              <a:rect l="l" t="t" r="r" b="b"/>
              <a:pathLst>
                <a:path w="1671" h="1009" extrusionOk="0">
                  <a:moveTo>
                    <a:pt x="1" y="0"/>
                  </a:moveTo>
                  <a:lnTo>
                    <a:pt x="851" y="1008"/>
                  </a:lnTo>
                  <a:lnTo>
                    <a:pt x="1671" y="0"/>
                  </a:lnTo>
                  <a:lnTo>
                    <a:pt x="1671" y="0"/>
                  </a:lnTo>
                  <a:cubicBezTo>
                    <a:pt x="1450" y="126"/>
                    <a:pt x="1167" y="158"/>
                    <a:pt x="851" y="158"/>
                  </a:cubicBezTo>
                  <a:cubicBezTo>
                    <a:pt x="568" y="158"/>
                    <a:pt x="284" y="95"/>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6"/>
            <p:cNvSpPr/>
            <p:nvPr/>
          </p:nvSpPr>
          <p:spPr>
            <a:xfrm>
              <a:off x="3566600" y="3416300"/>
              <a:ext cx="70125" cy="106350"/>
            </a:xfrm>
            <a:custGeom>
              <a:avLst/>
              <a:gdLst/>
              <a:ahLst/>
              <a:cxnLst/>
              <a:rect l="l" t="t" r="r" b="b"/>
              <a:pathLst>
                <a:path w="2805" h="4254" extrusionOk="0">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6"/>
            <p:cNvSpPr/>
            <p:nvPr/>
          </p:nvSpPr>
          <p:spPr>
            <a:xfrm>
              <a:off x="3653250" y="3417100"/>
              <a:ext cx="70125" cy="106350"/>
            </a:xfrm>
            <a:custGeom>
              <a:avLst/>
              <a:gdLst/>
              <a:ahLst/>
              <a:cxnLst/>
              <a:rect l="l" t="t" r="r" b="b"/>
              <a:pathLst>
                <a:path w="2805" h="4254" extrusionOk="0">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6"/>
            <p:cNvSpPr/>
            <p:nvPr/>
          </p:nvSpPr>
          <p:spPr>
            <a:xfrm>
              <a:off x="3655625" y="3310775"/>
              <a:ext cx="137850" cy="108700"/>
            </a:xfrm>
            <a:custGeom>
              <a:avLst/>
              <a:gdLst/>
              <a:ahLst/>
              <a:cxnLst/>
              <a:rect l="l" t="t" r="r" b="b"/>
              <a:pathLst>
                <a:path w="5514" h="4348" extrusionOk="0">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6"/>
            <p:cNvSpPr/>
            <p:nvPr/>
          </p:nvSpPr>
          <p:spPr>
            <a:xfrm>
              <a:off x="3497300" y="3309975"/>
              <a:ext cx="136275" cy="108725"/>
            </a:xfrm>
            <a:custGeom>
              <a:avLst/>
              <a:gdLst/>
              <a:ahLst/>
              <a:cxnLst/>
              <a:rect l="l" t="t" r="r" b="b"/>
              <a:pathLst>
                <a:path w="5451" h="4349" extrusionOk="0">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3" name="Google Shape;1003;p46"/>
          <p:cNvGrpSpPr/>
          <p:nvPr/>
        </p:nvGrpSpPr>
        <p:grpSpPr>
          <a:xfrm>
            <a:off x="6088797" y="3233324"/>
            <a:ext cx="288006" cy="264501"/>
            <a:chOff x="6543825" y="3202075"/>
            <a:chExt cx="296975" cy="275350"/>
          </a:xfrm>
        </p:grpSpPr>
        <p:sp>
          <p:nvSpPr>
            <p:cNvPr id="1004" name="Google Shape;1004;p46"/>
            <p:cNvSpPr/>
            <p:nvPr/>
          </p:nvSpPr>
          <p:spPr>
            <a:xfrm>
              <a:off x="6683250" y="3202075"/>
              <a:ext cx="17350" cy="43350"/>
            </a:xfrm>
            <a:custGeom>
              <a:avLst/>
              <a:gdLst/>
              <a:ahLst/>
              <a:cxnLst/>
              <a:rect l="l" t="t" r="r" b="b"/>
              <a:pathLst>
                <a:path w="694" h="1734" extrusionOk="0">
                  <a:moveTo>
                    <a:pt x="347" y="0"/>
                  </a:moveTo>
                  <a:cubicBezTo>
                    <a:pt x="158" y="0"/>
                    <a:pt x="0" y="158"/>
                    <a:pt x="0" y="347"/>
                  </a:cubicBezTo>
                  <a:lnTo>
                    <a:pt x="0" y="1355"/>
                  </a:lnTo>
                  <a:cubicBezTo>
                    <a:pt x="0" y="1576"/>
                    <a:pt x="158" y="1733"/>
                    <a:pt x="347" y="1733"/>
                  </a:cubicBezTo>
                  <a:cubicBezTo>
                    <a:pt x="536" y="1733"/>
                    <a:pt x="693" y="1576"/>
                    <a:pt x="693" y="1355"/>
                  </a:cubicBezTo>
                  <a:lnTo>
                    <a:pt x="693" y="347"/>
                  </a:lnTo>
                  <a:cubicBezTo>
                    <a:pt x="693" y="158"/>
                    <a:pt x="536" y="0"/>
                    <a:pt x="34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6"/>
            <p:cNvSpPr/>
            <p:nvPr/>
          </p:nvSpPr>
          <p:spPr>
            <a:xfrm>
              <a:off x="6613925" y="3236125"/>
              <a:ext cx="35475" cy="34700"/>
            </a:xfrm>
            <a:custGeom>
              <a:avLst/>
              <a:gdLst/>
              <a:ahLst/>
              <a:cxnLst/>
              <a:rect l="l" t="t" r="r" b="b"/>
              <a:pathLst>
                <a:path w="1419" h="1388" extrusionOk="0">
                  <a:moveTo>
                    <a:pt x="363" y="1"/>
                  </a:moveTo>
                  <a:cubicBezTo>
                    <a:pt x="276" y="1"/>
                    <a:pt x="190" y="40"/>
                    <a:pt x="127" y="119"/>
                  </a:cubicBezTo>
                  <a:cubicBezTo>
                    <a:pt x="1" y="245"/>
                    <a:pt x="1" y="466"/>
                    <a:pt x="127" y="592"/>
                  </a:cubicBezTo>
                  <a:lnTo>
                    <a:pt x="820" y="1316"/>
                  </a:lnTo>
                  <a:cubicBezTo>
                    <a:pt x="883" y="1364"/>
                    <a:pt x="969" y="1387"/>
                    <a:pt x="1056" y="1387"/>
                  </a:cubicBezTo>
                  <a:cubicBezTo>
                    <a:pt x="1143" y="1387"/>
                    <a:pt x="1229" y="1364"/>
                    <a:pt x="1292" y="1316"/>
                  </a:cubicBezTo>
                  <a:cubicBezTo>
                    <a:pt x="1418" y="1190"/>
                    <a:pt x="1418" y="938"/>
                    <a:pt x="1292" y="844"/>
                  </a:cubicBezTo>
                  <a:lnTo>
                    <a:pt x="599" y="119"/>
                  </a:lnTo>
                  <a:cubicBezTo>
                    <a:pt x="536" y="40"/>
                    <a:pt x="450" y="1"/>
                    <a:pt x="3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6"/>
            <p:cNvSpPr/>
            <p:nvPr/>
          </p:nvSpPr>
          <p:spPr>
            <a:xfrm>
              <a:off x="6734425" y="3236425"/>
              <a:ext cx="35475" cy="34400"/>
            </a:xfrm>
            <a:custGeom>
              <a:avLst/>
              <a:gdLst/>
              <a:ahLst/>
              <a:cxnLst/>
              <a:rect l="l" t="t" r="r" b="b"/>
              <a:pathLst>
                <a:path w="1419" h="1376" extrusionOk="0">
                  <a:moveTo>
                    <a:pt x="1054" y="0"/>
                  </a:moveTo>
                  <a:cubicBezTo>
                    <a:pt x="976" y="0"/>
                    <a:pt x="894" y="33"/>
                    <a:pt x="820" y="107"/>
                  </a:cubicBezTo>
                  <a:lnTo>
                    <a:pt x="95" y="832"/>
                  </a:lnTo>
                  <a:cubicBezTo>
                    <a:pt x="1" y="926"/>
                    <a:pt x="1" y="1178"/>
                    <a:pt x="95" y="1304"/>
                  </a:cubicBezTo>
                  <a:cubicBezTo>
                    <a:pt x="158" y="1352"/>
                    <a:pt x="253" y="1375"/>
                    <a:pt x="344" y="1375"/>
                  </a:cubicBezTo>
                  <a:cubicBezTo>
                    <a:pt x="434" y="1375"/>
                    <a:pt x="521" y="1352"/>
                    <a:pt x="568" y="1304"/>
                  </a:cubicBezTo>
                  <a:lnTo>
                    <a:pt x="1293" y="580"/>
                  </a:lnTo>
                  <a:cubicBezTo>
                    <a:pt x="1419" y="454"/>
                    <a:pt x="1419" y="233"/>
                    <a:pt x="1293" y="107"/>
                  </a:cubicBezTo>
                  <a:cubicBezTo>
                    <a:pt x="1226" y="41"/>
                    <a:pt x="1142" y="0"/>
                    <a:pt x="105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6"/>
            <p:cNvSpPr/>
            <p:nvPr/>
          </p:nvSpPr>
          <p:spPr>
            <a:xfrm>
              <a:off x="6805325" y="3322575"/>
              <a:ext cx="35475" cy="121325"/>
            </a:xfrm>
            <a:custGeom>
              <a:avLst/>
              <a:gdLst/>
              <a:ahLst/>
              <a:cxnLst/>
              <a:rect l="l" t="t" r="r" b="b"/>
              <a:pathLst>
                <a:path w="1419" h="4853" extrusionOk="0">
                  <a:moveTo>
                    <a:pt x="0" y="1"/>
                  </a:moveTo>
                  <a:lnTo>
                    <a:pt x="0" y="4852"/>
                  </a:lnTo>
                  <a:lnTo>
                    <a:pt x="1040" y="4852"/>
                  </a:lnTo>
                  <a:cubicBezTo>
                    <a:pt x="1261" y="4852"/>
                    <a:pt x="1418" y="4695"/>
                    <a:pt x="1418" y="4506"/>
                  </a:cubicBezTo>
                  <a:lnTo>
                    <a:pt x="1418" y="316"/>
                  </a:lnTo>
                  <a:cubicBezTo>
                    <a:pt x="1355" y="158"/>
                    <a:pt x="1198" y="1"/>
                    <a:pt x="104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6"/>
            <p:cNvSpPr/>
            <p:nvPr/>
          </p:nvSpPr>
          <p:spPr>
            <a:xfrm>
              <a:off x="6543825" y="3323275"/>
              <a:ext cx="35475" cy="121400"/>
            </a:xfrm>
            <a:custGeom>
              <a:avLst/>
              <a:gdLst/>
              <a:ahLst/>
              <a:cxnLst/>
              <a:rect l="l" t="t" r="r" b="b"/>
              <a:pathLst>
                <a:path w="1419" h="4856" extrusionOk="0">
                  <a:moveTo>
                    <a:pt x="323" y="0"/>
                  </a:moveTo>
                  <a:cubicBezTo>
                    <a:pt x="132" y="0"/>
                    <a:pt x="1" y="149"/>
                    <a:pt x="1" y="351"/>
                  </a:cubicBezTo>
                  <a:lnTo>
                    <a:pt x="1" y="4509"/>
                  </a:lnTo>
                  <a:cubicBezTo>
                    <a:pt x="1" y="4698"/>
                    <a:pt x="158" y="4856"/>
                    <a:pt x="379" y="4856"/>
                  </a:cubicBezTo>
                  <a:lnTo>
                    <a:pt x="1418" y="4856"/>
                  </a:lnTo>
                  <a:lnTo>
                    <a:pt x="1418" y="4"/>
                  </a:lnTo>
                  <a:lnTo>
                    <a:pt x="379" y="4"/>
                  </a:lnTo>
                  <a:cubicBezTo>
                    <a:pt x="360" y="1"/>
                    <a:pt x="341" y="0"/>
                    <a:pt x="32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6"/>
            <p:cNvSpPr/>
            <p:nvPr/>
          </p:nvSpPr>
          <p:spPr>
            <a:xfrm>
              <a:off x="6643075" y="3332025"/>
              <a:ext cx="143375" cy="104000"/>
            </a:xfrm>
            <a:custGeom>
              <a:avLst/>
              <a:gdLst/>
              <a:ahLst/>
              <a:cxnLst/>
              <a:rect l="l" t="t" r="r" b="b"/>
              <a:pathLst>
                <a:path w="5735" h="4160" extrusionOk="0">
                  <a:moveTo>
                    <a:pt x="1639" y="1"/>
                  </a:moveTo>
                  <a:cubicBezTo>
                    <a:pt x="1450" y="1"/>
                    <a:pt x="1198" y="158"/>
                    <a:pt x="1072" y="379"/>
                  </a:cubicBezTo>
                  <a:lnTo>
                    <a:pt x="0" y="2490"/>
                  </a:lnTo>
                  <a:cubicBezTo>
                    <a:pt x="158" y="2584"/>
                    <a:pt x="378" y="2616"/>
                    <a:pt x="567" y="2616"/>
                  </a:cubicBezTo>
                  <a:cubicBezTo>
                    <a:pt x="1072" y="2616"/>
                    <a:pt x="1544" y="2364"/>
                    <a:pt x="1796" y="1891"/>
                  </a:cubicBezTo>
                  <a:lnTo>
                    <a:pt x="2017" y="1418"/>
                  </a:lnTo>
                  <a:lnTo>
                    <a:pt x="2710" y="1418"/>
                  </a:lnTo>
                  <a:cubicBezTo>
                    <a:pt x="2899" y="1418"/>
                    <a:pt x="3056" y="1481"/>
                    <a:pt x="3182" y="1607"/>
                  </a:cubicBezTo>
                  <a:lnTo>
                    <a:pt x="5734" y="4159"/>
                  </a:lnTo>
                  <a:lnTo>
                    <a:pt x="57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6"/>
            <p:cNvSpPr/>
            <p:nvPr/>
          </p:nvSpPr>
          <p:spPr>
            <a:xfrm>
              <a:off x="6595025" y="3288700"/>
              <a:ext cx="175675" cy="188725"/>
            </a:xfrm>
            <a:custGeom>
              <a:avLst/>
              <a:gdLst/>
              <a:ahLst/>
              <a:cxnLst/>
              <a:rect l="l" t="t" r="r" b="b"/>
              <a:pathLst>
                <a:path w="7027" h="7549" extrusionOk="0">
                  <a:moveTo>
                    <a:pt x="2206" y="1"/>
                  </a:moveTo>
                  <a:cubicBezTo>
                    <a:pt x="1828" y="1"/>
                    <a:pt x="1481" y="221"/>
                    <a:pt x="1261" y="568"/>
                  </a:cubicBezTo>
                  <a:lnTo>
                    <a:pt x="946" y="1198"/>
                  </a:lnTo>
                  <a:cubicBezTo>
                    <a:pt x="914" y="1324"/>
                    <a:pt x="757" y="1419"/>
                    <a:pt x="631" y="1419"/>
                  </a:cubicBezTo>
                  <a:lnTo>
                    <a:pt x="1" y="1419"/>
                  </a:lnTo>
                  <a:lnTo>
                    <a:pt x="1" y="6239"/>
                  </a:lnTo>
                  <a:lnTo>
                    <a:pt x="1576" y="6239"/>
                  </a:lnTo>
                  <a:lnTo>
                    <a:pt x="2584" y="7247"/>
                  </a:lnTo>
                  <a:cubicBezTo>
                    <a:pt x="2768" y="7431"/>
                    <a:pt x="3054" y="7548"/>
                    <a:pt x="3330" y="7548"/>
                  </a:cubicBezTo>
                  <a:cubicBezTo>
                    <a:pt x="3431" y="7548"/>
                    <a:pt x="3531" y="7533"/>
                    <a:pt x="3624" y="7499"/>
                  </a:cubicBezTo>
                  <a:lnTo>
                    <a:pt x="6585" y="6554"/>
                  </a:lnTo>
                  <a:cubicBezTo>
                    <a:pt x="6743" y="6522"/>
                    <a:pt x="6900" y="6396"/>
                    <a:pt x="7026" y="6302"/>
                  </a:cubicBezTo>
                  <a:lnTo>
                    <a:pt x="4537" y="3813"/>
                  </a:lnTo>
                  <a:lnTo>
                    <a:pt x="4380" y="3813"/>
                  </a:lnTo>
                  <a:lnTo>
                    <a:pt x="4348" y="3844"/>
                  </a:lnTo>
                  <a:cubicBezTo>
                    <a:pt x="4033" y="4506"/>
                    <a:pt x="3340" y="4947"/>
                    <a:pt x="2647" y="5042"/>
                  </a:cubicBezTo>
                  <a:cubicBezTo>
                    <a:pt x="2601" y="5044"/>
                    <a:pt x="2556" y="5046"/>
                    <a:pt x="2511" y="5046"/>
                  </a:cubicBezTo>
                  <a:cubicBezTo>
                    <a:pt x="2046" y="5046"/>
                    <a:pt x="1698" y="4899"/>
                    <a:pt x="1324" y="4727"/>
                  </a:cubicBezTo>
                  <a:cubicBezTo>
                    <a:pt x="1103" y="4632"/>
                    <a:pt x="1040" y="4412"/>
                    <a:pt x="1166" y="4254"/>
                  </a:cubicBezTo>
                  <a:lnTo>
                    <a:pt x="2363" y="1797"/>
                  </a:lnTo>
                  <a:cubicBezTo>
                    <a:pt x="2615" y="1324"/>
                    <a:pt x="3088" y="1041"/>
                    <a:pt x="3592" y="1041"/>
                  </a:cubicBezTo>
                  <a:lnTo>
                    <a:pt x="5104" y="1041"/>
                  </a:lnTo>
                  <a:cubicBezTo>
                    <a:pt x="5167" y="852"/>
                    <a:pt x="5262" y="631"/>
                    <a:pt x="5262" y="347"/>
                  </a:cubicBezTo>
                  <a:cubicBezTo>
                    <a:pt x="5262" y="158"/>
                    <a:pt x="5104" y="1"/>
                    <a:pt x="4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p47"/>
          <p:cNvSpPr/>
          <p:nvPr/>
        </p:nvSpPr>
        <p:spPr>
          <a:xfrm>
            <a:off x="720450" y="3073438"/>
            <a:ext cx="1439100" cy="1439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7"/>
          <p:cNvSpPr/>
          <p:nvPr/>
        </p:nvSpPr>
        <p:spPr>
          <a:xfrm flipH="1">
            <a:off x="720000" y="3072088"/>
            <a:ext cx="1440000" cy="1440000"/>
          </a:xfrm>
          <a:prstGeom prst="arc">
            <a:avLst>
              <a:gd name="adj1" fmla="val 19364691"/>
              <a:gd name="adj2" fmla="val 16199761"/>
            </a:avLst>
          </a:prstGeom>
          <a:noFill/>
          <a:ln w="1143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7"/>
          <p:cNvSpPr/>
          <p:nvPr/>
        </p:nvSpPr>
        <p:spPr>
          <a:xfrm>
            <a:off x="720450" y="1346375"/>
            <a:ext cx="1439100" cy="1439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7"/>
          <p:cNvSpPr/>
          <p:nvPr/>
        </p:nvSpPr>
        <p:spPr>
          <a:xfrm>
            <a:off x="4671600" y="3072988"/>
            <a:ext cx="1439100" cy="1439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7"/>
          <p:cNvSpPr/>
          <p:nvPr/>
        </p:nvSpPr>
        <p:spPr>
          <a:xfrm>
            <a:off x="4671600" y="1346375"/>
            <a:ext cx="1439100" cy="1439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7"/>
          <p:cNvSpPr/>
          <p:nvPr/>
        </p:nvSpPr>
        <p:spPr>
          <a:xfrm flipH="1">
            <a:off x="4671600" y="3072088"/>
            <a:ext cx="1440000" cy="1440000"/>
          </a:xfrm>
          <a:prstGeom prst="arc">
            <a:avLst>
              <a:gd name="adj1" fmla="val 17493568"/>
              <a:gd name="adj2" fmla="val 16199761"/>
            </a:avLst>
          </a:prstGeom>
          <a:noFill/>
          <a:ln w="1143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7"/>
          <p:cNvSpPr/>
          <p:nvPr/>
        </p:nvSpPr>
        <p:spPr>
          <a:xfrm flipH="1">
            <a:off x="4670700" y="1346375"/>
            <a:ext cx="1440000" cy="1440000"/>
          </a:xfrm>
          <a:prstGeom prst="arc">
            <a:avLst>
              <a:gd name="adj1" fmla="val 18307279"/>
              <a:gd name="adj2" fmla="val 16199761"/>
            </a:avLst>
          </a:prstGeom>
          <a:noFill/>
          <a:ln w="1143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7"/>
          <p:cNvSpPr txBox="1">
            <a:spLocks noGrp="1"/>
          </p:cNvSpPr>
          <p:nvPr>
            <p:ph type="title"/>
          </p:nvPr>
        </p:nvSpPr>
        <p:spPr>
          <a:xfrm>
            <a:off x="2312400" y="1498838"/>
            <a:ext cx="2160000" cy="55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MERCURY</a:t>
            </a:r>
            <a:endParaRPr/>
          </a:p>
        </p:txBody>
      </p:sp>
      <p:sp>
        <p:nvSpPr>
          <p:cNvPr id="1023" name="Google Shape;1023;p47"/>
          <p:cNvSpPr txBox="1">
            <a:spLocks noGrp="1"/>
          </p:cNvSpPr>
          <p:nvPr>
            <p:ph type="subTitle" idx="1"/>
          </p:nvPr>
        </p:nvSpPr>
        <p:spPr>
          <a:xfrm>
            <a:off x="2312400" y="1984538"/>
            <a:ext cx="2160000" cy="50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Mercury is the closest planet to the Sun</a:t>
            </a:r>
            <a:endParaRPr/>
          </a:p>
        </p:txBody>
      </p:sp>
      <p:sp>
        <p:nvSpPr>
          <p:cNvPr id="1024" name="Google Shape;1024;p47"/>
          <p:cNvSpPr txBox="1">
            <a:spLocks noGrp="1"/>
          </p:cNvSpPr>
          <p:nvPr>
            <p:ph type="title" idx="2"/>
          </p:nvPr>
        </p:nvSpPr>
        <p:spPr>
          <a:xfrm>
            <a:off x="6264000" y="1498838"/>
            <a:ext cx="2160000" cy="55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JUPITER</a:t>
            </a:r>
            <a:endParaRPr/>
          </a:p>
        </p:txBody>
      </p:sp>
      <p:sp>
        <p:nvSpPr>
          <p:cNvPr id="1025" name="Google Shape;1025;p47"/>
          <p:cNvSpPr txBox="1">
            <a:spLocks noGrp="1"/>
          </p:cNvSpPr>
          <p:nvPr>
            <p:ph type="subTitle" idx="3"/>
          </p:nvPr>
        </p:nvSpPr>
        <p:spPr>
          <a:xfrm>
            <a:off x="6264000" y="1984538"/>
            <a:ext cx="2160000" cy="50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Jupiter is the biggest planet of them all</a:t>
            </a:r>
            <a:endParaRPr/>
          </a:p>
        </p:txBody>
      </p:sp>
      <p:sp>
        <p:nvSpPr>
          <p:cNvPr id="1026" name="Google Shape;1026;p47"/>
          <p:cNvSpPr txBox="1">
            <a:spLocks noGrp="1"/>
          </p:cNvSpPr>
          <p:nvPr>
            <p:ph type="title" idx="4"/>
          </p:nvPr>
        </p:nvSpPr>
        <p:spPr>
          <a:xfrm>
            <a:off x="2312400" y="3226025"/>
            <a:ext cx="2160000" cy="55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
        <p:nvSpPr>
          <p:cNvPr id="1027" name="Google Shape;1027;p47"/>
          <p:cNvSpPr txBox="1">
            <a:spLocks noGrp="1"/>
          </p:cNvSpPr>
          <p:nvPr>
            <p:ph type="subTitle" idx="5"/>
          </p:nvPr>
        </p:nvSpPr>
        <p:spPr>
          <a:xfrm>
            <a:off x="2312400" y="3711725"/>
            <a:ext cx="2160000" cy="50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Venus is the second planet from the Sun</a:t>
            </a:r>
            <a:endParaRPr/>
          </a:p>
        </p:txBody>
      </p:sp>
      <p:sp>
        <p:nvSpPr>
          <p:cNvPr id="1028" name="Google Shape;1028;p47"/>
          <p:cNvSpPr txBox="1">
            <a:spLocks noGrp="1"/>
          </p:cNvSpPr>
          <p:nvPr>
            <p:ph type="title" idx="6"/>
          </p:nvPr>
        </p:nvSpPr>
        <p:spPr>
          <a:xfrm>
            <a:off x="720000" y="540000"/>
            <a:ext cx="7704000" cy="676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SUCCESS</a:t>
            </a:r>
            <a:endParaRPr/>
          </a:p>
        </p:txBody>
      </p:sp>
      <p:sp>
        <p:nvSpPr>
          <p:cNvPr id="1029" name="Google Shape;1029;p47"/>
          <p:cNvSpPr txBox="1">
            <a:spLocks noGrp="1"/>
          </p:cNvSpPr>
          <p:nvPr>
            <p:ph type="title" idx="7"/>
          </p:nvPr>
        </p:nvSpPr>
        <p:spPr>
          <a:xfrm>
            <a:off x="720000" y="1789350"/>
            <a:ext cx="1440000" cy="55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75%</a:t>
            </a:r>
            <a:endParaRPr/>
          </a:p>
        </p:txBody>
      </p:sp>
      <p:sp>
        <p:nvSpPr>
          <p:cNvPr id="1030" name="Google Shape;1030;p47"/>
          <p:cNvSpPr txBox="1">
            <a:spLocks noGrp="1"/>
          </p:cNvSpPr>
          <p:nvPr>
            <p:ph type="title" idx="8"/>
          </p:nvPr>
        </p:nvSpPr>
        <p:spPr>
          <a:xfrm>
            <a:off x="4671150" y="1789350"/>
            <a:ext cx="1440000" cy="55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90%</a:t>
            </a:r>
            <a:endParaRPr/>
          </a:p>
        </p:txBody>
      </p:sp>
      <p:sp>
        <p:nvSpPr>
          <p:cNvPr id="1031" name="Google Shape;1031;p47"/>
          <p:cNvSpPr txBox="1">
            <a:spLocks noGrp="1"/>
          </p:cNvSpPr>
          <p:nvPr>
            <p:ph type="title" idx="9"/>
          </p:nvPr>
        </p:nvSpPr>
        <p:spPr>
          <a:xfrm>
            <a:off x="720000" y="3515938"/>
            <a:ext cx="1440000" cy="55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85%</a:t>
            </a:r>
            <a:endParaRPr/>
          </a:p>
        </p:txBody>
      </p:sp>
      <p:sp>
        <p:nvSpPr>
          <p:cNvPr id="1032" name="Google Shape;1032;p47"/>
          <p:cNvSpPr txBox="1">
            <a:spLocks noGrp="1"/>
          </p:cNvSpPr>
          <p:nvPr>
            <p:ph type="title" idx="13"/>
          </p:nvPr>
        </p:nvSpPr>
        <p:spPr>
          <a:xfrm>
            <a:off x="6264000" y="3226025"/>
            <a:ext cx="2160000" cy="55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SATURN</a:t>
            </a:r>
            <a:endParaRPr/>
          </a:p>
        </p:txBody>
      </p:sp>
      <p:sp>
        <p:nvSpPr>
          <p:cNvPr id="1033" name="Google Shape;1033;p47"/>
          <p:cNvSpPr txBox="1">
            <a:spLocks noGrp="1"/>
          </p:cNvSpPr>
          <p:nvPr>
            <p:ph type="subTitle" idx="14"/>
          </p:nvPr>
        </p:nvSpPr>
        <p:spPr>
          <a:xfrm>
            <a:off x="6264000" y="3711725"/>
            <a:ext cx="2160000" cy="50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and has several rings</a:t>
            </a:r>
            <a:endParaRPr/>
          </a:p>
        </p:txBody>
      </p:sp>
      <p:sp>
        <p:nvSpPr>
          <p:cNvPr id="1034" name="Google Shape;1034;p47"/>
          <p:cNvSpPr txBox="1">
            <a:spLocks noGrp="1"/>
          </p:cNvSpPr>
          <p:nvPr>
            <p:ph type="title" idx="15"/>
          </p:nvPr>
        </p:nvSpPr>
        <p:spPr>
          <a:xfrm>
            <a:off x="4671150" y="3515938"/>
            <a:ext cx="1440000" cy="55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95%</a:t>
            </a:r>
            <a:endParaRPr/>
          </a:p>
        </p:txBody>
      </p:sp>
      <p:sp>
        <p:nvSpPr>
          <p:cNvPr id="1035" name="Google Shape;1035;p47"/>
          <p:cNvSpPr/>
          <p:nvPr/>
        </p:nvSpPr>
        <p:spPr>
          <a:xfrm flipH="1">
            <a:off x="720000" y="1346375"/>
            <a:ext cx="1440000" cy="1440000"/>
          </a:xfrm>
          <a:prstGeom prst="arc">
            <a:avLst>
              <a:gd name="adj1" fmla="val 21590159"/>
              <a:gd name="adj2" fmla="val 16199761"/>
            </a:avLst>
          </a:prstGeom>
          <a:noFill/>
          <a:ln w="1143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6" name="Google Shape;1036;p47"/>
          <p:cNvGrpSpPr/>
          <p:nvPr/>
        </p:nvGrpSpPr>
        <p:grpSpPr>
          <a:xfrm>
            <a:off x="7133528" y="76211"/>
            <a:ext cx="1934291" cy="1739805"/>
            <a:chOff x="7133528" y="76211"/>
            <a:chExt cx="1934291" cy="1739805"/>
          </a:xfrm>
        </p:grpSpPr>
        <p:sp>
          <p:nvSpPr>
            <p:cNvPr id="1037" name="Google Shape;1037;p47"/>
            <p:cNvSpPr/>
            <p:nvPr/>
          </p:nvSpPr>
          <p:spPr>
            <a:xfrm flipH="1">
              <a:off x="8374848"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8" name="Google Shape;1038;p47"/>
            <p:cNvGrpSpPr/>
            <p:nvPr/>
          </p:nvGrpSpPr>
          <p:grpSpPr>
            <a:xfrm>
              <a:off x="7370564" y="228600"/>
              <a:ext cx="1322552" cy="1020264"/>
              <a:chOff x="7370564" y="228600"/>
              <a:chExt cx="1322552" cy="1020264"/>
            </a:xfrm>
          </p:grpSpPr>
          <p:sp>
            <p:nvSpPr>
              <p:cNvPr id="1039" name="Google Shape;1039;p47"/>
              <p:cNvSpPr/>
              <p:nvPr/>
            </p:nvSpPr>
            <p:spPr>
              <a:xfrm>
                <a:off x="7667868" y="370056"/>
                <a:ext cx="1025248" cy="781312"/>
              </a:xfrm>
              <a:custGeom>
                <a:avLst/>
                <a:gdLst/>
                <a:ahLst/>
                <a:cxnLst/>
                <a:rect l="l" t="t" r="r" b="b"/>
                <a:pathLst>
                  <a:path w="18308" h="13952" extrusionOk="0">
                    <a:moveTo>
                      <a:pt x="1051" y="1"/>
                    </a:moveTo>
                    <a:cubicBezTo>
                      <a:pt x="443" y="1"/>
                      <a:pt x="1" y="495"/>
                      <a:pt x="70" y="1099"/>
                    </a:cubicBezTo>
                    <a:lnTo>
                      <a:pt x="1401" y="12852"/>
                    </a:lnTo>
                    <a:cubicBezTo>
                      <a:pt x="1470" y="13457"/>
                      <a:pt x="2024" y="13952"/>
                      <a:pt x="2632" y="13952"/>
                    </a:cubicBezTo>
                    <a:lnTo>
                      <a:pt x="15688" y="13952"/>
                    </a:lnTo>
                    <a:cubicBezTo>
                      <a:pt x="16296" y="13952"/>
                      <a:pt x="16860" y="13458"/>
                      <a:pt x="16942" y="12855"/>
                    </a:cubicBezTo>
                    <a:lnTo>
                      <a:pt x="18228" y="3289"/>
                    </a:lnTo>
                    <a:cubicBezTo>
                      <a:pt x="18308" y="2686"/>
                      <a:pt x="17877" y="2193"/>
                      <a:pt x="17268" y="2193"/>
                    </a:cubicBezTo>
                    <a:lnTo>
                      <a:pt x="10627" y="2193"/>
                    </a:lnTo>
                    <a:lnTo>
                      <a:pt x="10627" y="2194"/>
                    </a:lnTo>
                    <a:cubicBezTo>
                      <a:pt x="10019" y="2194"/>
                      <a:pt x="9520" y="1701"/>
                      <a:pt x="9520" y="1097"/>
                    </a:cubicBezTo>
                    <a:cubicBezTo>
                      <a:pt x="9520" y="494"/>
                      <a:pt x="9023" y="1"/>
                      <a:pt x="84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7"/>
              <p:cNvSpPr/>
              <p:nvPr/>
            </p:nvSpPr>
            <p:spPr>
              <a:xfrm>
                <a:off x="7769004" y="427904"/>
                <a:ext cx="822472" cy="782096"/>
              </a:xfrm>
              <a:custGeom>
                <a:avLst/>
                <a:gdLst/>
                <a:ahLst/>
                <a:cxnLst/>
                <a:rect l="l" t="t" r="r" b="b"/>
                <a:pathLst>
                  <a:path w="14687" h="13966" extrusionOk="0">
                    <a:moveTo>
                      <a:pt x="0" y="0"/>
                    </a:moveTo>
                    <a:lnTo>
                      <a:pt x="0" y="13965"/>
                    </a:lnTo>
                    <a:lnTo>
                      <a:pt x="14686" y="13965"/>
                    </a:lnTo>
                    <a:lnTo>
                      <a:pt x="1468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7"/>
              <p:cNvSpPr/>
              <p:nvPr/>
            </p:nvSpPr>
            <p:spPr>
              <a:xfrm>
                <a:off x="7667868" y="467440"/>
                <a:ext cx="1025248" cy="781368"/>
              </a:xfrm>
              <a:custGeom>
                <a:avLst/>
                <a:gdLst/>
                <a:ahLst/>
                <a:cxnLst/>
                <a:rect l="l" t="t" r="r" b="b"/>
                <a:pathLst>
                  <a:path w="18308" h="13953" extrusionOk="0">
                    <a:moveTo>
                      <a:pt x="1051" y="0"/>
                    </a:moveTo>
                    <a:cubicBezTo>
                      <a:pt x="443" y="0"/>
                      <a:pt x="1" y="495"/>
                      <a:pt x="70" y="1099"/>
                    </a:cubicBezTo>
                    <a:lnTo>
                      <a:pt x="1401" y="12852"/>
                    </a:lnTo>
                    <a:cubicBezTo>
                      <a:pt x="1470" y="13458"/>
                      <a:pt x="2024" y="13953"/>
                      <a:pt x="2632" y="13953"/>
                    </a:cubicBezTo>
                    <a:lnTo>
                      <a:pt x="15688" y="13953"/>
                    </a:lnTo>
                    <a:cubicBezTo>
                      <a:pt x="16296" y="13953"/>
                      <a:pt x="16860" y="13459"/>
                      <a:pt x="16942" y="12856"/>
                    </a:cubicBezTo>
                    <a:lnTo>
                      <a:pt x="18228" y="3289"/>
                    </a:lnTo>
                    <a:cubicBezTo>
                      <a:pt x="18308" y="2686"/>
                      <a:pt x="17877" y="2192"/>
                      <a:pt x="17268" y="2192"/>
                    </a:cubicBezTo>
                    <a:lnTo>
                      <a:pt x="10627" y="2192"/>
                    </a:lnTo>
                    <a:lnTo>
                      <a:pt x="10627" y="2195"/>
                    </a:lnTo>
                    <a:cubicBezTo>
                      <a:pt x="10019" y="2195"/>
                      <a:pt x="9520" y="1700"/>
                      <a:pt x="9520" y="1097"/>
                    </a:cubicBezTo>
                    <a:cubicBezTo>
                      <a:pt x="9520" y="493"/>
                      <a:pt x="9023" y="0"/>
                      <a:pt x="841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7"/>
              <p:cNvSpPr/>
              <p:nvPr/>
            </p:nvSpPr>
            <p:spPr>
              <a:xfrm>
                <a:off x="8513860" y="590304"/>
                <a:ext cx="179200" cy="658560"/>
              </a:xfrm>
              <a:custGeom>
                <a:avLst/>
                <a:gdLst/>
                <a:ahLst/>
                <a:cxnLst/>
                <a:rect l="l" t="t" r="r" b="b"/>
                <a:pathLst>
                  <a:path w="3200" h="11760" extrusionOk="0">
                    <a:moveTo>
                      <a:pt x="1580" y="1"/>
                    </a:moveTo>
                    <a:cubicBezTo>
                      <a:pt x="2189" y="1"/>
                      <a:pt x="2622" y="494"/>
                      <a:pt x="2540" y="1098"/>
                    </a:cubicBezTo>
                    <a:lnTo>
                      <a:pt x="1253" y="10663"/>
                    </a:lnTo>
                    <a:cubicBezTo>
                      <a:pt x="1173" y="11265"/>
                      <a:pt x="609" y="11760"/>
                      <a:pt x="0" y="11760"/>
                    </a:cubicBezTo>
                    <a:lnTo>
                      <a:pt x="580" y="11760"/>
                    </a:lnTo>
                    <a:cubicBezTo>
                      <a:pt x="1188" y="11760"/>
                      <a:pt x="1752" y="11267"/>
                      <a:pt x="1834" y="10663"/>
                    </a:cubicBezTo>
                    <a:lnTo>
                      <a:pt x="3120" y="1098"/>
                    </a:lnTo>
                    <a:cubicBezTo>
                      <a:pt x="3200" y="494"/>
                      <a:pt x="2769"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7"/>
              <p:cNvSpPr/>
              <p:nvPr/>
            </p:nvSpPr>
            <p:spPr>
              <a:xfrm>
                <a:off x="8106684" y="467496"/>
                <a:ext cx="156464" cy="122976"/>
              </a:xfrm>
              <a:custGeom>
                <a:avLst/>
                <a:gdLst/>
                <a:ahLst/>
                <a:cxnLst/>
                <a:rect l="l" t="t" r="r" b="b"/>
                <a:pathLst>
                  <a:path w="2794" h="2196" extrusionOk="0">
                    <a:moveTo>
                      <a:pt x="3" y="0"/>
                    </a:moveTo>
                    <a:cubicBezTo>
                      <a:pt x="2" y="0"/>
                      <a:pt x="1" y="0"/>
                      <a:pt x="1" y="0"/>
                    </a:cubicBezTo>
                    <a:lnTo>
                      <a:pt x="5" y="0"/>
                    </a:lnTo>
                    <a:cubicBezTo>
                      <a:pt x="5" y="0"/>
                      <a:pt x="4" y="0"/>
                      <a:pt x="3" y="0"/>
                    </a:cubicBezTo>
                    <a:close/>
                    <a:moveTo>
                      <a:pt x="5" y="0"/>
                    </a:moveTo>
                    <a:lnTo>
                      <a:pt x="5" y="0"/>
                    </a:lnTo>
                    <a:cubicBezTo>
                      <a:pt x="609" y="2"/>
                      <a:pt x="1106" y="495"/>
                      <a:pt x="1106" y="1098"/>
                    </a:cubicBezTo>
                    <a:cubicBezTo>
                      <a:pt x="1106" y="1702"/>
                      <a:pt x="1605" y="2195"/>
                      <a:pt x="2213" y="2195"/>
                    </a:cubicBezTo>
                    <a:lnTo>
                      <a:pt x="2794" y="2195"/>
                    </a:lnTo>
                    <a:cubicBezTo>
                      <a:pt x="2185" y="2195"/>
                      <a:pt x="1687" y="1702"/>
                      <a:pt x="1687" y="1098"/>
                    </a:cubicBezTo>
                    <a:cubicBezTo>
                      <a:pt x="1687" y="494"/>
                      <a:pt x="1188" y="0"/>
                      <a:pt x="58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7"/>
              <p:cNvSpPr/>
              <p:nvPr/>
            </p:nvSpPr>
            <p:spPr>
              <a:xfrm>
                <a:off x="7370564" y="228600"/>
                <a:ext cx="667296" cy="579544"/>
              </a:xfrm>
              <a:custGeom>
                <a:avLst/>
                <a:gdLst/>
                <a:ahLst/>
                <a:cxnLst/>
                <a:rect l="l" t="t" r="r" b="b"/>
                <a:pathLst>
                  <a:path w="11916" h="10349" extrusionOk="0">
                    <a:moveTo>
                      <a:pt x="5958" y="0"/>
                    </a:moveTo>
                    <a:cubicBezTo>
                      <a:pt x="5535" y="337"/>
                      <a:pt x="3949" y="1480"/>
                      <a:pt x="1957" y="1514"/>
                    </a:cubicBezTo>
                    <a:cubicBezTo>
                      <a:pt x="1957" y="1514"/>
                      <a:pt x="0" y="8160"/>
                      <a:pt x="5958" y="10348"/>
                    </a:cubicBezTo>
                    <a:cubicBezTo>
                      <a:pt x="11916" y="8160"/>
                      <a:pt x="9958" y="1514"/>
                      <a:pt x="9958" y="1514"/>
                    </a:cubicBezTo>
                    <a:cubicBezTo>
                      <a:pt x="7966" y="1482"/>
                      <a:pt x="6381" y="337"/>
                      <a:pt x="59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7"/>
              <p:cNvSpPr/>
              <p:nvPr/>
            </p:nvSpPr>
            <p:spPr>
              <a:xfrm>
                <a:off x="7581740" y="405056"/>
                <a:ext cx="258888" cy="203112"/>
              </a:xfrm>
              <a:custGeom>
                <a:avLst/>
                <a:gdLst/>
                <a:ahLst/>
                <a:cxnLst/>
                <a:rect l="l" t="t" r="r" b="b"/>
                <a:pathLst>
                  <a:path w="4623" h="3627" extrusionOk="0">
                    <a:moveTo>
                      <a:pt x="4111" y="1"/>
                    </a:moveTo>
                    <a:lnTo>
                      <a:pt x="1740" y="2717"/>
                    </a:lnTo>
                    <a:lnTo>
                      <a:pt x="395" y="1759"/>
                    </a:lnTo>
                    <a:lnTo>
                      <a:pt x="0" y="2310"/>
                    </a:lnTo>
                    <a:lnTo>
                      <a:pt x="1845" y="3627"/>
                    </a:lnTo>
                    <a:lnTo>
                      <a:pt x="4623" y="448"/>
                    </a:lnTo>
                    <a:lnTo>
                      <a:pt x="411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7"/>
              <p:cNvSpPr/>
              <p:nvPr/>
            </p:nvSpPr>
            <p:spPr>
              <a:xfrm>
                <a:off x="7615844" y="308512"/>
                <a:ext cx="422016" cy="499632"/>
              </a:xfrm>
              <a:custGeom>
                <a:avLst/>
                <a:gdLst/>
                <a:ahLst/>
                <a:cxnLst/>
                <a:rect l="l" t="t" r="r" b="b"/>
                <a:pathLst>
                  <a:path w="7536" h="8922" extrusionOk="0">
                    <a:moveTo>
                      <a:pt x="4694" y="0"/>
                    </a:moveTo>
                    <a:cubicBezTo>
                      <a:pt x="4798" y="2523"/>
                      <a:pt x="4170" y="6286"/>
                      <a:pt x="1" y="8130"/>
                    </a:cubicBezTo>
                    <a:cubicBezTo>
                      <a:pt x="453" y="8431"/>
                      <a:pt x="973" y="8700"/>
                      <a:pt x="1577" y="8921"/>
                    </a:cubicBezTo>
                    <a:cubicBezTo>
                      <a:pt x="7536" y="6733"/>
                      <a:pt x="5578" y="87"/>
                      <a:pt x="5578" y="87"/>
                    </a:cubicBezTo>
                    <a:cubicBezTo>
                      <a:pt x="5274" y="82"/>
                      <a:pt x="4977" y="50"/>
                      <a:pt x="46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7"/>
              <p:cNvSpPr/>
              <p:nvPr/>
            </p:nvSpPr>
            <p:spPr>
              <a:xfrm>
                <a:off x="7456852" y="1020832"/>
                <a:ext cx="632912" cy="135800"/>
              </a:xfrm>
              <a:custGeom>
                <a:avLst/>
                <a:gdLst/>
                <a:ahLst/>
                <a:cxnLst/>
                <a:rect l="l" t="t" r="r" b="b"/>
                <a:pathLst>
                  <a:path w="11302" h="2425" extrusionOk="0">
                    <a:moveTo>
                      <a:pt x="1632" y="0"/>
                    </a:moveTo>
                    <a:cubicBezTo>
                      <a:pt x="736" y="0"/>
                      <a:pt x="0" y="545"/>
                      <a:pt x="0" y="1212"/>
                    </a:cubicBezTo>
                    <a:cubicBezTo>
                      <a:pt x="0" y="1878"/>
                      <a:pt x="734" y="2424"/>
                      <a:pt x="1632" y="2424"/>
                    </a:cubicBezTo>
                    <a:lnTo>
                      <a:pt x="9671" y="2424"/>
                    </a:lnTo>
                    <a:cubicBezTo>
                      <a:pt x="10569" y="2424"/>
                      <a:pt x="11302" y="1878"/>
                      <a:pt x="11302" y="1212"/>
                    </a:cubicBezTo>
                    <a:cubicBezTo>
                      <a:pt x="11302" y="545"/>
                      <a:pt x="10569" y="0"/>
                      <a:pt x="96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47"/>
              <p:cNvSpPr/>
              <p:nvPr/>
            </p:nvSpPr>
            <p:spPr>
              <a:xfrm>
                <a:off x="7520357" y="1057176"/>
                <a:ext cx="68824" cy="70784"/>
              </a:xfrm>
              <a:custGeom>
                <a:avLst/>
                <a:gdLst/>
                <a:ahLst/>
                <a:cxnLst/>
                <a:rect l="l" t="t" r="r" b="b"/>
                <a:pathLst>
                  <a:path w="1229" h="1264" extrusionOk="0">
                    <a:moveTo>
                      <a:pt x="513" y="1"/>
                    </a:moveTo>
                    <a:lnTo>
                      <a:pt x="516" y="457"/>
                    </a:lnTo>
                    <a:lnTo>
                      <a:pt x="106" y="217"/>
                    </a:lnTo>
                    <a:lnTo>
                      <a:pt x="0" y="406"/>
                    </a:lnTo>
                    <a:lnTo>
                      <a:pt x="405" y="630"/>
                    </a:lnTo>
                    <a:lnTo>
                      <a:pt x="0" y="857"/>
                    </a:lnTo>
                    <a:lnTo>
                      <a:pt x="106" y="1044"/>
                    </a:lnTo>
                    <a:lnTo>
                      <a:pt x="516" y="803"/>
                    </a:lnTo>
                    <a:lnTo>
                      <a:pt x="513" y="1264"/>
                    </a:lnTo>
                    <a:lnTo>
                      <a:pt x="716" y="1264"/>
                    </a:lnTo>
                    <a:lnTo>
                      <a:pt x="712" y="803"/>
                    </a:lnTo>
                    <a:lnTo>
                      <a:pt x="1122" y="1044"/>
                    </a:lnTo>
                    <a:lnTo>
                      <a:pt x="1229" y="857"/>
                    </a:lnTo>
                    <a:lnTo>
                      <a:pt x="825" y="630"/>
                    </a:lnTo>
                    <a:lnTo>
                      <a:pt x="1229" y="406"/>
                    </a:lnTo>
                    <a:lnTo>
                      <a:pt x="1122" y="217"/>
                    </a:lnTo>
                    <a:lnTo>
                      <a:pt x="712" y="457"/>
                    </a:lnTo>
                    <a:lnTo>
                      <a:pt x="7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47"/>
              <p:cNvSpPr/>
              <p:nvPr/>
            </p:nvSpPr>
            <p:spPr>
              <a:xfrm>
                <a:off x="7633421" y="1057176"/>
                <a:ext cx="68768" cy="70784"/>
              </a:xfrm>
              <a:custGeom>
                <a:avLst/>
                <a:gdLst/>
                <a:ahLst/>
                <a:cxnLst/>
                <a:rect l="l" t="t" r="r" b="b"/>
                <a:pathLst>
                  <a:path w="1228" h="1264" extrusionOk="0">
                    <a:moveTo>
                      <a:pt x="513" y="1"/>
                    </a:moveTo>
                    <a:lnTo>
                      <a:pt x="517" y="457"/>
                    </a:lnTo>
                    <a:lnTo>
                      <a:pt x="107" y="217"/>
                    </a:lnTo>
                    <a:lnTo>
                      <a:pt x="0" y="406"/>
                    </a:lnTo>
                    <a:lnTo>
                      <a:pt x="406" y="630"/>
                    </a:lnTo>
                    <a:lnTo>
                      <a:pt x="0" y="857"/>
                    </a:lnTo>
                    <a:lnTo>
                      <a:pt x="107" y="1044"/>
                    </a:lnTo>
                    <a:lnTo>
                      <a:pt x="517" y="803"/>
                    </a:lnTo>
                    <a:lnTo>
                      <a:pt x="513" y="1264"/>
                    </a:lnTo>
                    <a:lnTo>
                      <a:pt x="716" y="1264"/>
                    </a:lnTo>
                    <a:lnTo>
                      <a:pt x="714" y="803"/>
                    </a:lnTo>
                    <a:lnTo>
                      <a:pt x="714" y="803"/>
                    </a:lnTo>
                    <a:lnTo>
                      <a:pt x="1121" y="1044"/>
                    </a:lnTo>
                    <a:lnTo>
                      <a:pt x="1228" y="857"/>
                    </a:lnTo>
                    <a:lnTo>
                      <a:pt x="824" y="630"/>
                    </a:lnTo>
                    <a:lnTo>
                      <a:pt x="1228" y="406"/>
                    </a:lnTo>
                    <a:lnTo>
                      <a:pt x="1121" y="217"/>
                    </a:lnTo>
                    <a:lnTo>
                      <a:pt x="714" y="457"/>
                    </a:lnTo>
                    <a:lnTo>
                      <a:pt x="7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47"/>
              <p:cNvSpPr/>
              <p:nvPr/>
            </p:nvSpPr>
            <p:spPr>
              <a:xfrm>
                <a:off x="7746597" y="1057176"/>
                <a:ext cx="68656" cy="70784"/>
              </a:xfrm>
              <a:custGeom>
                <a:avLst/>
                <a:gdLst/>
                <a:ahLst/>
                <a:cxnLst/>
                <a:rect l="l" t="t" r="r" b="b"/>
                <a:pathLst>
                  <a:path w="1226" h="1264" extrusionOk="0">
                    <a:moveTo>
                      <a:pt x="513" y="1"/>
                    </a:moveTo>
                    <a:lnTo>
                      <a:pt x="516" y="457"/>
                    </a:lnTo>
                    <a:lnTo>
                      <a:pt x="106" y="217"/>
                    </a:lnTo>
                    <a:lnTo>
                      <a:pt x="1" y="406"/>
                    </a:lnTo>
                    <a:lnTo>
                      <a:pt x="407" y="630"/>
                    </a:lnTo>
                    <a:lnTo>
                      <a:pt x="1" y="857"/>
                    </a:lnTo>
                    <a:lnTo>
                      <a:pt x="106" y="1044"/>
                    </a:lnTo>
                    <a:lnTo>
                      <a:pt x="516" y="803"/>
                    </a:lnTo>
                    <a:lnTo>
                      <a:pt x="513" y="1264"/>
                    </a:lnTo>
                    <a:lnTo>
                      <a:pt x="715" y="1264"/>
                    </a:lnTo>
                    <a:lnTo>
                      <a:pt x="712" y="803"/>
                    </a:lnTo>
                    <a:lnTo>
                      <a:pt x="712" y="803"/>
                    </a:lnTo>
                    <a:lnTo>
                      <a:pt x="1121" y="1044"/>
                    </a:lnTo>
                    <a:lnTo>
                      <a:pt x="1226" y="857"/>
                    </a:lnTo>
                    <a:lnTo>
                      <a:pt x="822" y="630"/>
                    </a:lnTo>
                    <a:lnTo>
                      <a:pt x="1226" y="406"/>
                    </a:lnTo>
                    <a:lnTo>
                      <a:pt x="1121" y="217"/>
                    </a:lnTo>
                    <a:lnTo>
                      <a:pt x="712" y="457"/>
                    </a:lnTo>
                    <a:lnTo>
                      <a:pt x="71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47"/>
              <p:cNvSpPr/>
              <p:nvPr/>
            </p:nvSpPr>
            <p:spPr>
              <a:xfrm>
                <a:off x="7859436" y="1057176"/>
                <a:ext cx="68824" cy="70784"/>
              </a:xfrm>
              <a:custGeom>
                <a:avLst/>
                <a:gdLst/>
                <a:ahLst/>
                <a:cxnLst/>
                <a:rect l="l" t="t" r="r" b="b"/>
                <a:pathLst>
                  <a:path w="1229" h="1264" extrusionOk="0">
                    <a:moveTo>
                      <a:pt x="512" y="1"/>
                    </a:moveTo>
                    <a:lnTo>
                      <a:pt x="516" y="457"/>
                    </a:lnTo>
                    <a:lnTo>
                      <a:pt x="516" y="457"/>
                    </a:lnTo>
                    <a:lnTo>
                      <a:pt x="106" y="217"/>
                    </a:lnTo>
                    <a:lnTo>
                      <a:pt x="0" y="406"/>
                    </a:lnTo>
                    <a:lnTo>
                      <a:pt x="407" y="630"/>
                    </a:lnTo>
                    <a:lnTo>
                      <a:pt x="0" y="857"/>
                    </a:lnTo>
                    <a:lnTo>
                      <a:pt x="106" y="1044"/>
                    </a:lnTo>
                    <a:lnTo>
                      <a:pt x="516" y="803"/>
                    </a:lnTo>
                    <a:lnTo>
                      <a:pt x="512" y="1264"/>
                    </a:lnTo>
                    <a:lnTo>
                      <a:pt x="716" y="1264"/>
                    </a:lnTo>
                    <a:lnTo>
                      <a:pt x="714" y="803"/>
                    </a:lnTo>
                    <a:lnTo>
                      <a:pt x="1124" y="1044"/>
                    </a:lnTo>
                    <a:lnTo>
                      <a:pt x="1229" y="857"/>
                    </a:lnTo>
                    <a:lnTo>
                      <a:pt x="825" y="630"/>
                    </a:lnTo>
                    <a:lnTo>
                      <a:pt x="1229" y="406"/>
                    </a:lnTo>
                    <a:lnTo>
                      <a:pt x="1124" y="217"/>
                    </a:lnTo>
                    <a:lnTo>
                      <a:pt x="714" y="457"/>
                    </a:lnTo>
                    <a:lnTo>
                      <a:pt x="7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47"/>
              <p:cNvSpPr/>
              <p:nvPr/>
            </p:nvSpPr>
            <p:spPr>
              <a:xfrm>
                <a:off x="7972501" y="1057176"/>
                <a:ext cx="68824" cy="70784"/>
              </a:xfrm>
              <a:custGeom>
                <a:avLst/>
                <a:gdLst/>
                <a:ahLst/>
                <a:cxnLst/>
                <a:rect l="l" t="t" r="r" b="b"/>
                <a:pathLst>
                  <a:path w="1229" h="1264" extrusionOk="0">
                    <a:moveTo>
                      <a:pt x="513" y="1"/>
                    </a:moveTo>
                    <a:lnTo>
                      <a:pt x="517" y="457"/>
                    </a:lnTo>
                    <a:lnTo>
                      <a:pt x="517" y="457"/>
                    </a:lnTo>
                    <a:lnTo>
                      <a:pt x="107" y="217"/>
                    </a:lnTo>
                    <a:lnTo>
                      <a:pt x="0" y="406"/>
                    </a:lnTo>
                    <a:lnTo>
                      <a:pt x="406" y="630"/>
                    </a:lnTo>
                    <a:lnTo>
                      <a:pt x="0" y="857"/>
                    </a:lnTo>
                    <a:lnTo>
                      <a:pt x="107" y="1044"/>
                    </a:lnTo>
                    <a:lnTo>
                      <a:pt x="517" y="803"/>
                    </a:lnTo>
                    <a:lnTo>
                      <a:pt x="513" y="1264"/>
                    </a:lnTo>
                    <a:lnTo>
                      <a:pt x="716" y="1264"/>
                    </a:lnTo>
                    <a:lnTo>
                      <a:pt x="714" y="803"/>
                    </a:lnTo>
                    <a:lnTo>
                      <a:pt x="1124" y="1044"/>
                    </a:lnTo>
                    <a:lnTo>
                      <a:pt x="1229" y="857"/>
                    </a:lnTo>
                    <a:lnTo>
                      <a:pt x="825" y="630"/>
                    </a:lnTo>
                    <a:lnTo>
                      <a:pt x="1229" y="406"/>
                    </a:lnTo>
                    <a:lnTo>
                      <a:pt x="1124" y="217"/>
                    </a:lnTo>
                    <a:lnTo>
                      <a:pt x="714" y="457"/>
                    </a:lnTo>
                    <a:lnTo>
                      <a:pt x="7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3" name="Google Shape;1053;p47"/>
            <p:cNvSpPr/>
            <p:nvPr/>
          </p:nvSpPr>
          <p:spPr>
            <a:xfrm flipH="1">
              <a:off x="7133528" y="228600"/>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7"/>
            <p:cNvSpPr/>
            <p:nvPr/>
          </p:nvSpPr>
          <p:spPr>
            <a:xfrm flipH="1">
              <a:off x="8497777" y="1436248"/>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47"/>
            <p:cNvSpPr/>
            <p:nvPr/>
          </p:nvSpPr>
          <p:spPr>
            <a:xfrm flipH="1">
              <a:off x="8879600" y="1248875"/>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p48"/>
          <p:cNvSpPr txBox="1">
            <a:spLocks noGrp="1"/>
          </p:cNvSpPr>
          <p:nvPr>
            <p:ph type="title"/>
          </p:nvPr>
        </p:nvSpPr>
        <p:spPr>
          <a:xfrm>
            <a:off x="720000" y="1255650"/>
            <a:ext cx="3924000" cy="18009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A PICTURE REINFORCES THE CONCEPT</a:t>
            </a:r>
            <a:endParaRPr/>
          </a:p>
        </p:txBody>
      </p:sp>
      <p:sp>
        <p:nvSpPr>
          <p:cNvPr id="1061" name="Google Shape;1061;p48"/>
          <p:cNvSpPr txBox="1">
            <a:spLocks noGrp="1"/>
          </p:cNvSpPr>
          <p:nvPr>
            <p:ph type="subTitle" idx="1"/>
          </p:nvPr>
        </p:nvSpPr>
        <p:spPr>
          <a:xfrm>
            <a:off x="720000" y="3056550"/>
            <a:ext cx="3924000" cy="8313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Images reveal large amounts of data, so remember: use an image instead of a long text. Your audience will appreciate it</a:t>
            </a:r>
            <a:endParaRPr/>
          </a:p>
        </p:txBody>
      </p:sp>
      <p:pic>
        <p:nvPicPr>
          <p:cNvPr id="1062" name="Google Shape;1062;p48"/>
          <p:cNvPicPr preferRelativeResize="0">
            <a:picLocks noGrp="1"/>
          </p:cNvPicPr>
          <p:nvPr>
            <p:ph type="pic" idx="2"/>
          </p:nvPr>
        </p:nvPicPr>
        <p:blipFill rotWithShape="1">
          <a:blip r:embed="rId3">
            <a:alphaModFix/>
          </a:blip>
          <a:srcRect t="16627" b="16627"/>
          <a:stretch/>
        </p:blipFill>
        <p:spPr>
          <a:xfrm>
            <a:off x="4824000" y="771750"/>
            <a:ext cx="3600000" cy="3600000"/>
          </a:xfrm>
          <a:prstGeom prst="ellipse">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p49"/>
          <p:cNvSpPr/>
          <p:nvPr/>
        </p:nvSpPr>
        <p:spPr>
          <a:xfrm>
            <a:off x="4947000" y="1582950"/>
            <a:ext cx="504000" cy="503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endParaRPr>
          </a:p>
        </p:txBody>
      </p:sp>
      <p:sp>
        <p:nvSpPr>
          <p:cNvPr id="1068" name="Google Shape;1068;p49"/>
          <p:cNvSpPr txBox="1">
            <a:spLocks noGrp="1"/>
          </p:cNvSpPr>
          <p:nvPr>
            <p:ph type="title"/>
          </p:nvPr>
        </p:nvSpPr>
        <p:spPr>
          <a:xfrm>
            <a:off x="720000" y="540000"/>
            <a:ext cx="7704000" cy="676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STATISTICS</a:t>
            </a:r>
            <a:endParaRPr/>
          </a:p>
        </p:txBody>
      </p:sp>
      <p:sp>
        <p:nvSpPr>
          <p:cNvPr id="1069" name="Google Shape;1069;p49"/>
          <p:cNvSpPr/>
          <p:nvPr/>
        </p:nvSpPr>
        <p:spPr>
          <a:xfrm>
            <a:off x="4947000" y="3034950"/>
            <a:ext cx="504000" cy="503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endParaRPr>
          </a:p>
        </p:txBody>
      </p:sp>
      <p:sp>
        <p:nvSpPr>
          <p:cNvPr id="1070" name="Google Shape;1070;p49"/>
          <p:cNvSpPr txBox="1"/>
          <p:nvPr/>
        </p:nvSpPr>
        <p:spPr>
          <a:xfrm>
            <a:off x="5526000" y="1557600"/>
            <a:ext cx="2246400" cy="554100"/>
          </a:xfrm>
          <a:prstGeom prst="rect">
            <a:avLst/>
          </a:prstGeom>
          <a:noFill/>
          <a:ln>
            <a:noFill/>
          </a:ln>
        </p:spPr>
        <p:txBody>
          <a:bodyPr spcFirstLastPara="1" wrap="square" lIns="90000" tIns="91425" rIns="90000" bIns="91425" anchor="ctr" anchorCtr="0">
            <a:noAutofit/>
          </a:bodyPr>
          <a:lstStyle/>
          <a:p>
            <a:pPr marL="0" lvl="0" indent="0" algn="l" rtl="0">
              <a:spcBef>
                <a:spcPts val="0"/>
              </a:spcBef>
              <a:spcAft>
                <a:spcPts val="0"/>
              </a:spcAft>
              <a:buNone/>
            </a:pPr>
            <a:r>
              <a:rPr lang="en" sz="2400">
                <a:solidFill>
                  <a:schemeClr val="lt1"/>
                </a:solidFill>
                <a:latin typeface="Montserrat Black"/>
                <a:ea typeface="Montserrat Black"/>
                <a:cs typeface="Montserrat Black"/>
                <a:sym typeface="Montserrat Black"/>
              </a:rPr>
              <a:t>VENUS</a:t>
            </a:r>
            <a:endParaRPr sz="2400">
              <a:solidFill>
                <a:schemeClr val="lt1"/>
              </a:solidFill>
              <a:latin typeface="Montserrat Black"/>
              <a:ea typeface="Montserrat Black"/>
              <a:cs typeface="Montserrat Black"/>
              <a:sym typeface="Montserrat Black"/>
            </a:endParaRPr>
          </a:p>
        </p:txBody>
      </p:sp>
      <p:sp>
        <p:nvSpPr>
          <p:cNvPr id="1071" name="Google Shape;1071;p49"/>
          <p:cNvSpPr txBox="1"/>
          <p:nvPr/>
        </p:nvSpPr>
        <p:spPr>
          <a:xfrm>
            <a:off x="5526000" y="2035489"/>
            <a:ext cx="2246400" cy="504000"/>
          </a:xfrm>
          <a:prstGeom prst="rect">
            <a:avLst/>
          </a:prstGeom>
          <a:noFill/>
          <a:ln>
            <a:noFill/>
          </a:ln>
        </p:spPr>
        <p:txBody>
          <a:bodyPr spcFirstLastPara="1" wrap="square" lIns="90000" tIns="91425" rIns="90000" bIns="91425" anchor="t" anchorCtr="0">
            <a:noAutofit/>
          </a:bodyPr>
          <a:lstStyle/>
          <a:p>
            <a:pPr marL="0" lvl="0" indent="0" algn="l" rtl="0">
              <a:spcBef>
                <a:spcPts val="0"/>
              </a:spcBef>
              <a:spcAft>
                <a:spcPts val="0"/>
              </a:spcAft>
              <a:buNone/>
            </a:pPr>
            <a:r>
              <a:rPr lang="en">
                <a:solidFill>
                  <a:schemeClr val="dk1"/>
                </a:solidFill>
                <a:latin typeface="Montserrat Medium"/>
                <a:ea typeface="Montserrat Medium"/>
                <a:cs typeface="Montserrat Medium"/>
                <a:sym typeface="Montserrat Medium"/>
              </a:rPr>
              <a:t>Venus is the second planet from the Sun</a:t>
            </a:r>
            <a:endParaRPr>
              <a:solidFill>
                <a:schemeClr val="dk1"/>
              </a:solidFill>
              <a:latin typeface="Montserrat Medium"/>
              <a:ea typeface="Montserrat Medium"/>
              <a:cs typeface="Montserrat Medium"/>
              <a:sym typeface="Montserrat Medium"/>
            </a:endParaRPr>
          </a:p>
        </p:txBody>
      </p:sp>
      <p:sp>
        <p:nvSpPr>
          <p:cNvPr id="1072" name="Google Shape;1072;p49"/>
          <p:cNvSpPr txBox="1"/>
          <p:nvPr/>
        </p:nvSpPr>
        <p:spPr>
          <a:xfrm>
            <a:off x="5526000" y="3009600"/>
            <a:ext cx="2246400" cy="554100"/>
          </a:xfrm>
          <a:prstGeom prst="rect">
            <a:avLst/>
          </a:prstGeom>
          <a:noFill/>
          <a:ln>
            <a:noFill/>
          </a:ln>
        </p:spPr>
        <p:txBody>
          <a:bodyPr spcFirstLastPara="1" wrap="square" lIns="90000" tIns="91425" rIns="90000" bIns="91425" anchor="ctr" anchorCtr="0">
            <a:noAutofit/>
          </a:bodyPr>
          <a:lstStyle/>
          <a:p>
            <a:pPr marL="0" lvl="0" indent="0" algn="l" rtl="0">
              <a:spcBef>
                <a:spcPts val="0"/>
              </a:spcBef>
              <a:spcAft>
                <a:spcPts val="0"/>
              </a:spcAft>
              <a:buNone/>
            </a:pPr>
            <a:r>
              <a:rPr lang="en" sz="2400">
                <a:solidFill>
                  <a:schemeClr val="lt1"/>
                </a:solidFill>
                <a:latin typeface="Montserrat Black"/>
                <a:ea typeface="Montserrat Black"/>
                <a:cs typeface="Montserrat Black"/>
                <a:sym typeface="Montserrat Black"/>
              </a:rPr>
              <a:t>MARS</a:t>
            </a:r>
            <a:endParaRPr sz="2400">
              <a:solidFill>
                <a:schemeClr val="lt1"/>
              </a:solidFill>
              <a:latin typeface="Montserrat Black"/>
              <a:ea typeface="Montserrat Black"/>
              <a:cs typeface="Montserrat Black"/>
              <a:sym typeface="Montserrat Black"/>
            </a:endParaRPr>
          </a:p>
        </p:txBody>
      </p:sp>
      <p:sp>
        <p:nvSpPr>
          <p:cNvPr id="1073" name="Google Shape;1073;p49"/>
          <p:cNvSpPr txBox="1"/>
          <p:nvPr/>
        </p:nvSpPr>
        <p:spPr>
          <a:xfrm>
            <a:off x="5526000" y="3487488"/>
            <a:ext cx="2246400" cy="504000"/>
          </a:xfrm>
          <a:prstGeom prst="rect">
            <a:avLst/>
          </a:prstGeom>
          <a:noFill/>
          <a:ln>
            <a:noFill/>
          </a:ln>
        </p:spPr>
        <p:txBody>
          <a:bodyPr spcFirstLastPara="1" wrap="square" lIns="90000" tIns="91425" rIns="90000" bIns="91425" anchor="t" anchorCtr="0">
            <a:noAutofit/>
          </a:bodyPr>
          <a:lstStyle/>
          <a:p>
            <a:pPr marL="0" lvl="0" indent="0" algn="l" rtl="0">
              <a:spcBef>
                <a:spcPts val="0"/>
              </a:spcBef>
              <a:spcAft>
                <a:spcPts val="0"/>
              </a:spcAft>
              <a:buNone/>
            </a:pPr>
            <a:r>
              <a:rPr lang="en">
                <a:solidFill>
                  <a:schemeClr val="dk1"/>
                </a:solidFill>
                <a:latin typeface="Montserrat Medium"/>
                <a:ea typeface="Montserrat Medium"/>
                <a:cs typeface="Montserrat Medium"/>
                <a:sym typeface="Montserrat Medium"/>
              </a:rPr>
              <a:t>Despite being red, Mars is a cold place</a:t>
            </a:r>
            <a:endParaRPr>
              <a:solidFill>
                <a:schemeClr val="dk1"/>
              </a:solidFill>
              <a:latin typeface="Montserrat Medium"/>
              <a:ea typeface="Montserrat Medium"/>
              <a:cs typeface="Montserrat Medium"/>
              <a:sym typeface="Montserrat Medium"/>
            </a:endParaRPr>
          </a:p>
        </p:txBody>
      </p:sp>
      <p:sp>
        <p:nvSpPr>
          <p:cNvPr id="1074" name="Google Shape;1074;p49"/>
          <p:cNvSpPr txBox="1"/>
          <p:nvPr/>
        </p:nvSpPr>
        <p:spPr>
          <a:xfrm>
            <a:off x="720000" y="4345200"/>
            <a:ext cx="7704000" cy="258300"/>
          </a:xfrm>
          <a:prstGeom prst="rect">
            <a:avLst/>
          </a:prstGeom>
          <a:noFill/>
          <a:ln>
            <a:noFill/>
          </a:ln>
        </p:spPr>
        <p:txBody>
          <a:bodyPr spcFirstLastPara="1" wrap="square" lIns="90000" tIns="91425" rIns="90000" bIns="91425" anchor="t" anchorCtr="0">
            <a:noAutofit/>
          </a:bodyPr>
          <a:lstStyle/>
          <a:p>
            <a:pPr marL="0" lvl="0" indent="0" algn="ctr" rtl="0">
              <a:spcBef>
                <a:spcPts val="0"/>
              </a:spcBef>
              <a:spcAft>
                <a:spcPts val="0"/>
              </a:spcAft>
              <a:buNone/>
            </a:pPr>
            <a:r>
              <a:rPr lang="en" sz="1100">
                <a:solidFill>
                  <a:schemeClr val="lt1"/>
                </a:solidFill>
                <a:latin typeface="Montserrat Medium"/>
                <a:ea typeface="Montserrat Medium"/>
                <a:cs typeface="Montserrat Medium"/>
                <a:sym typeface="Montserrat Medium"/>
              </a:rPr>
              <a:t>Follow the link in the graph to modify its data and then paste the new one here. </a:t>
            </a:r>
            <a:r>
              <a:rPr lang="en" sz="1100" b="1">
                <a:solidFill>
                  <a:schemeClr val="lt1"/>
                </a:solidFill>
                <a:uFill>
                  <a:noFill/>
                </a:uFill>
                <a:latin typeface="Montserrat"/>
                <a:ea typeface="Montserrat"/>
                <a:cs typeface="Montserrat"/>
                <a:sym typeface="Montserrat"/>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100">
              <a:solidFill>
                <a:schemeClr val="lt1"/>
              </a:solidFill>
              <a:latin typeface="Montserrat Medium"/>
              <a:ea typeface="Montserrat Medium"/>
              <a:cs typeface="Montserrat Medium"/>
              <a:sym typeface="Montserrat Medium"/>
            </a:endParaRPr>
          </a:p>
        </p:txBody>
      </p:sp>
      <p:grpSp>
        <p:nvGrpSpPr>
          <p:cNvPr id="1075" name="Google Shape;1075;p49"/>
          <p:cNvGrpSpPr/>
          <p:nvPr/>
        </p:nvGrpSpPr>
        <p:grpSpPr>
          <a:xfrm>
            <a:off x="7044200" y="76211"/>
            <a:ext cx="2023619" cy="1907631"/>
            <a:chOff x="7044200" y="76211"/>
            <a:chExt cx="2023619" cy="1907631"/>
          </a:xfrm>
        </p:grpSpPr>
        <p:sp>
          <p:nvSpPr>
            <p:cNvPr id="1076" name="Google Shape;1076;p49"/>
            <p:cNvSpPr/>
            <p:nvPr/>
          </p:nvSpPr>
          <p:spPr>
            <a:xfrm flipH="1">
              <a:off x="8374848"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7" name="Google Shape;1077;p49"/>
            <p:cNvGrpSpPr/>
            <p:nvPr/>
          </p:nvGrpSpPr>
          <p:grpSpPr>
            <a:xfrm>
              <a:off x="7418027" y="228595"/>
              <a:ext cx="1497384" cy="1264312"/>
              <a:chOff x="5949750" y="3656175"/>
              <a:chExt cx="668475" cy="564425"/>
            </a:xfrm>
          </p:grpSpPr>
          <p:sp>
            <p:nvSpPr>
              <p:cNvPr id="1078" name="Google Shape;1078;p49"/>
              <p:cNvSpPr/>
              <p:nvPr/>
            </p:nvSpPr>
            <p:spPr>
              <a:xfrm>
                <a:off x="5955325" y="3664675"/>
                <a:ext cx="640225" cy="555925"/>
              </a:xfrm>
              <a:custGeom>
                <a:avLst/>
                <a:gdLst/>
                <a:ahLst/>
                <a:cxnLst/>
                <a:rect l="l" t="t" r="r" b="b"/>
                <a:pathLst>
                  <a:path w="25609" h="22237" extrusionOk="0">
                    <a:moveTo>
                      <a:pt x="12805" y="0"/>
                    </a:moveTo>
                    <a:cubicBezTo>
                      <a:pt x="11896" y="720"/>
                      <a:pt x="8489" y="3183"/>
                      <a:pt x="4208" y="3253"/>
                    </a:cubicBezTo>
                    <a:cubicBezTo>
                      <a:pt x="4208" y="3253"/>
                      <a:pt x="0" y="17535"/>
                      <a:pt x="12805" y="22237"/>
                    </a:cubicBezTo>
                    <a:cubicBezTo>
                      <a:pt x="25609" y="17535"/>
                      <a:pt x="21401" y="3253"/>
                      <a:pt x="21401" y="3253"/>
                    </a:cubicBezTo>
                    <a:cubicBezTo>
                      <a:pt x="17118" y="3183"/>
                      <a:pt x="13713" y="723"/>
                      <a:pt x="128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49"/>
              <p:cNvSpPr/>
              <p:nvPr/>
            </p:nvSpPr>
            <p:spPr>
              <a:xfrm>
                <a:off x="5984325" y="3685325"/>
                <a:ext cx="582250" cy="513025"/>
              </a:xfrm>
              <a:custGeom>
                <a:avLst/>
                <a:gdLst/>
                <a:ahLst/>
                <a:cxnLst/>
                <a:rect l="l" t="t" r="r" b="b"/>
                <a:pathLst>
                  <a:path w="23290" h="20521" extrusionOk="0">
                    <a:moveTo>
                      <a:pt x="11643" y="764"/>
                    </a:moveTo>
                    <a:cubicBezTo>
                      <a:pt x="12681" y="1551"/>
                      <a:pt x="15527" y="3442"/>
                      <a:pt x="19072" y="3576"/>
                    </a:cubicBezTo>
                    <a:cubicBezTo>
                      <a:pt x="19480" y="5223"/>
                      <a:pt x="21749" y="16087"/>
                      <a:pt x="11643" y="19880"/>
                    </a:cubicBezTo>
                    <a:cubicBezTo>
                      <a:pt x="7095" y="18174"/>
                      <a:pt x="4468" y="14901"/>
                      <a:pt x="3834" y="10149"/>
                    </a:cubicBezTo>
                    <a:cubicBezTo>
                      <a:pt x="3426" y="7079"/>
                      <a:pt x="4024" y="4339"/>
                      <a:pt x="4215" y="3576"/>
                    </a:cubicBezTo>
                    <a:cubicBezTo>
                      <a:pt x="7761" y="3442"/>
                      <a:pt x="10608" y="1551"/>
                      <a:pt x="11643" y="764"/>
                    </a:cubicBezTo>
                    <a:close/>
                    <a:moveTo>
                      <a:pt x="11645" y="0"/>
                    </a:moveTo>
                    <a:lnTo>
                      <a:pt x="11459" y="149"/>
                    </a:lnTo>
                    <a:cubicBezTo>
                      <a:pt x="10641" y="797"/>
                      <a:pt x="7686" y="2922"/>
                      <a:pt x="3979" y="2982"/>
                    </a:cubicBezTo>
                    <a:lnTo>
                      <a:pt x="3759" y="2986"/>
                    </a:lnTo>
                    <a:lnTo>
                      <a:pt x="3696" y="3197"/>
                    </a:lnTo>
                    <a:cubicBezTo>
                      <a:pt x="3657" y="3326"/>
                      <a:pt x="1" y="16242"/>
                      <a:pt x="11542" y="20482"/>
                    </a:cubicBezTo>
                    <a:lnTo>
                      <a:pt x="11645" y="20520"/>
                    </a:lnTo>
                    <a:lnTo>
                      <a:pt x="11748" y="20482"/>
                    </a:lnTo>
                    <a:cubicBezTo>
                      <a:pt x="23289" y="16242"/>
                      <a:pt x="19633" y="3326"/>
                      <a:pt x="19594" y="3197"/>
                    </a:cubicBezTo>
                    <a:lnTo>
                      <a:pt x="19532" y="2986"/>
                    </a:lnTo>
                    <a:lnTo>
                      <a:pt x="19311" y="2982"/>
                    </a:lnTo>
                    <a:cubicBezTo>
                      <a:pt x="15605" y="2922"/>
                      <a:pt x="12650" y="797"/>
                      <a:pt x="11832" y="149"/>
                    </a:cubicBezTo>
                    <a:lnTo>
                      <a:pt x="116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49"/>
              <p:cNvSpPr/>
              <p:nvPr/>
            </p:nvSpPr>
            <p:spPr>
              <a:xfrm>
                <a:off x="6162875" y="3837925"/>
                <a:ext cx="235475" cy="184700"/>
              </a:xfrm>
              <a:custGeom>
                <a:avLst/>
                <a:gdLst/>
                <a:ahLst/>
                <a:cxnLst/>
                <a:rect l="l" t="t" r="r" b="b"/>
                <a:pathLst>
                  <a:path w="9419" h="7388" extrusionOk="0">
                    <a:moveTo>
                      <a:pt x="8378" y="0"/>
                    </a:moveTo>
                    <a:lnTo>
                      <a:pt x="3544" y="5535"/>
                    </a:lnTo>
                    <a:lnTo>
                      <a:pt x="802" y="3577"/>
                    </a:lnTo>
                    <a:lnTo>
                      <a:pt x="0" y="4703"/>
                    </a:lnTo>
                    <a:lnTo>
                      <a:pt x="3761" y="7387"/>
                    </a:lnTo>
                    <a:lnTo>
                      <a:pt x="9418" y="908"/>
                    </a:lnTo>
                    <a:lnTo>
                      <a:pt x="83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49"/>
              <p:cNvSpPr/>
              <p:nvPr/>
            </p:nvSpPr>
            <p:spPr>
              <a:xfrm>
                <a:off x="6360950" y="3678950"/>
                <a:ext cx="193650" cy="176475"/>
              </a:xfrm>
              <a:custGeom>
                <a:avLst/>
                <a:gdLst/>
                <a:ahLst/>
                <a:cxnLst/>
                <a:rect l="l" t="t" r="r" b="b"/>
                <a:pathLst>
                  <a:path w="7746" h="7059" extrusionOk="0">
                    <a:moveTo>
                      <a:pt x="3873" y="800"/>
                    </a:moveTo>
                    <a:cubicBezTo>
                      <a:pt x="4572" y="800"/>
                      <a:pt x="5270" y="1066"/>
                      <a:pt x="5803" y="1598"/>
                    </a:cubicBezTo>
                    <a:cubicBezTo>
                      <a:pt x="6868" y="2665"/>
                      <a:pt x="6868" y="4394"/>
                      <a:pt x="5803" y="5458"/>
                    </a:cubicBezTo>
                    <a:cubicBezTo>
                      <a:pt x="5270" y="5991"/>
                      <a:pt x="4572" y="6257"/>
                      <a:pt x="3873" y="6257"/>
                    </a:cubicBezTo>
                    <a:cubicBezTo>
                      <a:pt x="3175" y="6257"/>
                      <a:pt x="2477" y="5991"/>
                      <a:pt x="1944" y="5458"/>
                    </a:cubicBezTo>
                    <a:cubicBezTo>
                      <a:pt x="879" y="4394"/>
                      <a:pt x="879" y="2665"/>
                      <a:pt x="1944" y="1598"/>
                    </a:cubicBezTo>
                    <a:cubicBezTo>
                      <a:pt x="2477" y="1066"/>
                      <a:pt x="3175" y="800"/>
                      <a:pt x="3873" y="800"/>
                    </a:cubicBezTo>
                    <a:close/>
                    <a:moveTo>
                      <a:pt x="3873" y="0"/>
                    </a:moveTo>
                    <a:cubicBezTo>
                      <a:pt x="2970" y="0"/>
                      <a:pt x="2066" y="344"/>
                      <a:pt x="1378" y="1033"/>
                    </a:cubicBezTo>
                    <a:cubicBezTo>
                      <a:pt x="0" y="2413"/>
                      <a:pt x="0" y="4646"/>
                      <a:pt x="1378" y="6023"/>
                    </a:cubicBezTo>
                    <a:cubicBezTo>
                      <a:pt x="2066" y="6713"/>
                      <a:pt x="2970" y="7058"/>
                      <a:pt x="3873" y="7058"/>
                    </a:cubicBezTo>
                    <a:cubicBezTo>
                      <a:pt x="4776" y="7058"/>
                      <a:pt x="5679" y="6713"/>
                      <a:pt x="6368" y="6023"/>
                    </a:cubicBezTo>
                    <a:cubicBezTo>
                      <a:pt x="7745" y="4646"/>
                      <a:pt x="7745" y="2413"/>
                      <a:pt x="6368" y="1033"/>
                    </a:cubicBezTo>
                    <a:cubicBezTo>
                      <a:pt x="5679" y="344"/>
                      <a:pt x="4776" y="0"/>
                      <a:pt x="38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49"/>
              <p:cNvSpPr/>
              <p:nvPr/>
            </p:nvSpPr>
            <p:spPr>
              <a:xfrm>
                <a:off x="6382925" y="3698925"/>
                <a:ext cx="149725" cy="136450"/>
              </a:xfrm>
              <a:custGeom>
                <a:avLst/>
                <a:gdLst/>
                <a:ahLst/>
                <a:cxnLst/>
                <a:rect l="l" t="t" r="r" b="b"/>
                <a:pathLst>
                  <a:path w="5989" h="5458" extrusionOk="0">
                    <a:moveTo>
                      <a:pt x="2994" y="1"/>
                    </a:moveTo>
                    <a:cubicBezTo>
                      <a:pt x="2296" y="1"/>
                      <a:pt x="1598" y="267"/>
                      <a:pt x="1065" y="799"/>
                    </a:cubicBezTo>
                    <a:cubicBezTo>
                      <a:pt x="0" y="1866"/>
                      <a:pt x="0" y="3595"/>
                      <a:pt x="1065" y="4659"/>
                    </a:cubicBezTo>
                    <a:cubicBezTo>
                      <a:pt x="1598" y="5192"/>
                      <a:pt x="2296" y="5458"/>
                      <a:pt x="2994" y="5458"/>
                    </a:cubicBezTo>
                    <a:cubicBezTo>
                      <a:pt x="3693" y="5458"/>
                      <a:pt x="4391" y="5192"/>
                      <a:pt x="4924" y="4659"/>
                    </a:cubicBezTo>
                    <a:cubicBezTo>
                      <a:pt x="5989" y="3595"/>
                      <a:pt x="5989" y="1866"/>
                      <a:pt x="4924" y="799"/>
                    </a:cubicBezTo>
                    <a:cubicBezTo>
                      <a:pt x="4391" y="267"/>
                      <a:pt x="3693" y="1"/>
                      <a:pt x="29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49"/>
              <p:cNvSpPr/>
              <p:nvPr/>
            </p:nvSpPr>
            <p:spPr>
              <a:xfrm>
                <a:off x="6498325" y="3807700"/>
                <a:ext cx="119900" cy="119950"/>
              </a:xfrm>
              <a:custGeom>
                <a:avLst/>
                <a:gdLst/>
                <a:ahLst/>
                <a:cxnLst/>
                <a:rect l="l" t="t" r="r" b="b"/>
                <a:pathLst>
                  <a:path w="4796" h="4798" extrusionOk="0">
                    <a:moveTo>
                      <a:pt x="615" y="1"/>
                    </a:moveTo>
                    <a:lnTo>
                      <a:pt x="0" y="616"/>
                    </a:lnTo>
                    <a:lnTo>
                      <a:pt x="4181" y="4798"/>
                    </a:lnTo>
                    <a:lnTo>
                      <a:pt x="4796" y="4183"/>
                    </a:lnTo>
                    <a:lnTo>
                      <a:pt x="61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49"/>
              <p:cNvSpPr/>
              <p:nvPr/>
            </p:nvSpPr>
            <p:spPr>
              <a:xfrm>
                <a:off x="6587450" y="3896925"/>
                <a:ext cx="30775" cy="30725"/>
              </a:xfrm>
              <a:custGeom>
                <a:avLst/>
                <a:gdLst/>
                <a:ahLst/>
                <a:cxnLst/>
                <a:rect l="l" t="t" r="r" b="b"/>
                <a:pathLst>
                  <a:path w="1231" h="1229" extrusionOk="0">
                    <a:moveTo>
                      <a:pt x="616" y="0"/>
                    </a:moveTo>
                    <a:lnTo>
                      <a:pt x="1" y="615"/>
                    </a:lnTo>
                    <a:lnTo>
                      <a:pt x="616" y="1229"/>
                    </a:lnTo>
                    <a:lnTo>
                      <a:pt x="1231" y="614"/>
                    </a:lnTo>
                    <a:lnTo>
                      <a:pt x="6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49"/>
              <p:cNvSpPr/>
              <p:nvPr/>
            </p:nvSpPr>
            <p:spPr>
              <a:xfrm>
                <a:off x="6007625" y="4051950"/>
                <a:ext cx="134125" cy="129275"/>
              </a:xfrm>
              <a:custGeom>
                <a:avLst/>
                <a:gdLst/>
                <a:ahLst/>
                <a:cxnLst/>
                <a:rect l="l" t="t" r="r" b="b"/>
                <a:pathLst>
                  <a:path w="5365" h="5171" extrusionOk="0">
                    <a:moveTo>
                      <a:pt x="809" y="0"/>
                    </a:moveTo>
                    <a:cubicBezTo>
                      <a:pt x="363" y="0"/>
                      <a:pt x="0" y="364"/>
                      <a:pt x="0" y="808"/>
                    </a:cubicBezTo>
                    <a:lnTo>
                      <a:pt x="0" y="3288"/>
                    </a:lnTo>
                    <a:cubicBezTo>
                      <a:pt x="0" y="3733"/>
                      <a:pt x="363" y="4097"/>
                      <a:pt x="809" y="4097"/>
                    </a:cubicBezTo>
                    <a:lnTo>
                      <a:pt x="2499" y="4097"/>
                    </a:lnTo>
                    <a:lnTo>
                      <a:pt x="3487" y="5171"/>
                    </a:lnTo>
                    <a:lnTo>
                      <a:pt x="3487" y="4097"/>
                    </a:lnTo>
                    <a:lnTo>
                      <a:pt x="4556" y="4097"/>
                    </a:lnTo>
                    <a:cubicBezTo>
                      <a:pt x="5001" y="4097"/>
                      <a:pt x="5365" y="3733"/>
                      <a:pt x="5365" y="3288"/>
                    </a:cubicBezTo>
                    <a:lnTo>
                      <a:pt x="5365" y="808"/>
                    </a:lnTo>
                    <a:cubicBezTo>
                      <a:pt x="5365" y="364"/>
                      <a:pt x="5001" y="0"/>
                      <a:pt x="45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49"/>
              <p:cNvSpPr/>
              <p:nvPr/>
            </p:nvSpPr>
            <p:spPr>
              <a:xfrm>
                <a:off x="6037325" y="4096300"/>
                <a:ext cx="16350" cy="16350"/>
              </a:xfrm>
              <a:custGeom>
                <a:avLst/>
                <a:gdLst/>
                <a:ahLst/>
                <a:cxnLst/>
                <a:rect l="l" t="t" r="r" b="b"/>
                <a:pathLst>
                  <a:path w="654" h="654" extrusionOk="0">
                    <a:moveTo>
                      <a:pt x="327" y="1"/>
                    </a:moveTo>
                    <a:cubicBezTo>
                      <a:pt x="146" y="1"/>
                      <a:pt x="0" y="147"/>
                      <a:pt x="0" y="327"/>
                    </a:cubicBezTo>
                    <a:cubicBezTo>
                      <a:pt x="0" y="508"/>
                      <a:pt x="146" y="654"/>
                      <a:pt x="327" y="654"/>
                    </a:cubicBezTo>
                    <a:cubicBezTo>
                      <a:pt x="507" y="654"/>
                      <a:pt x="653" y="507"/>
                      <a:pt x="653" y="327"/>
                    </a:cubicBezTo>
                    <a:cubicBezTo>
                      <a:pt x="653" y="147"/>
                      <a:pt x="507" y="1"/>
                      <a:pt x="3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49"/>
              <p:cNvSpPr/>
              <p:nvPr/>
            </p:nvSpPr>
            <p:spPr>
              <a:xfrm>
                <a:off x="6066500" y="4096300"/>
                <a:ext cx="16350" cy="16350"/>
              </a:xfrm>
              <a:custGeom>
                <a:avLst/>
                <a:gdLst/>
                <a:ahLst/>
                <a:cxnLst/>
                <a:rect l="l" t="t" r="r" b="b"/>
                <a:pathLst>
                  <a:path w="654" h="654" extrusionOk="0">
                    <a:moveTo>
                      <a:pt x="327" y="1"/>
                    </a:moveTo>
                    <a:cubicBezTo>
                      <a:pt x="146" y="1"/>
                      <a:pt x="0" y="147"/>
                      <a:pt x="0" y="327"/>
                    </a:cubicBezTo>
                    <a:cubicBezTo>
                      <a:pt x="0" y="508"/>
                      <a:pt x="146" y="654"/>
                      <a:pt x="327" y="654"/>
                    </a:cubicBezTo>
                    <a:cubicBezTo>
                      <a:pt x="509" y="654"/>
                      <a:pt x="654" y="507"/>
                      <a:pt x="654" y="327"/>
                    </a:cubicBezTo>
                    <a:cubicBezTo>
                      <a:pt x="654" y="147"/>
                      <a:pt x="509" y="1"/>
                      <a:pt x="3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49"/>
              <p:cNvSpPr/>
              <p:nvPr/>
            </p:nvSpPr>
            <p:spPr>
              <a:xfrm>
                <a:off x="6095700" y="4096300"/>
                <a:ext cx="16375" cy="16350"/>
              </a:xfrm>
              <a:custGeom>
                <a:avLst/>
                <a:gdLst/>
                <a:ahLst/>
                <a:cxnLst/>
                <a:rect l="l" t="t" r="r" b="b"/>
                <a:pathLst>
                  <a:path w="655" h="654" extrusionOk="0">
                    <a:moveTo>
                      <a:pt x="327" y="1"/>
                    </a:moveTo>
                    <a:cubicBezTo>
                      <a:pt x="145" y="1"/>
                      <a:pt x="1" y="147"/>
                      <a:pt x="1" y="327"/>
                    </a:cubicBezTo>
                    <a:cubicBezTo>
                      <a:pt x="1" y="508"/>
                      <a:pt x="145" y="654"/>
                      <a:pt x="327" y="654"/>
                    </a:cubicBezTo>
                    <a:cubicBezTo>
                      <a:pt x="508" y="654"/>
                      <a:pt x="654" y="507"/>
                      <a:pt x="654" y="327"/>
                    </a:cubicBezTo>
                    <a:cubicBezTo>
                      <a:pt x="654" y="147"/>
                      <a:pt x="508" y="1"/>
                      <a:pt x="3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49"/>
              <p:cNvSpPr/>
              <p:nvPr/>
            </p:nvSpPr>
            <p:spPr>
              <a:xfrm>
                <a:off x="6087125" y="4154300"/>
                <a:ext cx="7700" cy="26900"/>
              </a:xfrm>
              <a:custGeom>
                <a:avLst/>
                <a:gdLst/>
                <a:ahLst/>
                <a:cxnLst/>
                <a:rect l="l" t="t" r="r" b="b"/>
                <a:pathLst>
                  <a:path w="308" h="1076" extrusionOk="0">
                    <a:moveTo>
                      <a:pt x="0" y="1"/>
                    </a:moveTo>
                    <a:lnTo>
                      <a:pt x="0" y="743"/>
                    </a:lnTo>
                    <a:lnTo>
                      <a:pt x="308" y="1076"/>
                    </a:lnTo>
                    <a:lnTo>
                      <a:pt x="3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9"/>
              <p:cNvSpPr/>
              <p:nvPr/>
            </p:nvSpPr>
            <p:spPr>
              <a:xfrm>
                <a:off x="6113875" y="4051950"/>
                <a:ext cx="27925" cy="102450"/>
              </a:xfrm>
              <a:custGeom>
                <a:avLst/>
                <a:gdLst/>
                <a:ahLst/>
                <a:cxnLst/>
                <a:rect l="l" t="t" r="r" b="b"/>
                <a:pathLst>
                  <a:path w="1117" h="4098" extrusionOk="0">
                    <a:moveTo>
                      <a:pt x="0" y="0"/>
                    </a:moveTo>
                    <a:cubicBezTo>
                      <a:pt x="445" y="0"/>
                      <a:pt x="809" y="364"/>
                      <a:pt x="809" y="808"/>
                    </a:cubicBezTo>
                    <a:lnTo>
                      <a:pt x="809" y="3288"/>
                    </a:lnTo>
                    <a:cubicBezTo>
                      <a:pt x="809" y="3733"/>
                      <a:pt x="445" y="4097"/>
                      <a:pt x="0" y="4097"/>
                    </a:cubicBezTo>
                    <a:lnTo>
                      <a:pt x="308" y="4097"/>
                    </a:lnTo>
                    <a:cubicBezTo>
                      <a:pt x="753" y="4097"/>
                      <a:pt x="1116" y="3733"/>
                      <a:pt x="1116" y="3288"/>
                    </a:cubicBezTo>
                    <a:lnTo>
                      <a:pt x="1116" y="808"/>
                    </a:lnTo>
                    <a:cubicBezTo>
                      <a:pt x="1115" y="364"/>
                      <a:pt x="751" y="0"/>
                      <a:pt x="3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9"/>
              <p:cNvSpPr/>
              <p:nvPr/>
            </p:nvSpPr>
            <p:spPr>
              <a:xfrm>
                <a:off x="6389525" y="4008225"/>
                <a:ext cx="174975" cy="174900"/>
              </a:xfrm>
              <a:custGeom>
                <a:avLst/>
                <a:gdLst/>
                <a:ahLst/>
                <a:cxnLst/>
                <a:rect l="l" t="t" r="r" b="b"/>
                <a:pathLst>
                  <a:path w="6999" h="6996" extrusionOk="0">
                    <a:moveTo>
                      <a:pt x="3498" y="0"/>
                    </a:moveTo>
                    <a:cubicBezTo>
                      <a:pt x="1567" y="0"/>
                      <a:pt x="0" y="1566"/>
                      <a:pt x="0" y="3498"/>
                    </a:cubicBezTo>
                    <a:cubicBezTo>
                      <a:pt x="0" y="5430"/>
                      <a:pt x="1566" y="6996"/>
                      <a:pt x="3498" y="6996"/>
                    </a:cubicBezTo>
                    <a:cubicBezTo>
                      <a:pt x="5431" y="6996"/>
                      <a:pt x="6998" y="5430"/>
                      <a:pt x="6998" y="3498"/>
                    </a:cubicBezTo>
                    <a:cubicBezTo>
                      <a:pt x="6998" y="1567"/>
                      <a:pt x="5430" y="0"/>
                      <a:pt x="34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9"/>
              <p:cNvSpPr/>
              <p:nvPr/>
            </p:nvSpPr>
            <p:spPr>
              <a:xfrm>
                <a:off x="6415225" y="4033900"/>
                <a:ext cx="123500" cy="123550"/>
              </a:xfrm>
              <a:custGeom>
                <a:avLst/>
                <a:gdLst/>
                <a:ahLst/>
                <a:cxnLst/>
                <a:rect l="l" t="t" r="r" b="b"/>
                <a:pathLst>
                  <a:path w="4940" h="4942" extrusionOk="0">
                    <a:moveTo>
                      <a:pt x="2470" y="1"/>
                    </a:moveTo>
                    <a:cubicBezTo>
                      <a:pt x="1105" y="1"/>
                      <a:pt x="1" y="1106"/>
                      <a:pt x="1" y="2471"/>
                    </a:cubicBezTo>
                    <a:cubicBezTo>
                      <a:pt x="1" y="3835"/>
                      <a:pt x="1107" y="4941"/>
                      <a:pt x="2470" y="4941"/>
                    </a:cubicBezTo>
                    <a:cubicBezTo>
                      <a:pt x="3834" y="4941"/>
                      <a:pt x="4940" y="3834"/>
                      <a:pt x="4940" y="2471"/>
                    </a:cubicBezTo>
                    <a:cubicBezTo>
                      <a:pt x="4940" y="1108"/>
                      <a:pt x="3834" y="3"/>
                      <a:pt x="24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9"/>
              <p:cNvSpPr/>
              <p:nvPr/>
            </p:nvSpPr>
            <p:spPr>
              <a:xfrm>
                <a:off x="6473175" y="4033975"/>
                <a:ext cx="65600" cy="123500"/>
              </a:xfrm>
              <a:custGeom>
                <a:avLst/>
                <a:gdLst/>
                <a:ahLst/>
                <a:cxnLst/>
                <a:rect l="l" t="t" r="r" b="b"/>
                <a:pathLst>
                  <a:path w="2624" h="4940" extrusionOk="0">
                    <a:moveTo>
                      <a:pt x="154" y="0"/>
                    </a:moveTo>
                    <a:cubicBezTo>
                      <a:pt x="103" y="0"/>
                      <a:pt x="52" y="5"/>
                      <a:pt x="1" y="8"/>
                    </a:cubicBezTo>
                    <a:cubicBezTo>
                      <a:pt x="1292" y="89"/>
                      <a:pt x="2316" y="1159"/>
                      <a:pt x="2316" y="2469"/>
                    </a:cubicBezTo>
                    <a:cubicBezTo>
                      <a:pt x="2316" y="3781"/>
                      <a:pt x="1292" y="4851"/>
                      <a:pt x="1" y="4932"/>
                    </a:cubicBezTo>
                    <a:cubicBezTo>
                      <a:pt x="52" y="4934"/>
                      <a:pt x="103" y="4939"/>
                      <a:pt x="154" y="4939"/>
                    </a:cubicBezTo>
                    <a:cubicBezTo>
                      <a:pt x="1519" y="4939"/>
                      <a:pt x="2623" y="3834"/>
                      <a:pt x="2623" y="2469"/>
                    </a:cubicBezTo>
                    <a:cubicBezTo>
                      <a:pt x="2623" y="1105"/>
                      <a:pt x="1516" y="0"/>
                      <a:pt x="1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49"/>
              <p:cNvSpPr/>
              <p:nvPr/>
            </p:nvSpPr>
            <p:spPr>
              <a:xfrm>
                <a:off x="6441500" y="4072600"/>
                <a:ext cx="72550" cy="48575"/>
              </a:xfrm>
              <a:custGeom>
                <a:avLst/>
                <a:gdLst/>
                <a:ahLst/>
                <a:cxnLst/>
                <a:rect l="l" t="t" r="r" b="b"/>
                <a:pathLst>
                  <a:path w="2902" h="1943" extrusionOk="0">
                    <a:moveTo>
                      <a:pt x="2674" y="0"/>
                    </a:moveTo>
                    <a:lnTo>
                      <a:pt x="970" y="1490"/>
                    </a:lnTo>
                    <a:lnTo>
                      <a:pt x="223" y="858"/>
                    </a:lnTo>
                    <a:lnTo>
                      <a:pt x="1" y="1119"/>
                    </a:lnTo>
                    <a:lnTo>
                      <a:pt x="976" y="1943"/>
                    </a:lnTo>
                    <a:lnTo>
                      <a:pt x="2901" y="261"/>
                    </a:lnTo>
                    <a:lnTo>
                      <a:pt x="26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49"/>
              <p:cNvSpPr/>
              <p:nvPr/>
            </p:nvSpPr>
            <p:spPr>
              <a:xfrm>
                <a:off x="5974575" y="3656175"/>
                <a:ext cx="110200" cy="108350"/>
              </a:xfrm>
              <a:custGeom>
                <a:avLst/>
                <a:gdLst/>
                <a:ahLst/>
                <a:cxnLst/>
                <a:rect l="l" t="t" r="r" b="b"/>
                <a:pathLst>
                  <a:path w="4408" h="4334" extrusionOk="0">
                    <a:moveTo>
                      <a:pt x="2514" y="569"/>
                    </a:moveTo>
                    <a:cubicBezTo>
                      <a:pt x="3243" y="569"/>
                      <a:pt x="3839" y="1163"/>
                      <a:pt x="3839" y="1895"/>
                    </a:cubicBezTo>
                    <a:lnTo>
                      <a:pt x="3839" y="2437"/>
                    </a:lnTo>
                    <a:cubicBezTo>
                      <a:pt x="3839" y="3169"/>
                      <a:pt x="3245" y="3765"/>
                      <a:pt x="2514" y="3765"/>
                    </a:cubicBezTo>
                    <a:lnTo>
                      <a:pt x="1899" y="3765"/>
                    </a:lnTo>
                    <a:cubicBezTo>
                      <a:pt x="1166" y="3765"/>
                      <a:pt x="570" y="3170"/>
                      <a:pt x="570" y="2437"/>
                    </a:cubicBezTo>
                    <a:lnTo>
                      <a:pt x="570" y="1895"/>
                    </a:lnTo>
                    <a:cubicBezTo>
                      <a:pt x="570" y="1165"/>
                      <a:pt x="1166" y="569"/>
                      <a:pt x="1899" y="569"/>
                    </a:cubicBezTo>
                    <a:close/>
                    <a:moveTo>
                      <a:pt x="1896" y="0"/>
                    </a:moveTo>
                    <a:cubicBezTo>
                      <a:pt x="851" y="0"/>
                      <a:pt x="0" y="849"/>
                      <a:pt x="0" y="1895"/>
                    </a:cubicBezTo>
                    <a:lnTo>
                      <a:pt x="0" y="2437"/>
                    </a:lnTo>
                    <a:cubicBezTo>
                      <a:pt x="0" y="3484"/>
                      <a:pt x="851" y="4334"/>
                      <a:pt x="1896" y="4334"/>
                    </a:cubicBezTo>
                    <a:lnTo>
                      <a:pt x="2511" y="4334"/>
                    </a:lnTo>
                    <a:cubicBezTo>
                      <a:pt x="3558" y="4334"/>
                      <a:pt x="4408" y="3484"/>
                      <a:pt x="4408" y="2437"/>
                    </a:cubicBezTo>
                    <a:lnTo>
                      <a:pt x="4408" y="1895"/>
                    </a:lnTo>
                    <a:cubicBezTo>
                      <a:pt x="4408" y="851"/>
                      <a:pt x="3558" y="0"/>
                      <a:pt x="25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49"/>
              <p:cNvSpPr/>
              <p:nvPr/>
            </p:nvSpPr>
            <p:spPr>
              <a:xfrm>
                <a:off x="5949750" y="3718325"/>
                <a:ext cx="159900" cy="159875"/>
              </a:xfrm>
              <a:custGeom>
                <a:avLst/>
                <a:gdLst/>
                <a:ahLst/>
                <a:cxnLst/>
                <a:rect l="l" t="t" r="r" b="b"/>
                <a:pathLst>
                  <a:path w="6396" h="6395" extrusionOk="0">
                    <a:moveTo>
                      <a:pt x="1861" y="0"/>
                    </a:moveTo>
                    <a:cubicBezTo>
                      <a:pt x="837" y="0"/>
                      <a:pt x="0" y="838"/>
                      <a:pt x="0" y="1859"/>
                    </a:cubicBezTo>
                    <a:lnTo>
                      <a:pt x="0" y="4535"/>
                    </a:lnTo>
                    <a:cubicBezTo>
                      <a:pt x="0" y="5559"/>
                      <a:pt x="838" y="6395"/>
                      <a:pt x="1861" y="6395"/>
                    </a:cubicBezTo>
                    <a:lnTo>
                      <a:pt x="4536" y="6395"/>
                    </a:lnTo>
                    <a:cubicBezTo>
                      <a:pt x="5559" y="6395"/>
                      <a:pt x="6396" y="5559"/>
                      <a:pt x="6396" y="4535"/>
                    </a:cubicBezTo>
                    <a:lnTo>
                      <a:pt x="6396" y="1859"/>
                    </a:lnTo>
                    <a:cubicBezTo>
                      <a:pt x="6396" y="835"/>
                      <a:pt x="5559" y="0"/>
                      <a:pt x="45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9"/>
              <p:cNvSpPr/>
              <p:nvPr/>
            </p:nvSpPr>
            <p:spPr>
              <a:xfrm>
                <a:off x="5959800" y="3728400"/>
                <a:ext cx="149850" cy="149825"/>
              </a:xfrm>
              <a:custGeom>
                <a:avLst/>
                <a:gdLst/>
                <a:ahLst/>
                <a:cxnLst/>
                <a:rect l="l" t="t" r="r" b="b"/>
                <a:pathLst>
                  <a:path w="5994" h="5993" extrusionOk="0">
                    <a:moveTo>
                      <a:pt x="5284" y="1"/>
                    </a:moveTo>
                    <a:lnTo>
                      <a:pt x="5284" y="1"/>
                    </a:lnTo>
                    <a:cubicBezTo>
                      <a:pt x="5535" y="317"/>
                      <a:pt x="5687" y="717"/>
                      <a:pt x="5687" y="1150"/>
                    </a:cubicBezTo>
                    <a:lnTo>
                      <a:pt x="5687" y="3826"/>
                    </a:lnTo>
                    <a:cubicBezTo>
                      <a:pt x="5687" y="4850"/>
                      <a:pt x="4850" y="5685"/>
                      <a:pt x="3826" y="5685"/>
                    </a:cubicBezTo>
                    <a:lnTo>
                      <a:pt x="1151" y="5685"/>
                    </a:lnTo>
                    <a:cubicBezTo>
                      <a:pt x="717" y="5685"/>
                      <a:pt x="318" y="5535"/>
                      <a:pt x="1" y="5284"/>
                    </a:cubicBezTo>
                    <a:lnTo>
                      <a:pt x="1" y="5284"/>
                    </a:lnTo>
                    <a:cubicBezTo>
                      <a:pt x="341" y="5715"/>
                      <a:pt x="867" y="5993"/>
                      <a:pt x="1456" y="5993"/>
                    </a:cubicBezTo>
                    <a:lnTo>
                      <a:pt x="4132" y="5993"/>
                    </a:lnTo>
                    <a:cubicBezTo>
                      <a:pt x="5156" y="5993"/>
                      <a:pt x="5991" y="5157"/>
                      <a:pt x="5991" y="4134"/>
                    </a:cubicBezTo>
                    <a:lnTo>
                      <a:pt x="5991" y="1457"/>
                    </a:lnTo>
                    <a:cubicBezTo>
                      <a:pt x="5994" y="867"/>
                      <a:pt x="5715" y="341"/>
                      <a:pt x="52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9"/>
              <p:cNvSpPr/>
              <p:nvPr/>
            </p:nvSpPr>
            <p:spPr>
              <a:xfrm>
                <a:off x="6005700" y="3755950"/>
                <a:ext cx="47975" cy="94550"/>
              </a:xfrm>
              <a:custGeom>
                <a:avLst/>
                <a:gdLst/>
                <a:ahLst/>
                <a:cxnLst/>
                <a:rect l="l" t="t" r="r" b="b"/>
                <a:pathLst>
                  <a:path w="1919" h="3782" extrusionOk="0">
                    <a:moveTo>
                      <a:pt x="959" y="0"/>
                    </a:moveTo>
                    <a:cubicBezTo>
                      <a:pt x="430" y="0"/>
                      <a:pt x="1" y="430"/>
                      <a:pt x="1" y="960"/>
                    </a:cubicBezTo>
                    <a:cubicBezTo>
                      <a:pt x="1" y="1339"/>
                      <a:pt x="222" y="1665"/>
                      <a:pt x="542" y="1820"/>
                    </a:cubicBezTo>
                    <a:lnTo>
                      <a:pt x="66" y="3619"/>
                    </a:lnTo>
                    <a:cubicBezTo>
                      <a:pt x="48" y="3708"/>
                      <a:pt x="107" y="3781"/>
                      <a:pt x="199" y="3781"/>
                    </a:cubicBezTo>
                    <a:lnTo>
                      <a:pt x="1719" y="3781"/>
                    </a:lnTo>
                    <a:cubicBezTo>
                      <a:pt x="1810" y="3781"/>
                      <a:pt x="1871" y="3708"/>
                      <a:pt x="1851" y="3619"/>
                    </a:cubicBezTo>
                    <a:lnTo>
                      <a:pt x="1374" y="1820"/>
                    </a:lnTo>
                    <a:cubicBezTo>
                      <a:pt x="1696" y="1666"/>
                      <a:pt x="1918" y="1341"/>
                      <a:pt x="1918" y="960"/>
                    </a:cubicBezTo>
                    <a:cubicBezTo>
                      <a:pt x="1918" y="430"/>
                      <a:pt x="1489" y="0"/>
                      <a:pt x="9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9" name="Google Shape;1099;p49"/>
            <p:cNvSpPr/>
            <p:nvPr/>
          </p:nvSpPr>
          <p:spPr>
            <a:xfrm>
              <a:off x="8497771" y="1604074"/>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9"/>
            <p:cNvSpPr/>
            <p:nvPr/>
          </p:nvSpPr>
          <p:spPr>
            <a:xfrm>
              <a:off x="7044200" y="228600"/>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9"/>
            <p:cNvSpPr/>
            <p:nvPr/>
          </p:nvSpPr>
          <p:spPr>
            <a:xfrm>
              <a:off x="8879600" y="1416701"/>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102" name="Google Shape;1102;p49" title="Chart">
            <a:hlinkClick r:id="rId4"/>
          </p:cNvPr>
          <p:cNvPicPr preferRelativeResize="0"/>
          <p:nvPr/>
        </p:nvPicPr>
        <p:blipFill>
          <a:blip r:embed="rId5">
            <a:alphaModFix/>
          </a:blip>
          <a:stretch>
            <a:fillRect/>
          </a:stretch>
        </p:blipFill>
        <p:spPr>
          <a:xfrm>
            <a:off x="1226463" y="1571256"/>
            <a:ext cx="3189600" cy="2403073"/>
          </a:xfrm>
          <a:prstGeom prst="rect">
            <a:avLst/>
          </a:prstGeom>
          <a:noFill/>
          <a:ln>
            <a:noFill/>
          </a:ln>
        </p:spPr>
      </p:pic>
      <p:grpSp>
        <p:nvGrpSpPr>
          <p:cNvPr id="1103" name="Google Shape;1103;p49"/>
          <p:cNvGrpSpPr/>
          <p:nvPr/>
        </p:nvGrpSpPr>
        <p:grpSpPr>
          <a:xfrm>
            <a:off x="76190" y="76211"/>
            <a:ext cx="1399466" cy="1919431"/>
            <a:chOff x="76190" y="76211"/>
            <a:chExt cx="1399466" cy="1919431"/>
          </a:xfrm>
        </p:grpSpPr>
        <p:sp>
          <p:nvSpPr>
            <p:cNvPr id="1104" name="Google Shape;1104;p49"/>
            <p:cNvSpPr/>
            <p:nvPr/>
          </p:nvSpPr>
          <p:spPr>
            <a:xfrm>
              <a:off x="76190"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5" name="Google Shape;1105;p49"/>
            <p:cNvGrpSpPr/>
            <p:nvPr/>
          </p:nvGrpSpPr>
          <p:grpSpPr>
            <a:xfrm>
              <a:off x="228600" y="228600"/>
              <a:ext cx="1023557" cy="1199891"/>
              <a:chOff x="112075" y="-185574"/>
              <a:chExt cx="1023557" cy="1199891"/>
            </a:xfrm>
          </p:grpSpPr>
          <p:sp>
            <p:nvSpPr>
              <p:cNvPr id="1106" name="Google Shape;1106;p49"/>
              <p:cNvSpPr/>
              <p:nvPr/>
            </p:nvSpPr>
            <p:spPr>
              <a:xfrm>
                <a:off x="112075" y="-185574"/>
                <a:ext cx="1023557" cy="437592"/>
              </a:xfrm>
              <a:custGeom>
                <a:avLst/>
                <a:gdLst/>
                <a:ahLst/>
                <a:cxnLst/>
                <a:rect l="l" t="t" r="r" b="b"/>
                <a:pathLst>
                  <a:path w="28277" h="12089" extrusionOk="0">
                    <a:moveTo>
                      <a:pt x="14140" y="1"/>
                    </a:moveTo>
                    <a:lnTo>
                      <a:pt x="0" y="12088"/>
                    </a:lnTo>
                    <a:lnTo>
                      <a:pt x="28277" y="12088"/>
                    </a:lnTo>
                    <a:lnTo>
                      <a:pt x="141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9"/>
              <p:cNvSpPr/>
              <p:nvPr/>
            </p:nvSpPr>
            <p:spPr>
              <a:xfrm>
                <a:off x="112075" y="251967"/>
                <a:ext cx="1023557" cy="651881"/>
              </a:xfrm>
              <a:custGeom>
                <a:avLst/>
                <a:gdLst/>
                <a:ahLst/>
                <a:cxnLst/>
                <a:rect l="l" t="t" r="r" b="b"/>
                <a:pathLst>
                  <a:path w="28277" h="18009" extrusionOk="0">
                    <a:moveTo>
                      <a:pt x="0" y="0"/>
                    </a:moveTo>
                    <a:lnTo>
                      <a:pt x="0" y="18008"/>
                    </a:lnTo>
                    <a:lnTo>
                      <a:pt x="28277" y="18008"/>
                    </a:lnTo>
                    <a:lnTo>
                      <a:pt x="282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9"/>
              <p:cNvSpPr/>
              <p:nvPr/>
            </p:nvSpPr>
            <p:spPr>
              <a:xfrm>
                <a:off x="112075" y="251967"/>
                <a:ext cx="1023557" cy="437628"/>
              </a:xfrm>
              <a:custGeom>
                <a:avLst/>
                <a:gdLst/>
                <a:ahLst/>
                <a:cxnLst/>
                <a:rect l="l" t="t" r="r" b="b"/>
                <a:pathLst>
                  <a:path w="28277" h="12090" extrusionOk="0">
                    <a:moveTo>
                      <a:pt x="0" y="0"/>
                    </a:moveTo>
                    <a:lnTo>
                      <a:pt x="14140" y="12089"/>
                    </a:lnTo>
                    <a:lnTo>
                      <a:pt x="282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9"/>
              <p:cNvSpPr/>
              <p:nvPr/>
            </p:nvSpPr>
            <p:spPr>
              <a:xfrm>
                <a:off x="245386" y="33233"/>
                <a:ext cx="756926" cy="656369"/>
              </a:xfrm>
              <a:custGeom>
                <a:avLst/>
                <a:gdLst/>
                <a:ahLst/>
                <a:cxnLst/>
                <a:rect l="l" t="t" r="r" b="b"/>
                <a:pathLst>
                  <a:path w="20911" h="18133" extrusionOk="0">
                    <a:moveTo>
                      <a:pt x="1" y="1"/>
                    </a:moveTo>
                    <a:lnTo>
                      <a:pt x="1" y="9194"/>
                    </a:lnTo>
                    <a:lnTo>
                      <a:pt x="10457" y="18132"/>
                    </a:lnTo>
                    <a:lnTo>
                      <a:pt x="20910" y="9194"/>
                    </a:lnTo>
                    <a:lnTo>
                      <a:pt x="2091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9"/>
              <p:cNvSpPr/>
              <p:nvPr/>
            </p:nvSpPr>
            <p:spPr>
              <a:xfrm>
                <a:off x="636561" y="450251"/>
                <a:ext cx="499055" cy="453591"/>
              </a:xfrm>
              <a:custGeom>
                <a:avLst/>
                <a:gdLst/>
                <a:ahLst/>
                <a:cxnLst/>
                <a:rect l="l" t="t" r="r" b="b"/>
                <a:pathLst>
                  <a:path w="13787" h="12531" extrusionOk="0">
                    <a:moveTo>
                      <a:pt x="861" y="1"/>
                    </a:moveTo>
                    <a:cubicBezTo>
                      <a:pt x="403" y="1"/>
                      <a:pt x="0" y="582"/>
                      <a:pt x="428" y="976"/>
                    </a:cubicBezTo>
                    <a:cubicBezTo>
                      <a:pt x="4626" y="4829"/>
                      <a:pt x="8828" y="8680"/>
                      <a:pt x="13028" y="12530"/>
                    </a:cubicBezTo>
                    <a:lnTo>
                      <a:pt x="13787" y="12530"/>
                    </a:lnTo>
                    <a:lnTo>
                      <a:pt x="13787" y="11659"/>
                    </a:lnTo>
                    <a:cubicBezTo>
                      <a:pt x="9606" y="7825"/>
                      <a:pt x="5426" y="3993"/>
                      <a:pt x="1247" y="159"/>
                    </a:cubicBezTo>
                    <a:cubicBezTo>
                      <a:pt x="1126" y="48"/>
                      <a:pt x="991" y="1"/>
                      <a:pt x="8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9"/>
              <p:cNvSpPr/>
              <p:nvPr/>
            </p:nvSpPr>
            <p:spPr>
              <a:xfrm>
                <a:off x="112075" y="450251"/>
                <a:ext cx="502566" cy="453627"/>
              </a:xfrm>
              <a:custGeom>
                <a:avLst/>
                <a:gdLst/>
                <a:ahLst/>
                <a:cxnLst/>
                <a:rect l="l" t="t" r="r" b="b"/>
                <a:pathLst>
                  <a:path w="13884" h="12532" extrusionOk="0">
                    <a:moveTo>
                      <a:pt x="13023" y="1"/>
                    </a:moveTo>
                    <a:cubicBezTo>
                      <a:pt x="12893" y="1"/>
                      <a:pt x="12758" y="48"/>
                      <a:pt x="12637" y="159"/>
                    </a:cubicBezTo>
                    <a:lnTo>
                      <a:pt x="0" y="11748"/>
                    </a:lnTo>
                    <a:lnTo>
                      <a:pt x="0" y="12531"/>
                    </a:lnTo>
                    <a:lnTo>
                      <a:pt x="856" y="12531"/>
                    </a:lnTo>
                    <a:cubicBezTo>
                      <a:pt x="5055" y="8680"/>
                      <a:pt x="9256" y="4829"/>
                      <a:pt x="13455" y="977"/>
                    </a:cubicBezTo>
                    <a:cubicBezTo>
                      <a:pt x="13884" y="582"/>
                      <a:pt x="13481" y="1"/>
                      <a:pt x="130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9"/>
              <p:cNvSpPr/>
              <p:nvPr/>
            </p:nvSpPr>
            <p:spPr>
              <a:xfrm>
                <a:off x="415763" y="175195"/>
                <a:ext cx="416199" cy="409502"/>
              </a:xfrm>
              <a:custGeom>
                <a:avLst/>
                <a:gdLst/>
                <a:ahLst/>
                <a:cxnLst/>
                <a:rect l="l" t="t" r="r" b="b"/>
                <a:pathLst>
                  <a:path w="11498" h="11313" extrusionOk="0">
                    <a:moveTo>
                      <a:pt x="6551" y="1486"/>
                    </a:moveTo>
                    <a:cubicBezTo>
                      <a:pt x="8461" y="1486"/>
                      <a:pt x="10014" y="3039"/>
                      <a:pt x="10014" y="4949"/>
                    </a:cubicBezTo>
                    <a:lnTo>
                      <a:pt x="10014" y="6366"/>
                    </a:lnTo>
                    <a:cubicBezTo>
                      <a:pt x="10014" y="8275"/>
                      <a:pt x="8462" y="9828"/>
                      <a:pt x="6551" y="9828"/>
                    </a:cubicBezTo>
                    <a:lnTo>
                      <a:pt x="4946" y="9828"/>
                    </a:lnTo>
                    <a:cubicBezTo>
                      <a:pt x="3038" y="9828"/>
                      <a:pt x="1484" y="8275"/>
                      <a:pt x="1484" y="6366"/>
                    </a:cubicBezTo>
                    <a:lnTo>
                      <a:pt x="1484" y="4949"/>
                    </a:lnTo>
                    <a:cubicBezTo>
                      <a:pt x="1484" y="3039"/>
                      <a:pt x="3038" y="1486"/>
                      <a:pt x="4946" y="1486"/>
                    </a:cubicBezTo>
                    <a:close/>
                    <a:moveTo>
                      <a:pt x="4946" y="1"/>
                    </a:moveTo>
                    <a:cubicBezTo>
                      <a:pt x="2220" y="1"/>
                      <a:pt x="1" y="2220"/>
                      <a:pt x="1" y="4949"/>
                    </a:cubicBezTo>
                    <a:lnTo>
                      <a:pt x="1" y="6366"/>
                    </a:lnTo>
                    <a:cubicBezTo>
                      <a:pt x="1" y="9094"/>
                      <a:pt x="2220" y="11313"/>
                      <a:pt x="4946" y="11313"/>
                    </a:cubicBezTo>
                    <a:lnTo>
                      <a:pt x="6551" y="11313"/>
                    </a:lnTo>
                    <a:cubicBezTo>
                      <a:pt x="9278" y="11313"/>
                      <a:pt x="11498" y="9094"/>
                      <a:pt x="11498" y="6366"/>
                    </a:cubicBezTo>
                    <a:lnTo>
                      <a:pt x="11498" y="4949"/>
                    </a:lnTo>
                    <a:cubicBezTo>
                      <a:pt x="11498" y="2220"/>
                      <a:pt x="9278" y="1"/>
                      <a:pt x="6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9"/>
              <p:cNvSpPr/>
              <p:nvPr/>
            </p:nvSpPr>
            <p:spPr>
              <a:xfrm>
                <a:off x="321797" y="410182"/>
                <a:ext cx="604100" cy="604028"/>
              </a:xfrm>
              <a:custGeom>
                <a:avLst/>
                <a:gdLst/>
                <a:ahLst/>
                <a:cxnLst/>
                <a:rect l="l" t="t" r="r" b="b"/>
                <a:pathLst>
                  <a:path w="16689" h="16687" extrusionOk="0">
                    <a:moveTo>
                      <a:pt x="4853" y="0"/>
                    </a:moveTo>
                    <a:cubicBezTo>
                      <a:pt x="2184" y="0"/>
                      <a:pt x="1" y="2183"/>
                      <a:pt x="1" y="4851"/>
                    </a:cubicBezTo>
                    <a:lnTo>
                      <a:pt x="1" y="11836"/>
                    </a:lnTo>
                    <a:cubicBezTo>
                      <a:pt x="1" y="14504"/>
                      <a:pt x="2183" y="16686"/>
                      <a:pt x="4853" y="16686"/>
                    </a:cubicBezTo>
                    <a:lnTo>
                      <a:pt x="11836" y="16686"/>
                    </a:lnTo>
                    <a:cubicBezTo>
                      <a:pt x="14505" y="16686"/>
                      <a:pt x="16688" y="14504"/>
                      <a:pt x="16688" y="11836"/>
                    </a:cubicBezTo>
                    <a:lnTo>
                      <a:pt x="16688" y="4851"/>
                    </a:lnTo>
                    <a:cubicBezTo>
                      <a:pt x="16688" y="2184"/>
                      <a:pt x="14506" y="0"/>
                      <a:pt x="1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9"/>
              <p:cNvSpPr/>
              <p:nvPr/>
            </p:nvSpPr>
            <p:spPr>
              <a:xfrm>
                <a:off x="359875" y="448152"/>
                <a:ext cx="566057" cy="566165"/>
              </a:xfrm>
              <a:custGeom>
                <a:avLst/>
                <a:gdLst/>
                <a:ahLst/>
                <a:cxnLst/>
                <a:rect l="l" t="t" r="r" b="b"/>
                <a:pathLst>
                  <a:path w="15638" h="15641" extrusionOk="0">
                    <a:moveTo>
                      <a:pt x="13784" y="1"/>
                    </a:moveTo>
                    <a:lnTo>
                      <a:pt x="13784" y="1"/>
                    </a:lnTo>
                    <a:cubicBezTo>
                      <a:pt x="14440" y="829"/>
                      <a:pt x="14833" y="1869"/>
                      <a:pt x="14833" y="3001"/>
                    </a:cubicBezTo>
                    <a:lnTo>
                      <a:pt x="14833" y="9987"/>
                    </a:lnTo>
                    <a:cubicBezTo>
                      <a:pt x="14833" y="12655"/>
                      <a:pt x="12653" y="14839"/>
                      <a:pt x="9983" y="14839"/>
                    </a:cubicBezTo>
                    <a:lnTo>
                      <a:pt x="3001" y="14839"/>
                    </a:lnTo>
                    <a:cubicBezTo>
                      <a:pt x="1869" y="14839"/>
                      <a:pt x="828" y="14444"/>
                      <a:pt x="1" y="13788"/>
                    </a:cubicBezTo>
                    <a:lnTo>
                      <a:pt x="1" y="13788"/>
                    </a:lnTo>
                    <a:cubicBezTo>
                      <a:pt x="891" y="14913"/>
                      <a:pt x="2264" y="15640"/>
                      <a:pt x="3802" y="15640"/>
                    </a:cubicBezTo>
                    <a:lnTo>
                      <a:pt x="10787" y="15640"/>
                    </a:lnTo>
                    <a:cubicBezTo>
                      <a:pt x="13455" y="15640"/>
                      <a:pt x="15637" y="13457"/>
                      <a:pt x="15637" y="10788"/>
                    </a:cubicBezTo>
                    <a:lnTo>
                      <a:pt x="15637" y="3805"/>
                    </a:lnTo>
                    <a:cubicBezTo>
                      <a:pt x="15636" y="2265"/>
                      <a:pt x="14910" y="891"/>
                      <a:pt x="137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49"/>
              <p:cNvSpPr/>
              <p:nvPr/>
            </p:nvSpPr>
            <p:spPr>
              <a:xfrm>
                <a:off x="533184" y="552397"/>
                <a:ext cx="181313" cy="357125"/>
              </a:xfrm>
              <a:custGeom>
                <a:avLst/>
                <a:gdLst/>
                <a:ahLst/>
                <a:cxnLst/>
                <a:rect l="l" t="t" r="r" b="b"/>
                <a:pathLst>
                  <a:path w="5009" h="9866" extrusionOk="0">
                    <a:moveTo>
                      <a:pt x="2506" y="0"/>
                    </a:moveTo>
                    <a:cubicBezTo>
                      <a:pt x="1122" y="0"/>
                      <a:pt x="0" y="1121"/>
                      <a:pt x="0" y="2503"/>
                    </a:cubicBezTo>
                    <a:cubicBezTo>
                      <a:pt x="0" y="3495"/>
                      <a:pt x="583" y="4344"/>
                      <a:pt x="1418" y="4751"/>
                    </a:cubicBezTo>
                    <a:lnTo>
                      <a:pt x="173" y="9441"/>
                    </a:lnTo>
                    <a:cubicBezTo>
                      <a:pt x="125" y="9674"/>
                      <a:pt x="281" y="9866"/>
                      <a:pt x="522" y="9866"/>
                    </a:cubicBezTo>
                    <a:lnTo>
                      <a:pt x="4488" y="9866"/>
                    </a:lnTo>
                    <a:cubicBezTo>
                      <a:pt x="4726" y="9866"/>
                      <a:pt x="4884" y="9674"/>
                      <a:pt x="4836" y="9441"/>
                    </a:cubicBezTo>
                    <a:lnTo>
                      <a:pt x="3591" y="4749"/>
                    </a:lnTo>
                    <a:cubicBezTo>
                      <a:pt x="4426" y="4344"/>
                      <a:pt x="5008" y="3495"/>
                      <a:pt x="5008" y="2503"/>
                    </a:cubicBezTo>
                    <a:cubicBezTo>
                      <a:pt x="5008" y="1121"/>
                      <a:pt x="3889" y="0"/>
                      <a:pt x="25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6" name="Google Shape;1116;p49"/>
            <p:cNvSpPr/>
            <p:nvPr/>
          </p:nvSpPr>
          <p:spPr>
            <a:xfrm>
              <a:off x="264421" y="1615874"/>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49"/>
            <p:cNvSpPr/>
            <p:nvPr/>
          </p:nvSpPr>
          <p:spPr>
            <a:xfrm>
              <a:off x="1254225" y="20237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49"/>
            <p:cNvSpPr/>
            <p:nvPr/>
          </p:nvSpPr>
          <p:spPr>
            <a:xfrm>
              <a:off x="76200" y="1428501"/>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p50"/>
          <p:cNvSpPr/>
          <p:nvPr/>
        </p:nvSpPr>
        <p:spPr>
          <a:xfrm flipH="1">
            <a:off x="6579041" y="160200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50"/>
          <p:cNvSpPr/>
          <p:nvPr/>
        </p:nvSpPr>
        <p:spPr>
          <a:xfrm flipH="1">
            <a:off x="5169600" y="2198258"/>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50"/>
          <p:cNvSpPr/>
          <p:nvPr/>
        </p:nvSpPr>
        <p:spPr>
          <a:xfrm>
            <a:off x="1873200" y="160200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50"/>
          <p:cNvSpPr/>
          <p:nvPr/>
        </p:nvSpPr>
        <p:spPr>
          <a:xfrm>
            <a:off x="2952089" y="2198258"/>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50"/>
          <p:cNvSpPr txBox="1">
            <a:spLocks noGrp="1"/>
          </p:cNvSpPr>
          <p:nvPr>
            <p:ph type="subTitle" idx="3"/>
          </p:nvPr>
        </p:nvSpPr>
        <p:spPr>
          <a:xfrm>
            <a:off x="4920000" y="3699887"/>
            <a:ext cx="2808000" cy="5040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Clr>
                <a:schemeClr val="dk1"/>
              </a:buClr>
              <a:buSzPts val="1100"/>
              <a:buFont typeface="Arial"/>
              <a:buNone/>
            </a:pPr>
            <a:r>
              <a:rPr lang="en"/>
              <a:t>You can speak a bit about this person here</a:t>
            </a:r>
            <a:endParaRPr/>
          </a:p>
        </p:txBody>
      </p:sp>
      <p:sp>
        <p:nvSpPr>
          <p:cNvPr id="1128" name="Google Shape;1128;p50"/>
          <p:cNvSpPr txBox="1">
            <a:spLocks noGrp="1"/>
          </p:cNvSpPr>
          <p:nvPr>
            <p:ph type="subTitle" idx="1"/>
          </p:nvPr>
        </p:nvSpPr>
        <p:spPr>
          <a:xfrm>
            <a:off x="1416000" y="3699873"/>
            <a:ext cx="2808000" cy="5040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You can speak a bit about this person here</a:t>
            </a:r>
            <a:endParaRPr/>
          </a:p>
        </p:txBody>
      </p:sp>
      <p:sp>
        <p:nvSpPr>
          <p:cNvPr id="1129" name="Google Shape;1129;p50"/>
          <p:cNvSpPr txBox="1">
            <a:spLocks noGrp="1"/>
          </p:cNvSpPr>
          <p:nvPr>
            <p:ph type="title" idx="4"/>
          </p:nvPr>
        </p:nvSpPr>
        <p:spPr>
          <a:xfrm>
            <a:off x="720000" y="540000"/>
            <a:ext cx="7704000" cy="676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OUR TEACHERS</a:t>
            </a:r>
            <a:endParaRPr/>
          </a:p>
        </p:txBody>
      </p:sp>
      <p:sp>
        <p:nvSpPr>
          <p:cNvPr id="1130" name="Google Shape;1130;p50"/>
          <p:cNvSpPr txBox="1">
            <a:spLocks noGrp="1"/>
          </p:cNvSpPr>
          <p:nvPr>
            <p:ph type="title"/>
          </p:nvPr>
        </p:nvSpPr>
        <p:spPr>
          <a:xfrm>
            <a:off x="1416000" y="3221998"/>
            <a:ext cx="2808000" cy="554100"/>
          </a:xfrm>
          <a:prstGeom prst="rect">
            <a:avLst/>
          </a:prstGeom>
        </p:spPr>
        <p:txBody>
          <a:bodyPr spcFirstLastPara="1" wrap="square" lIns="90000" tIns="91425" rIns="90000" bIns="91425" anchor="b" anchorCtr="0">
            <a:noAutofit/>
          </a:bodyPr>
          <a:lstStyle/>
          <a:p>
            <a:pPr marL="0" lvl="0" indent="0" algn="ctr" rtl="0">
              <a:spcBef>
                <a:spcPts val="0"/>
              </a:spcBef>
              <a:spcAft>
                <a:spcPts val="0"/>
              </a:spcAft>
              <a:buNone/>
            </a:pPr>
            <a:r>
              <a:rPr lang="en"/>
              <a:t>JENNA DOE</a:t>
            </a:r>
            <a:endParaRPr/>
          </a:p>
        </p:txBody>
      </p:sp>
      <p:sp>
        <p:nvSpPr>
          <p:cNvPr id="1131" name="Google Shape;1131;p50"/>
          <p:cNvSpPr txBox="1">
            <a:spLocks noGrp="1"/>
          </p:cNvSpPr>
          <p:nvPr>
            <p:ph type="title" idx="2"/>
          </p:nvPr>
        </p:nvSpPr>
        <p:spPr>
          <a:xfrm>
            <a:off x="4920000" y="3221998"/>
            <a:ext cx="2808000" cy="554100"/>
          </a:xfrm>
          <a:prstGeom prst="rect">
            <a:avLst/>
          </a:prstGeom>
        </p:spPr>
        <p:txBody>
          <a:bodyPr spcFirstLastPara="1" wrap="square" lIns="90000" tIns="91425" rIns="90000" bIns="91425" anchor="b" anchorCtr="0">
            <a:noAutofit/>
          </a:bodyPr>
          <a:lstStyle/>
          <a:p>
            <a:pPr marL="0" lvl="0" indent="0" algn="ctr" rtl="0">
              <a:spcBef>
                <a:spcPts val="0"/>
              </a:spcBef>
              <a:spcAft>
                <a:spcPts val="0"/>
              </a:spcAft>
              <a:buNone/>
            </a:pPr>
            <a:r>
              <a:rPr lang="en"/>
              <a:t>TIMMY JIMMY</a:t>
            </a:r>
            <a:endParaRPr/>
          </a:p>
        </p:txBody>
      </p:sp>
      <p:pic>
        <p:nvPicPr>
          <p:cNvPr id="1132" name="Google Shape;1132;p50"/>
          <p:cNvPicPr preferRelativeResize="0"/>
          <p:nvPr/>
        </p:nvPicPr>
        <p:blipFill rotWithShape="1">
          <a:blip r:embed="rId3">
            <a:alphaModFix/>
          </a:blip>
          <a:srcRect l="56807" t="5800" r="17242" b="55245"/>
          <a:stretch/>
        </p:blipFill>
        <p:spPr>
          <a:xfrm>
            <a:off x="2010300" y="1602000"/>
            <a:ext cx="1619400" cy="1620000"/>
          </a:xfrm>
          <a:prstGeom prst="ellipse">
            <a:avLst/>
          </a:prstGeom>
          <a:noFill/>
          <a:ln>
            <a:noFill/>
          </a:ln>
        </p:spPr>
      </p:pic>
      <p:pic>
        <p:nvPicPr>
          <p:cNvPr id="1133" name="Google Shape;1133;p50"/>
          <p:cNvPicPr preferRelativeResize="0"/>
          <p:nvPr/>
        </p:nvPicPr>
        <p:blipFill rotWithShape="1">
          <a:blip r:embed="rId4">
            <a:alphaModFix/>
          </a:blip>
          <a:srcRect l="40281" t="2164" r="38394" b="65821"/>
          <a:stretch/>
        </p:blipFill>
        <p:spPr>
          <a:xfrm>
            <a:off x="5515634" y="1602000"/>
            <a:ext cx="1619400" cy="1620000"/>
          </a:xfrm>
          <a:prstGeom prst="ellipse">
            <a:avLst/>
          </a:prstGeom>
          <a:noFill/>
          <a:ln>
            <a:noFill/>
          </a:ln>
        </p:spPr>
      </p:pic>
      <p:sp>
        <p:nvSpPr>
          <p:cNvPr id="1134" name="Google Shape;1134;p50"/>
          <p:cNvSpPr/>
          <p:nvPr/>
        </p:nvSpPr>
        <p:spPr>
          <a:xfrm flipH="1">
            <a:off x="1625878" y="2654850"/>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50"/>
          <p:cNvSpPr/>
          <p:nvPr/>
        </p:nvSpPr>
        <p:spPr>
          <a:xfrm flipH="1">
            <a:off x="3408270" y="1601990"/>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50"/>
          <p:cNvSpPr/>
          <p:nvPr/>
        </p:nvSpPr>
        <p:spPr>
          <a:xfrm flipH="1">
            <a:off x="2007689" y="3034635"/>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50"/>
          <p:cNvSpPr/>
          <p:nvPr/>
        </p:nvSpPr>
        <p:spPr>
          <a:xfrm>
            <a:off x="7137513" y="2654850"/>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50"/>
          <p:cNvSpPr/>
          <p:nvPr/>
        </p:nvSpPr>
        <p:spPr>
          <a:xfrm>
            <a:off x="5515512" y="1601990"/>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50"/>
          <p:cNvSpPr/>
          <p:nvPr/>
        </p:nvSpPr>
        <p:spPr>
          <a:xfrm>
            <a:off x="6949304" y="3034635"/>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0" name="Google Shape;1140;p50"/>
          <p:cNvGrpSpPr/>
          <p:nvPr/>
        </p:nvGrpSpPr>
        <p:grpSpPr>
          <a:xfrm>
            <a:off x="7133528" y="76211"/>
            <a:ext cx="1934291" cy="1739805"/>
            <a:chOff x="7133528" y="76211"/>
            <a:chExt cx="1934291" cy="1739805"/>
          </a:xfrm>
        </p:grpSpPr>
        <p:sp>
          <p:nvSpPr>
            <p:cNvPr id="1141" name="Google Shape;1141;p50"/>
            <p:cNvSpPr/>
            <p:nvPr/>
          </p:nvSpPr>
          <p:spPr>
            <a:xfrm flipH="1">
              <a:off x="8374848"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2" name="Google Shape;1142;p50"/>
            <p:cNvGrpSpPr/>
            <p:nvPr/>
          </p:nvGrpSpPr>
          <p:grpSpPr>
            <a:xfrm>
              <a:off x="7370564" y="228600"/>
              <a:ext cx="1322552" cy="1020264"/>
              <a:chOff x="7370564" y="228600"/>
              <a:chExt cx="1322552" cy="1020264"/>
            </a:xfrm>
          </p:grpSpPr>
          <p:sp>
            <p:nvSpPr>
              <p:cNvPr id="1143" name="Google Shape;1143;p50"/>
              <p:cNvSpPr/>
              <p:nvPr/>
            </p:nvSpPr>
            <p:spPr>
              <a:xfrm>
                <a:off x="7667868" y="370056"/>
                <a:ext cx="1025248" cy="781312"/>
              </a:xfrm>
              <a:custGeom>
                <a:avLst/>
                <a:gdLst/>
                <a:ahLst/>
                <a:cxnLst/>
                <a:rect l="l" t="t" r="r" b="b"/>
                <a:pathLst>
                  <a:path w="18308" h="13952" extrusionOk="0">
                    <a:moveTo>
                      <a:pt x="1051" y="1"/>
                    </a:moveTo>
                    <a:cubicBezTo>
                      <a:pt x="443" y="1"/>
                      <a:pt x="1" y="495"/>
                      <a:pt x="70" y="1099"/>
                    </a:cubicBezTo>
                    <a:lnTo>
                      <a:pt x="1401" y="12852"/>
                    </a:lnTo>
                    <a:cubicBezTo>
                      <a:pt x="1470" y="13457"/>
                      <a:pt x="2024" y="13952"/>
                      <a:pt x="2632" y="13952"/>
                    </a:cubicBezTo>
                    <a:lnTo>
                      <a:pt x="15688" y="13952"/>
                    </a:lnTo>
                    <a:cubicBezTo>
                      <a:pt x="16296" y="13952"/>
                      <a:pt x="16860" y="13458"/>
                      <a:pt x="16942" y="12855"/>
                    </a:cubicBezTo>
                    <a:lnTo>
                      <a:pt x="18228" y="3289"/>
                    </a:lnTo>
                    <a:cubicBezTo>
                      <a:pt x="18308" y="2686"/>
                      <a:pt x="17877" y="2193"/>
                      <a:pt x="17268" y="2193"/>
                    </a:cubicBezTo>
                    <a:lnTo>
                      <a:pt x="10627" y="2193"/>
                    </a:lnTo>
                    <a:lnTo>
                      <a:pt x="10627" y="2194"/>
                    </a:lnTo>
                    <a:cubicBezTo>
                      <a:pt x="10019" y="2194"/>
                      <a:pt x="9520" y="1701"/>
                      <a:pt x="9520" y="1097"/>
                    </a:cubicBezTo>
                    <a:cubicBezTo>
                      <a:pt x="9520" y="494"/>
                      <a:pt x="9023" y="1"/>
                      <a:pt x="84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50"/>
              <p:cNvSpPr/>
              <p:nvPr/>
            </p:nvSpPr>
            <p:spPr>
              <a:xfrm>
                <a:off x="7769004" y="427904"/>
                <a:ext cx="822472" cy="782096"/>
              </a:xfrm>
              <a:custGeom>
                <a:avLst/>
                <a:gdLst/>
                <a:ahLst/>
                <a:cxnLst/>
                <a:rect l="l" t="t" r="r" b="b"/>
                <a:pathLst>
                  <a:path w="14687" h="13966" extrusionOk="0">
                    <a:moveTo>
                      <a:pt x="0" y="0"/>
                    </a:moveTo>
                    <a:lnTo>
                      <a:pt x="0" y="13965"/>
                    </a:lnTo>
                    <a:lnTo>
                      <a:pt x="14686" y="13965"/>
                    </a:lnTo>
                    <a:lnTo>
                      <a:pt x="1468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50"/>
              <p:cNvSpPr/>
              <p:nvPr/>
            </p:nvSpPr>
            <p:spPr>
              <a:xfrm>
                <a:off x="7667868" y="467440"/>
                <a:ext cx="1025248" cy="781368"/>
              </a:xfrm>
              <a:custGeom>
                <a:avLst/>
                <a:gdLst/>
                <a:ahLst/>
                <a:cxnLst/>
                <a:rect l="l" t="t" r="r" b="b"/>
                <a:pathLst>
                  <a:path w="18308" h="13953" extrusionOk="0">
                    <a:moveTo>
                      <a:pt x="1051" y="0"/>
                    </a:moveTo>
                    <a:cubicBezTo>
                      <a:pt x="443" y="0"/>
                      <a:pt x="1" y="495"/>
                      <a:pt x="70" y="1099"/>
                    </a:cubicBezTo>
                    <a:lnTo>
                      <a:pt x="1401" y="12852"/>
                    </a:lnTo>
                    <a:cubicBezTo>
                      <a:pt x="1470" y="13458"/>
                      <a:pt x="2024" y="13953"/>
                      <a:pt x="2632" y="13953"/>
                    </a:cubicBezTo>
                    <a:lnTo>
                      <a:pt x="15688" y="13953"/>
                    </a:lnTo>
                    <a:cubicBezTo>
                      <a:pt x="16296" y="13953"/>
                      <a:pt x="16860" y="13459"/>
                      <a:pt x="16942" y="12856"/>
                    </a:cubicBezTo>
                    <a:lnTo>
                      <a:pt x="18228" y="3289"/>
                    </a:lnTo>
                    <a:cubicBezTo>
                      <a:pt x="18308" y="2686"/>
                      <a:pt x="17877" y="2192"/>
                      <a:pt x="17268" y="2192"/>
                    </a:cubicBezTo>
                    <a:lnTo>
                      <a:pt x="10627" y="2192"/>
                    </a:lnTo>
                    <a:lnTo>
                      <a:pt x="10627" y="2195"/>
                    </a:lnTo>
                    <a:cubicBezTo>
                      <a:pt x="10019" y="2195"/>
                      <a:pt x="9520" y="1700"/>
                      <a:pt x="9520" y="1097"/>
                    </a:cubicBezTo>
                    <a:cubicBezTo>
                      <a:pt x="9520" y="493"/>
                      <a:pt x="9023" y="0"/>
                      <a:pt x="841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50"/>
              <p:cNvSpPr/>
              <p:nvPr/>
            </p:nvSpPr>
            <p:spPr>
              <a:xfrm>
                <a:off x="8513860" y="590304"/>
                <a:ext cx="179200" cy="658560"/>
              </a:xfrm>
              <a:custGeom>
                <a:avLst/>
                <a:gdLst/>
                <a:ahLst/>
                <a:cxnLst/>
                <a:rect l="l" t="t" r="r" b="b"/>
                <a:pathLst>
                  <a:path w="3200" h="11760" extrusionOk="0">
                    <a:moveTo>
                      <a:pt x="1580" y="1"/>
                    </a:moveTo>
                    <a:cubicBezTo>
                      <a:pt x="2189" y="1"/>
                      <a:pt x="2622" y="494"/>
                      <a:pt x="2540" y="1098"/>
                    </a:cubicBezTo>
                    <a:lnTo>
                      <a:pt x="1253" y="10663"/>
                    </a:lnTo>
                    <a:cubicBezTo>
                      <a:pt x="1173" y="11265"/>
                      <a:pt x="609" y="11760"/>
                      <a:pt x="0" y="11760"/>
                    </a:cubicBezTo>
                    <a:lnTo>
                      <a:pt x="580" y="11760"/>
                    </a:lnTo>
                    <a:cubicBezTo>
                      <a:pt x="1188" y="11760"/>
                      <a:pt x="1752" y="11267"/>
                      <a:pt x="1834" y="10663"/>
                    </a:cubicBezTo>
                    <a:lnTo>
                      <a:pt x="3120" y="1098"/>
                    </a:lnTo>
                    <a:cubicBezTo>
                      <a:pt x="3200" y="494"/>
                      <a:pt x="2769"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50"/>
              <p:cNvSpPr/>
              <p:nvPr/>
            </p:nvSpPr>
            <p:spPr>
              <a:xfrm>
                <a:off x="8106684" y="467496"/>
                <a:ext cx="156464" cy="122976"/>
              </a:xfrm>
              <a:custGeom>
                <a:avLst/>
                <a:gdLst/>
                <a:ahLst/>
                <a:cxnLst/>
                <a:rect l="l" t="t" r="r" b="b"/>
                <a:pathLst>
                  <a:path w="2794" h="2196" extrusionOk="0">
                    <a:moveTo>
                      <a:pt x="3" y="0"/>
                    </a:moveTo>
                    <a:cubicBezTo>
                      <a:pt x="2" y="0"/>
                      <a:pt x="1" y="0"/>
                      <a:pt x="1" y="0"/>
                    </a:cubicBezTo>
                    <a:lnTo>
                      <a:pt x="5" y="0"/>
                    </a:lnTo>
                    <a:cubicBezTo>
                      <a:pt x="5" y="0"/>
                      <a:pt x="4" y="0"/>
                      <a:pt x="3" y="0"/>
                    </a:cubicBezTo>
                    <a:close/>
                    <a:moveTo>
                      <a:pt x="5" y="0"/>
                    </a:moveTo>
                    <a:lnTo>
                      <a:pt x="5" y="0"/>
                    </a:lnTo>
                    <a:cubicBezTo>
                      <a:pt x="609" y="2"/>
                      <a:pt x="1106" y="495"/>
                      <a:pt x="1106" y="1098"/>
                    </a:cubicBezTo>
                    <a:cubicBezTo>
                      <a:pt x="1106" y="1702"/>
                      <a:pt x="1605" y="2195"/>
                      <a:pt x="2213" y="2195"/>
                    </a:cubicBezTo>
                    <a:lnTo>
                      <a:pt x="2794" y="2195"/>
                    </a:lnTo>
                    <a:cubicBezTo>
                      <a:pt x="2185" y="2195"/>
                      <a:pt x="1687" y="1702"/>
                      <a:pt x="1687" y="1098"/>
                    </a:cubicBezTo>
                    <a:cubicBezTo>
                      <a:pt x="1687" y="494"/>
                      <a:pt x="1188" y="0"/>
                      <a:pt x="58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50"/>
              <p:cNvSpPr/>
              <p:nvPr/>
            </p:nvSpPr>
            <p:spPr>
              <a:xfrm>
                <a:off x="7370564" y="228600"/>
                <a:ext cx="667296" cy="579544"/>
              </a:xfrm>
              <a:custGeom>
                <a:avLst/>
                <a:gdLst/>
                <a:ahLst/>
                <a:cxnLst/>
                <a:rect l="l" t="t" r="r" b="b"/>
                <a:pathLst>
                  <a:path w="11916" h="10349" extrusionOk="0">
                    <a:moveTo>
                      <a:pt x="5958" y="0"/>
                    </a:moveTo>
                    <a:cubicBezTo>
                      <a:pt x="5535" y="337"/>
                      <a:pt x="3949" y="1480"/>
                      <a:pt x="1957" y="1514"/>
                    </a:cubicBezTo>
                    <a:cubicBezTo>
                      <a:pt x="1957" y="1514"/>
                      <a:pt x="0" y="8160"/>
                      <a:pt x="5958" y="10348"/>
                    </a:cubicBezTo>
                    <a:cubicBezTo>
                      <a:pt x="11916" y="8160"/>
                      <a:pt x="9958" y="1514"/>
                      <a:pt x="9958" y="1514"/>
                    </a:cubicBezTo>
                    <a:cubicBezTo>
                      <a:pt x="7966" y="1482"/>
                      <a:pt x="6381" y="337"/>
                      <a:pt x="59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50"/>
              <p:cNvSpPr/>
              <p:nvPr/>
            </p:nvSpPr>
            <p:spPr>
              <a:xfrm>
                <a:off x="7581740" y="405056"/>
                <a:ext cx="258888" cy="203112"/>
              </a:xfrm>
              <a:custGeom>
                <a:avLst/>
                <a:gdLst/>
                <a:ahLst/>
                <a:cxnLst/>
                <a:rect l="l" t="t" r="r" b="b"/>
                <a:pathLst>
                  <a:path w="4623" h="3627" extrusionOk="0">
                    <a:moveTo>
                      <a:pt x="4111" y="1"/>
                    </a:moveTo>
                    <a:lnTo>
                      <a:pt x="1740" y="2717"/>
                    </a:lnTo>
                    <a:lnTo>
                      <a:pt x="395" y="1759"/>
                    </a:lnTo>
                    <a:lnTo>
                      <a:pt x="0" y="2310"/>
                    </a:lnTo>
                    <a:lnTo>
                      <a:pt x="1845" y="3627"/>
                    </a:lnTo>
                    <a:lnTo>
                      <a:pt x="4623" y="448"/>
                    </a:lnTo>
                    <a:lnTo>
                      <a:pt x="411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50"/>
              <p:cNvSpPr/>
              <p:nvPr/>
            </p:nvSpPr>
            <p:spPr>
              <a:xfrm>
                <a:off x="7615844" y="308512"/>
                <a:ext cx="422016" cy="499632"/>
              </a:xfrm>
              <a:custGeom>
                <a:avLst/>
                <a:gdLst/>
                <a:ahLst/>
                <a:cxnLst/>
                <a:rect l="l" t="t" r="r" b="b"/>
                <a:pathLst>
                  <a:path w="7536" h="8922" extrusionOk="0">
                    <a:moveTo>
                      <a:pt x="4694" y="0"/>
                    </a:moveTo>
                    <a:cubicBezTo>
                      <a:pt x="4798" y="2523"/>
                      <a:pt x="4170" y="6286"/>
                      <a:pt x="1" y="8130"/>
                    </a:cubicBezTo>
                    <a:cubicBezTo>
                      <a:pt x="453" y="8431"/>
                      <a:pt x="973" y="8700"/>
                      <a:pt x="1577" y="8921"/>
                    </a:cubicBezTo>
                    <a:cubicBezTo>
                      <a:pt x="7536" y="6733"/>
                      <a:pt x="5578" y="87"/>
                      <a:pt x="5578" y="87"/>
                    </a:cubicBezTo>
                    <a:cubicBezTo>
                      <a:pt x="5274" y="82"/>
                      <a:pt x="4977" y="50"/>
                      <a:pt x="46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50"/>
              <p:cNvSpPr/>
              <p:nvPr/>
            </p:nvSpPr>
            <p:spPr>
              <a:xfrm>
                <a:off x="7456852" y="1020832"/>
                <a:ext cx="632912" cy="135800"/>
              </a:xfrm>
              <a:custGeom>
                <a:avLst/>
                <a:gdLst/>
                <a:ahLst/>
                <a:cxnLst/>
                <a:rect l="l" t="t" r="r" b="b"/>
                <a:pathLst>
                  <a:path w="11302" h="2425" extrusionOk="0">
                    <a:moveTo>
                      <a:pt x="1632" y="0"/>
                    </a:moveTo>
                    <a:cubicBezTo>
                      <a:pt x="736" y="0"/>
                      <a:pt x="0" y="545"/>
                      <a:pt x="0" y="1212"/>
                    </a:cubicBezTo>
                    <a:cubicBezTo>
                      <a:pt x="0" y="1878"/>
                      <a:pt x="734" y="2424"/>
                      <a:pt x="1632" y="2424"/>
                    </a:cubicBezTo>
                    <a:lnTo>
                      <a:pt x="9671" y="2424"/>
                    </a:lnTo>
                    <a:cubicBezTo>
                      <a:pt x="10569" y="2424"/>
                      <a:pt x="11302" y="1878"/>
                      <a:pt x="11302" y="1212"/>
                    </a:cubicBezTo>
                    <a:cubicBezTo>
                      <a:pt x="11302" y="545"/>
                      <a:pt x="10569" y="0"/>
                      <a:pt x="96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50"/>
              <p:cNvSpPr/>
              <p:nvPr/>
            </p:nvSpPr>
            <p:spPr>
              <a:xfrm>
                <a:off x="7520357" y="1057176"/>
                <a:ext cx="68824" cy="70784"/>
              </a:xfrm>
              <a:custGeom>
                <a:avLst/>
                <a:gdLst/>
                <a:ahLst/>
                <a:cxnLst/>
                <a:rect l="l" t="t" r="r" b="b"/>
                <a:pathLst>
                  <a:path w="1229" h="1264" extrusionOk="0">
                    <a:moveTo>
                      <a:pt x="513" y="1"/>
                    </a:moveTo>
                    <a:lnTo>
                      <a:pt x="516" y="457"/>
                    </a:lnTo>
                    <a:lnTo>
                      <a:pt x="106" y="217"/>
                    </a:lnTo>
                    <a:lnTo>
                      <a:pt x="0" y="406"/>
                    </a:lnTo>
                    <a:lnTo>
                      <a:pt x="405" y="630"/>
                    </a:lnTo>
                    <a:lnTo>
                      <a:pt x="0" y="857"/>
                    </a:lnTo>
                    <a:lnTo>
                      <a:pt x="106" y="1044"/>
                    </a:lnTo>
                    <a:lnTo>
                      <a:pt x="516" y="803"/>
                    </a:lnTo>
                    <a:lnTo>
                      <a:pt x="513" y="1264"/>
                    </a:lnTo>
                    <a:lnTo>
                      <a:pt x="716" y="1264"/>
                    </a:lnTo>
                    <a:lnTo>
                      <a:pt x="712" y="803"/>
                    </a:lnTo>
                    <a:lnTo>
                      <a:pt x="1122" y="1044"/>
                    </a:lnTo>
                    <a:lnTo>
                      <a:pt x="1229" y="857"/>
                    </a:lnTo>
                    <a:lnTo>
                      <a:pt x="825" y="630"/>
                    </a:lnTo>
                    <a:lnTo>
                      <a:pt x="1229" y="406"/>
                    </a:lnTo>
                    <a:lnTo>
                      <a:pt x="1122" y="217"/>
                    </a:lnTo>
                    <a:lnTo>
                      <a:pt x="712" y="457"/>
                    </a:lnTo>
                    <a:lnTo>
                      <a:pt x="7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50"/>
              <p:cNvSpPr/>
              <p:nvPr/>
            </p:nvSpPr>
            <p:spPr>
              <a:xfrm>
                <a:off x="7633421" y="1057176"/>
                <a:ext cx="68768" cy="70784"/>
              </a:xfrm>
              <a:custGeom>
                <a:avLst/>
                <a:gdLst/>
                <a:ahLst/>
                <a:cxnLst/>
                <a:rect l="l" t="t" r="r" b="b"/>
                <a:pathLst>
                  <a:path w="1228" h="1264" extrusionOk="0">
                    <a:moveTo>
                      <a:pt x="513" y="1"/>
                    </a:moveTo>
                    <a:lnTo>
                      <a:pt x="517" y="457"/>
                    </a:lnTo>
                    <a:lnTo>
                      <a:pt x="107" y="217"/>
                    </a:lnTo>
                    <a:lnTo>
                      <a:pt x="0" y="406"/>
                    </a:lnTo>
                    <a:lnTo>
                      <a:pt x="406" y="630"/>
                    </a:lnTo>
                    <a:lnTo>
                      <a:pt x="0" y="857"/>
                    </a:lnTo>
                    <a:lnTo>
                      <a:pt x="107" y="1044"/>
                    </a:lnTo>
                    <a:lnTo>
                      <a:pt x="517" y="803"/>
                    </a:lnTo>
                    <a:lnTo>
                      <a:pt x="513" y="1264"/>
                    </a:lnTo>
                    <a:lnTo>
                      <a:pt x="716" y="1264"/>
                    </a:lnTo>
                    <a:lnTo>
                      <a:pt x="714" y="803"/>
                    </a:lnTo>
                    <a:lnTo>
                      <a:pt x="714" y="803"/>
                    </a:lnTo>
                    <a:lnTo>
                      <a:pt x="1121" y="1044"/>
                    </a:lnTo>
                    <a:lnTo>
                      <a:pt x="1228" y="857"/>
                    </a:lnTo>
                    <a:lnTo>
                      <a:pt x="824" y="630"/>
                    </a:lnTo>
                    <a:lnTo>
                      <a:pt x="1228" y="406"/>
                    </a:lnTo>
                    <a:lnTo>
                      <a:pt x="1121" y="217"/>
                    </a:lnTo>
                    <a:lnTo>
                      <a:pt x="714" y="457"/>
                    </a:lnTo>
                    <a:lnTo>
                      <a:pt x="7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50"/>
              <p:cNvSpPr/>
              <p:nvPr/>
            </p:nvSpPr>
            <p:spPr>
              <a:xfrm>
                <a:off x="7746597" y="1057176"/>
                <a:ext cx="68656" cy="70784"/>
              </a:xfrm>
              <a:custGeom>
                <a:avLst/>
                <a:gdLst/>
                <a:ahLst/>
                <a:cxnLst/>
                <a:rect l="l" t="t" r="r" b="b"/>
                <a:pathLst>
                  <a:path w="1226" h="1264" extrusionOk="0">
                    <a:moveTo>
                      <a:pt x="513" y="1"/>
                    </a:moveTo>
                    <a:lnTo>
                      <a:pt x="516" y="457"/>
                    </a:lnTo>
                    <a:lnTo>
                      <a:pt x="106" y="217"/>
                    </a:lnTo>
                    <a:lnTo>
                      <a:pt x="1" y="406"/>
                    </a:lnTo>
                    <a:lnTo>
                      <a:pt x="407" y="630"/>
                    </a:lnTo>
                    <a:lnTo>
                      <a:pt x="1" y="857"/>
                    </a:lnTo>
                    <a:lnTo>
                      <a:pt x="106" y="1044"/>
                    </a:lnTo>
                    <a:lnTo>
                      <a:pt x="516" y="803"/>
                    </a:lnTo>
                    <a:lnTo>
                      <a:pt x="513" y="1264"/>
                    </a:lnTo>
                    <a:lnTo>
                      <a:pt x="715" y="1264"/>
                    </a:lnTo>
                    <a:lnTo>
                      <a:pt x="712" y="803"/>
                    </a:lnTo>
                    <a:lnTo>
                      <a:pt x="712" y="803"/>
                    </a:lnTo>
                    <a:lnTo>
                      <a:pt x="1121" y="1044"/>
                    </a:lnTo>
                    <a:lnTo>
                      <a:pt x="1226" y="857"/>
                    </a:lnTo>
                    <a:lnTo>
                      <a:pt x="822" y="630"/>
                    </a:lnTo>
                    <a:lnTo>
                      <a:pt x="1226" y="406"/>
                    </a:lnTo>
                    <a:lnTo>
                      <a:pt x="1121" y="217"/>
                    </a:lnTo>
                    <a:lnTo>
                      <a:pt x="712" y="457"/>
                    </a:lnTo>
                    <a:lnTo>
                      <a:pt x="71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50"/>
              <p:cNvSpPr/>
              <p:nvPr/>
            </p:nvSpPr>
            <p:spPr>
              <a:xfrm>
                <a:off x="7859436" y="1057176"/>
                <a:ext cx="68824" cy="70784"/>
              </a:xfrm>
              <a:custGeom>
                <a:avLst/>
                <a:gdLst/>
                <a:ahLst/>
                <a:cxnLst/>
                <a:rect l="l" t="t" r="r" b="b"/>
                <a:pathLst>
                  <a:path w="1229" h="1264" extrusionOk="0">
                    <a:moveTo>
                      <a:pt x="512" y="1"/>
                    </a:moveTo>
                    <a:lnTo>
                      <a:pt x="516" y="457"/>
                    </a:lnTo>
                    <a:lnTo>
                      <a:pt x="516" y="457"/>
                    </a:lnTo>
                    <a:lnTo>
                      <a:pt x="106" y="217"/>
                    </a:lnTo>
                    <a:lnTo>
                      <a:pt x="0" y="406"/>
                    </a:lnTo>
                    <a:lnTo>
                      <a:pt x="407" y="630"/>
                    </a:lnTo>
                    <a:lnTo>
                      <a:pt x="0" y="857"/>
                    </a:lnTo>
                    <a:lnTo>
                      <a:pt x="106" y="1044"/>
                    </a:lnTo>
                    <a:lnTo>
                      <a:pt x="516" y="803"/>
                    </a:lnTo>
                    <a:lnTo>
                      <a:pt x="512" y="1264"/>
                    </a:lnTo>
                    <a:lnTo>
                      <a:pt x="716" y="1264"/>
                    </a:lnTo>
                    <a:lnTo>
                      <a:pt x="714" y="803"/>
                    </a:lnTo>
                    <a:lnTo>
                      <a:pt x="1124" y="1044"/>
                    </a:lnTo>
                    <a:lnTo>
                      <a:pt x="1229" y="857"/>
                    </a:lnTo>
                    <a:lnTo>
                      <a:pt x="825" y="630"/>
                    </a:lnTo>
                    <a:lnTo>
                      <a:pt x="1229" y="406"/>
                    </a:lnTo>
                    <a:lnTo>
                      <a:pt x="1124" y="217"/>
                    </a:lnTo>
                    <a:lnTo>
                      <a:pt x="714" y="457"/>
                    </a:lnTo>
                    <a:lnTo>
                      <a:pt x="7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50"/>
              <p:cNvSpPr/>
              <p:nvPr/>
            </p:nvSpPr>
            <p:spPr>
              <a:xfrm>
                <a:off x="7972501" y="1057176"/>
                <a:ext cx="68824" cy="70784"/>
              </a:xfrm>
              <a:custGeom>
                <a:avLst/>
                <a:gdLst/>
                <a:ahLst/>
                <a:cxnLst/>
                <a:rect l="l" t="t" r="r" b="b"/>
                <a:pathLst>
                  <a:path w="1229" h="1264" extrusionOk="0">
                    <a:moveTo>
                      <a:pt x="513" y="1"/>
                    </a:moveTo>
                    <a:lnTo>
                      <a:pt x="517" y="457"/>
                    </a:lnTo>
                    <a:lnTo>
                      <a:pt x="517" y="457"/>
                    </a:lnTo>
                    <a:lnTo>
                      <a:pt x="107" y="217"/>
                    </a:lnTo>
                    <a:lnTo>
                      <a:pt x="0" y="406"/>
                    </a:lnTo>
                    <a:lnTo>
                      <a:pt x="406" y="630"/>
                    </a:lnTo>
                    <a:lnTo>
                      <a:pt x="0" y="857"/>
                    </a:lnTo>
                    <a:lnTo>
                      <a:pt x="107" y="1044"/>
                    </a:lnTo>
                    <a:lnTo>
                      <a:pt x="517" y="803"/>
                    </a:lnTo>
                    <a:lnTo>
                      <a:pt x="513" y="1264"/>
                    </a:lnTo>
                    <a:lnTo>
                      <a:pt x="716" y="1264"/>
                    </a:lnTo>
                    <a:lnTo>
                      <a:pt x="714" y="803"/>
                    </a:lnTo>
                    <a:lnTo>
                      <a:pt x="1124" y="1044"/>
                    </a:lnTo>
                    <a:lnTo>
                      <a:pt x="1229" y="857"/>
                    </a:lnTo>
                    <a:lnTo>
                      <a:pt x="825" y="630"/>
                    </a:lnTo>
                    <a:lnTo>
                      <a:pt x="1229" y="406"/>
                    </a:lnTo>
                    <a:lnTo>
                      <a:pt x="1124" y="217"/>
                    </a:lnTo>
                    <a:lnTo>
                      <a:pt x="714" y="457"/>
                    </a:lnTo>
                    <a:lnTo>
                      <a:pt x="7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7" name="Google Shape;1157;p50"/>
            <p:cNvSpPr/>
            <p:nvPr/>
          </p:nvSpPr>
          <p:spPr>
            <a:xfrm flipH="1">
              <a:off x="7133528" y="228600"/>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50"/>
            <p:cNvSpPr/>
            <p:nvPr/>
          </p:nvSpPr>
          <p:spPr>
            <a:xfrm flipH="1">
              <a:off x="8497777" y="1436248"/>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50"/>
            <p:cNvSpPr/>
            <p:nvPr/>
          </p:nvSpPr>
          <p:spPr>
            <a:xfrm flipH="1">
              <a:off x="8879600" y="1248875"/>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0" name="Google Shape;1160;p50"/>
          <p:cNvGrpSpPr/>
          <p:nvPr/>
        </p:nvGrpSpPr>
        <p:grpSpPr>
          <a:xfrm>
            <a:off x="76203" y="76211"/>
            <a:ext cx="2019016" cy="2140593"/>
            <a:chOff x="-2749247" y="76211"/>
            <a:chExt cx="2019016" cy="2140593"/>
          </a:xfrm>
        </p:grpSpPr>
        <p:sp>
          <p:nvSpPr>
            <p:cNvPr id="1161" name="Google Shape;1161;p50"/>
            <p:cNvSpPr/>
            <p:nvPr/>
          </p:nvSpPr>
          <p:spPr>
            <a:xfrm>
              <a:off x="-2749247"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50"/>
            <p:cNvSpPr/>
            <p:nvPr/>
          </p:nvSpPr>
          <p:spPr>
            <a:xfrm>
              <a:off x="-2484815" y="1837036"/>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50"/>
            <p:cNvSpPr/>
            <p:nvPr/>
          </p:nvSpPr>
          <p:spPr>
            <a:xfrm>
              <a:off x="-951661" y="152412"/>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50"/>
            <p:cNvSpPr/>
            <p:nvPr/>
          </p:nvSpPr>
          <p:spPr>
            <a:xfrm>
              <a:off x="-2673037" y="1649662"/>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5" name="Google Shape;1165;p50"/>
            <p:cNvGrpSpPr/>
            <p:nvPr/>
          </p:nvGrpSpPr>
          <p:grpSpPr>
            <a:xfrm>
              <a:off x="-2673039" y="152395"/>
              <a:ext cx="1942808" cy="1488424"/>
              <a:chOff x="5843375" y="1941175"/>
              <a:chExt cx="867325" cy="664475"/>
            </a:xfrm>
          </p:grpSpPr>
          <p:sp>
            <p:nvSpPr>
              <p:cNvPr id="1166" name="Google Shape;1166;p50"/>
              <p:cNvSpPr/>
              <p:nvPr/>
            </p:nvSpPr>
            <p:spPr>
              <a:xfrm>
                <a:off x="5921075" y="2072100"/>
                <a:ext cx="708600" cy="447475"/>
              </a:xfrm>
              <a:custGeom>
                <a:avLst/>
                <a:gdLst/>
                <a:ahLst/>
                <a:cxnLst/>
                <a:rect l="l" t="t" r="r" b="b"/>
                <a:pathLst>
                  <a:path w="28344" h="17899" extrusionOk="0">
                    <a:moveTo>
                      <a:pt x="1288" y="0"/>
                    </a:moveTo>
                    <a:cubicBezTo>
                      <a:pt x="581" y="0"/>
                      <a:pt x="1" y="579"/>
                      <a:pt x="1" y="1288"/>
                    </a:cubicBezTo>
                    <a:lnTo>
                      <a:pt x="1" y="16611"/>
                    </a:lnTo>
                    <a:cubicBezTo>
                      <a:pt x="1" y="17318"/>
                      <a:pt x="581" y="17899"/>
                      <a:pt x="1288" y="17899"/>
                    </a:cubicBezTo>
                    <a:lnTo>
                      <a:pt x="27056" y="17899"/>
                    </a:lnTo>
                    <a:cubicBezTo>
                      <a:pt x="27763" y="17899"/>
                      <a:pt x="28343" y="17318"/>
                      <a:pt x="28343" y="16611"/>
                    </a:cubicBezTo>
                    <a:lnTo>
                      <a:pt x="28343" y="1288"/>
                    </a:lnTo>
                    <a:cubicBezTo>
                      <a:pt x="28343" y="579"/>
                      <a:pt x="27763" y="0"/>
                      <a:pt x="270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50"/>
              <p:cNvSpPr/>
              <p:nvPr/>
            </p:nvSpPr>
            <p:spPr>
              <a:xfrm>
                <a:off x="5921150" y="2408000"/>
                <a:ext cx="708550" cy="111575"/>
              </a:xfrm>
              <a:custGeom>
                <a:avLst/>
                <a:gdLst/>
                <a:ahLst/>
                <a:cxnLst/>
                <a:rect l="l" t="t" r="r" b="b"/>
                <a:pathLst>
                  <a:path w="28342" h="4463" extrusionOk="0">
                    <a:moveTo>
                      <a:pt x="0" y="0"/>
                    </a:moveTo>
                    <a:lnTo>
                      <a:pt x="0" y="3175"/>
                    </a:lnTo>
                    <a:cubicBezTo>
                      <a:pt x="0" y="3882"/>
                      <a:pt x="579" y="4463"/>
                      <a:pt x="1288" y="4463"/>
                    </a:cubicBezTo>
                    <a:lnTo>
                      <a:pt x="27054" y="4463"/>
                    </a:lnTo>
                    <a:cubicBezTo>
                      <a:pt x="27761" y="4463"/>
                      <a:pt x="28342" y="3882"/>
                      <a:pt x="28342" y="3175"/>
                    </a:cubicBezTo>
                    <a:lnTo>
                      <a:pt x="283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50"/>
              <p:cNvSpPr/>
              <p:nvPr/>
            </p:nvSpPr>
            <p:spPr>
              <a:xfrm>
                <a:off x="5939650" y="2090875"/>
                <a:ext cx="671500" cy="301075"/>
              </a:xfrm>
              <a:custGeom>
                <a:avLst/>
                <a:gdLst/>
                <a:ahLst/>
                <a:cxnLst/>
                <a:rect l="l" t="t" r="r" b="b"/>
                <a:pathLst>
                  <a:path w="26860" h="12043" extrusionOk="0">
                    <a:moveTo>
                      <a:pt x="414" y="0"/>
                    </a:moveTo>
                    <a:cubicBezTo>
                      <a:pt x="186" y="0"/>
                      <a:pt x="1" y="186"/>
                      <a:pt x="1" y="413"/>
                    </a:cubicBezTo>
                    <a:lnTo>
                      <a:pt x="1" y="11628"/>
                    </a:lnTo>
                    <a:cubicBezTo>
                      <a:pt x="1" y="11856"/>
                      <a:pt x="186" y="12042"/>
                      <a:pt x="414" y="12042"/>
                    </a:cubicBezTo>
                    <a:lnTo>
                      <a:pt x="26447" y="12042"/>
                    </a:lnTo>
                    <a:cubicBezTo>
                      <a:pt x="26674" y="12042"/>
                      <a:pt x="26860" y="11856"/>
                      <a:pt x="26860" y="11628"/>
                    </a:cubicBezTo>
                    <a:lnTo>
                      <a:pt x="26860" y="413"/>
                    </a:lnTo>
                    <a:cubicBezTo>
                      <a:pt x="26860" y="186"/>
                      <a:pt x="26674" y="0"/>
                      <a:pt x="264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50"/>
              <p:cNvSpPr/>
              <p:nvPr/>
            </p:nvSpPr>
            <p:spPr>
              <a:xfrm>
                <a:off x="6101275" y="2587225"/>
                <a:ext cx="348250" cy="18425"/>
              </a:xfrm>
              <a:custGeom>
                <a:avLst/>
                <a:gdLst/>
                <a:ahLst/>
                <a:cxnLst/>
                <a:rect l="l" t="t" r="r" b="b"/>
                <a:pathLst>
                  <a:path w="13930" h="737" extrusionOk="0">
                    <a:moveTo>
                      <a:pt x="1" y="1"/>
                    </a:moveTo>
                    <a:lnTo>
                      <a:pt x="1" y="736"/>
                    </a:lnTo>
                    <a:lnTo>
                      <a:pt x="13930" y="736"/>
                    </a:lnTo>
                    <a:lnTo>
                      <a:pt x="139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50"/>
              <p:cNvSpPr/>
              <p:nvPr/>
            </p:nvSpPr>
            <p:spPr>
              <a:xfrm>
                <a:off x="6146700" y="2519500"/>
                <a:ext cx="257425" cy="67750"/>
              </a:xfrm>
              <a:custGeom>
                <a:avLst/>
                <a:gdLst/>
                <a:ahLst/>
                <a:cxnLst/>
                <a:rect l="l" t="t" r="r" b="b"/>
                <a:pathLst>
                  <a:path w="10297" h="2710" extrusionOk="0">
                    <a:moveTo>
                      <a:pt x="0" y="0"/>
                    </a:moveTo>
                    <a:lnTo>
                      <a:pt x="0" y="2710"/>
                    </a:lnTo>
                    <a:lnTo>
                      <a:pt x="10296" y="2710"/>
                    </a:lnTo>
                    <a:lnTo>
                      <a:pt x="1029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50"/>
              <p:cNvSpPr/>
              <p:nvPr/>
            </p:nvSpPr>
            <p:spPr>
              <a:xfrm>
                <a:off x="6146700" y="2519500"/>
                <a:ext cx="257425" cy="39050"/>
              </a:xfrm>
              <a:custGeom>
                <a:avLst/>
                <a:gdLst/>
                <a:ahLst/>
                <a:cxnLst/>
                <a:rect l="l" t="t" r="r" b="b"/>
                <a:pathLst>
                  <a:path w="10297" h="1562" extrusionOk="0">
                    <a:moveTo>
                      <a:pt x="0" y="0"/>
                    </a:moveTo>
                    <a:lnTo>
                      <a:pt x="0" y="505"/>
                    </a:lnTo>
                    <a:lnTo>
                      <a:pt x="10296" y="1562"/>
                    </a:lnTo>
                    <a:lnTo>
                      <a:pt x="102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50"/>
              <p:cNvSpPr/>
              <p:nvPr/>
            </p:nvSpPr>
            <p:spPr>
              <a:xfrm>
                <a:off x="6033400" y="1941175"/>
                <a:ext cx="484000" cy="420325"/>
              </a:xfrm>
              <a:custGeom>
                <a:avLst/>
                <a:gdLst/>
                <a:ahLst/>
                <a:cxnLst/>
                <a:rect l="l" t="t" r="r" b="b"/>
                <a:pathLst>
                  <a:path w="19360" h="16813" extrusionOk="0">
                    <a:moveTo>
                      <a:pt x="9680" y="1"/>
                    </a:moveTo>
                    <a:cubicBezTo>
                      <a:pt x="8992" y="545"/>
                      <a:pt x="6417" y="2407"/>
                      <a:pt x="3179" y="2460"/>
                    </a:cubicBezTo>
                    <a:cubicBezTo>
                      <a:pt x="3179" y="2460"/>
                      <a:pt x="1" y="13256"/>
                      <a:pt x="9680" y="16813"/>
                    </a:cubicBezTo>
                    <a:cubicBezTo>
                      <a:pt x="19360" y="13256"/>
                      <a:pt x="16180" y="2460"/>
                      <a:pt x="16180" y="2460"/>
                    </a:cubicBezTo>
                    <a:cubicBezTo>
                      <a:pt x="12942" y="2407"/>
                      <a:pt x="10367" y="545"/>
                      <a:pt x="96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50"/>
              <p:cNvSpPr/>
              <p:nvPr/>
            </p:nvSpPr>
            <p:spPr>
              <a:xfrm>
                <a:off x="6175150" y="1997400"/>
                <a:ext cx="342250" cy="364100"/>
              </a:xfrm>
              <a:custGeom>
                <a:avLst/>
                <a:gdLst/>
                <a:ahLst/>
                <a:cxnLst/>
                <a:rect l="l" t="t" r="r" b="b"/>
                <a:pathLst>
                  <a:path w="13690" h="14564" extrusionOk="0">
                    <a:moveTo>
                      <a:pt x="8725" y="0"/>
                    </a:moveTo>
                    <a:cubicBezTo>
                      <a:pt x="8528" y="5800"/>
                      <a:pt x="4894" y="10632"/>
                      <a:pt x="0" y="12101"/>
                    </a:cubicBezTo>
                    <a:cubicBezTo>
                      <a:pt x="996" y="13082"/>
                      <a:pt x="2301" y="13936"/>
                      <a:pt x="4010" y="14564"/>
                    </a:cubicBezTo>
                    <a:cubicBezTo>
                      <a:pt x="13690" y="11007"/>
                      <a:pt x="10510" y="211"/>
                      <a:pt x="10510" y="211"/>
                    </a:cubicBezTo>
                    <a:cubicBezTo>
                      <a:pt x="9887" y="200"/>
                      <a:pt x="9290" y="122"/>
                      <a:pt x="87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50"/>
              <p:cNvSpPr/>
              <p:nvPr/>
            </p:nvSpPr>
            <p:spPr>
              <a:xfrm>
                <a:off x="6218375" y="2025875"/>
                <a:ext cx="114100" cy="112250"/>
              </a:xfrm>
              <a:custGeom>
                <a:avLst/>
                <a:gdLst/>
                <a:ahLst/>
                <a:cxnLst/>
                <a:rect l="l" t="t" r="r" b="b"/>
                <a:pathLst>
                  <a:path w="4564" h="4490" extrusionOk="0">
                    <a:moveTo>
                      <a:pt x="2599" y="587"/>
                    </a:moveTo>
                    <a:cubicBezTo>
                      <a:pt x="3359" y="587"/>
                      <a:pt x="3975" y="1205"/>
                      <a:pt x="3975" y="1962"/>
                    </a:cubicBezTo>
                    <a:lnTo>
                      <a:pt x="3975" y="2524"/>
                    </a:lnTo>
                    <a:cubicBezTo>
                      <a:pt x="3975" y="3284"/>
                      <a:pt x="3357" y="3900"/>
                      <a:pt x="2599" y="3900"/>
                    </a:cubicBezTo>
                    <a:lnTo>
                      <a:pt x="1963" y="3900"/>
                    </a:lnTo>
                    <a:cubicBezTo>
                      <a:pt x="1205" y="3900"/>
                      <a:pt x="587" y="3282"/>
                      <a:pt x="587" y="2524"/>
                    </a:cubicBezTo>
                    <a:lnTo>
                      <a:pt x="587" y="1962"/>
                    </a:lnTo>
                    <a:cubicBezTo>
                      <a:pt x="587" y="1203"/>
                      <a:pt x="1206" y="587"/>
                      <a:pt x="1963" y="587"/>
                    </a:cubicBezTo>
                    <a:close/>
                    <a:moveTo>
                      <a:pt x="1963" y="0"/>
                    </a:moveTo>
                    <a:cubicBezTo>
                      <a:pt x="881" y="0"/>
                      <a:pt x="1" y="881"/>
                      <a:pt x="1" y="1963"/>
                    </a:cubicBezTo>
                    <a:lnTo>
                      <a:pt x="1" y="2526"/>
                    </a:lnTo>
                    <a:cubicBezTo>
                      <a:pt x="1" y="3608"/>
                      <a:pt x="881" y="4490"/>
                      <a:pt x="1963" y="4490"/>
                    </a:cubicBezTo>
                    <a:lnTo>
                      <a:pt x="2599" y="4490"/>
                    </a:lnTo>
                    <a:cubicBezTo>
                      <a:pt x="3682" y="4490"/>
                      <a:pt x="4563" y="3608"/>
                      <a:pt x="4563" y="2526"/>
                    </a:cubicBezTo>
                    <a:lnTo>
                      <a:pt x="4563" y="1963"/>
                    </a:lnTo>
                    <a:cubicBezTo>
                      <a:pt x="4563" y="881"/>
                      <a:pt x="3682" y="0"/>
                      <a:pt x="259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50"/>
              <p:cNvSpPr/>
              <p:nvPr/>
            </p:nvSpPr>
            <p:spPr>
              <a:xfrm>
                <a:off x="6192525" y="2090225"/>
                <a:ext cx="165725" cy="165675"/>
              </a:xfrm>
              <a:custGeom>
                <a:avLst/>
                <a:gdLst/>
                <a:ahLst/>
                <a:cxnLst/>
                <a:rect l="l" t="t" r="r" b="b"/>
                <a:pathLst>
                  <a:path w="6629" h="6627" extrusionOk="0">
                    <a:moveTo>
                      <a:pt x="1928" y="0"/>
                    </a:moveTo>
                    <a:cubicBezTo>
                      <a:pt x="868" y="0"/>
                      <a:pt x="1" y="868"/>
                      <a:pt x="1" y="1927"/>
                    </a:cubicBezTo>
                    <a:lnTo>
                      <a:pt x="1" y="4700"/>
                    </a:lnTo>
                    <a:cubicBezTo>
                      <a:pt x="1" y="5761"/>
                      <a:pt x="868" y="6627"/>
                      <a:pt x="1928" y="6627"/>
                    </a:cubicBezTo>
                    <a:lnTo>
                      <a:pt x="4701" y="6627"/>
                    </a:lnTo>
                    <a:cubicBezTo>
                      <a:pt x="5762" y="6627"/>
                      <a:pt x="6628" y="5761"/>
                      <a:pt x="6628" y="4700"/>
                    </a:cubicBezTo>
                    <a:lnTo>
                      <a:pt x="6628" y="1927"/>
                    </a:lnTo>
                    <a:cubicBezTo>
                      <a:pt x="6628" y="866"/>
                      <a:pt x="5762" y="0"/>
                      <a:pt x="47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50"/>
              <p:cNvSpPr/>
              <p:nvPr/>
            </p:nvSpPr>
            <p:spPr>
              <a:xfrm>
                <a:off x="6203000" y="2100675"/>
                <a:ext cx="155250" cy="155275"/>
              </a:xfrm>
              <a:custGeom>
                <a:avLst/>
                <a:gdLst/>
                <a:ahLst/>
                <a:cxnLst/>
                <a:rect l="l" t="t" r="r" b="b"/>
                <a:pathLst>
                  <a:path w="6210" h="6211" extrusionOk="0">
                    <a:moveTo>
                      <a:pt x="5474" y="0"/>
                    </a:moveTo>
                    <a:lnTo>
                      <a:pt x="5474" y="0"/>
                    </a:lnTo>
                    <a:cubicBezTo>
                      <a:pt x="5734" y="328"/>
                      <a:pt x="5892" y="742"/>
                      <a:pt x="5892" y="1192"/>
                    </a:cubicBezTo>
                    <a:lnTo>
                      <a:pt x="5892" y="3965"/>
                    </a:lnTo>
                    <a:cubicBezTo>
                      <a:pt x="5892" y="5025"/>
                      <a:pt x="5026" y="5892"/>
                      <a:pt x="3966" y="5892"/>
                    </a:cubicBezTo>
                    <a:lnTo>
                      <a:pt x="1192" y="5892"/>
                    </a:lnTo>
                    <a:cubicBezTo>
                      <a:pt x="741" y="5892"/>
                      <a:pt x="329" y="5735"/>
                      <a:pt x="1" y="5476"/>
                    </a:cubicBezTo>
                    <a:lnTo>
                      <a:pt x="1" y="5476"/>
                    </a:lnTo>
                    <a:cubicBezTo>
                      <a:pt x="354" y="5922"/>
                      <a:pt x="899" y="6210"/>
                      <a:pt x="1509" y="6210"/>
                    </a:cubicBezTo>
                    <a:lnTo>
                      <a:pt x="4282" y="6210"/>
                    </a:lnTo>
                    <a:cubicBezTo>
                      <a:pt x="5343" y="6210"/>
                      <a:pt x="6209" y="5344"/>
                      <a:pt x="6209" y="4284"/>
                    </a:cubicBezTo>
                    <a:lnTo>
                      <a:pt x="6209" y="1511"/>
                    </a:lnTo>
                    <a:cubicBezTo>
                      <a:pt x="6209" y="898"/>
                      <a:pt x="5921" y="354"/>
                      <a:pt x="54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50"/>
              <p:cNvSpPr/>
              <p:nvPr/>
            </p:nvSpPr>
            <p:spPr>
              <a:xfrm>
                <a:off x="6250500" y="2129200"/>
                <a:ext cx="49775" cy="97975"/>
              </a:xfrm>
              <a:custGeom>
                <a:avLst/>
                <a:gdLst/>
                <a:ahLst/>
                <a:cxnLst/>
                <a:rect l="l" t="t" r="r" b="b"/>
                <a:pathLst>
                  <a:path w="1991" h="3919" extrusionOk="0">
                    <a:moveTo>
                      <a:pt x="996" y="1"/>
                    </a:moveTo>
                    <a:cubicBezTo>
                      <a:pt x="447" y="1"/>
                      <a:pt x="1" y="446"/>
                      <a:pt x="1" y="995"/>
                    </a:cubicBezTo>
                    <a:cubicBezTo>
                      <a:pt x="1" y="1389"/>
                      <a:pt x="231" y="1728"/>
                      <a:pt x="563" y="1888"/>
                    </a:cubicBezTo>
                    <a:lnTo>
                      <a:pt x="69" y="3749"/>
                    </a:lnTo>
                    <a:cubicBezTo>
                      <a:pt x="49" y="3843"/>
                      <a:pt x="112" y="3919"/>
                      <a:pt x="206" y="3919"/>
                    </a:cubicBezTo>
                    <a:lnTo>
                      <a:pt x="1780" y="3919"/>
                    </a:lnTo>
                    <a:cubicBezTo>
                      <a:pt x="1875" y="3919"/>
                      <a:pt x="1938" y="3843"/>
                      <a:pt x="1919" y="3749"/>
                    </a:cubicBezTo>
                    <a:lnTo>
                      <a:pt x="1423" y="1888"/>
                    </a:lnTo>
                    <a:cubicBezTo>
                      <a:pt x="1760" y="1728"/>
                      <a:pt x="1990" y="1389"/>
                      <a:pt x="1990" y="995"/>
                    </a:cubicBezTo>
                    <a:cubicBezTo>
                      <a:pt x="1990" y="446"/>
                      <a:pt x="1545" y="1"/>
                      <a:pt x="99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50"/>
              <p:cNvSpPr/>
              <p:nvPr/>
            </p:nvSpPr>
            <p:spPr>
              <a:xfrm>
                <a:off x="5843375" y="2159725"/>
                <a:ext cx="186300" cy="179525"/>
              </a:xfrm>
              <a:custGeom>
                <a:avLst/>
                <a:gdLst/>
                <a:ahLst/>
                <a:cxnLst/>
                <a:rect l="l" t="t" r="r" b="b"/>
                <a:pathLst>
                  <a:path w="7452" h="7181" extrusionOk="0">
                    <a:moveTo>
                      <a:pt x="1123" y="1"/>
                    </a:moveTo>
                    <a:cubicBezTo>
                      <a:pt x="505" y="1"/>
                      <a:pt x="0" y="505"/>
                      <a:pt x="0" y="1123"/>
                    </a:cubicBezTo>
                    <a:lnTo>
                      <a:pt x="0" y="4567"/>
                    </a:lnTo>
                    <a:cubicBezTo>
                      <a:pt x="0" y="5184"/>
                      <a:pt x="505" y="5689"/>
                      <a:pt x="1123" y="5689"/>
                    </a:cubicBezTo>
                    <a:lnTo>
                      <a:pt x="3470" y="5689"/>
                    </a:lnTo>
                    <a:lnTo>
                      <a:pt x="4843" y="7180"/>
                    </a:lnTo>
                    <a:lnTo>
                      <a:pt x="4843" y="5689"/>
                    </a:lnTo>
                    <a:lnTo>
                      <a:pt x="6328" y="5689"/>
                    </a:lnTo>
                    <a:cubicBezTo>
                      <a:pt x="6946" y="5689"/>
                      <a:pt x="7451" y="5184"/>
                      <a:pt x="7451" y="4567"/>
                    </a:cubicBezTo>
                    <a:lnTo>
                      <a:pt x="7451" y="1123"/>
                    </a:lnTo>
                    <a:cubicBezTo>
                      <a:pt x="7452" y="505"/>
                      <a:pt x="6948" y="1"/>
                      <a:pt x="63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50"/>
              <p:cNvSpPr/>
              <p:nvPr/>
            </p:nvSpPr>
            <p:spPr>
              <a:xfrm>
                <a:off x="5884650" y="2221325"/>
                <a:ext cx="22675" cy="22700"/>
              </a:xfrm>
              <a:custGeom>
                <a:avLst/>
                <a:gdLst/>
                <a:ahLst/>
                <a:cxnLst/>
                <a:rect l="l" t="t" r="r" b="b"/>
                <a:pathLst>
                  <a:path w="907" h="908" extrusionOk="0">
                    <a:moveTo>
                      <a:pt x="454" y="0"/>
                    </a:moveTo>
                    <a:cubicBezTo>
                      <a:pt x="202" y="0"/>
                      <a:pt x="1" y="204"/>
                      <a:pt x="1" y="454"/>
                    </a:cubicBezTo>
                    <a:cubicBezTo>
                      <a:pt x="1" y="704"/>
                      <a:pt x="202" y="907"/>
                      <a:pt x="454" y="907"/>
                    </a:cubicBezTo>
                    <a:cubicBezTo>
                      <a:pt x="703" y="907"/>
                      <a:pt x="907" y="704"/>
                      <a:pt x="907" y="454"/>
                    </a:cubicBezTo>
                    <a:cubicBezTo>
                      <a:pt x="907" y="204"/>
                      <a:pt x="704" y="0"/>
                      <a:pt x="4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50"/>
              <p:cNvSpPr/>
              <p:nvPr/>
            </p:nvSpPr>
            <p:spPr>
              <a:xfrm>
                <a:off x="5925175" y="2221325"/>
                <a:ext cx="22725" cy="22700"/>
              </a:xfrm>
              <a:custGeom>
                <a:avLst/>
                <a:gdLst/>
                <a:ahLst/>
                <a:cxnLst/>
                <a:rect l="l" t="t" r="r" b="b"/>
                <a:pathLst>
                  <a:path w="909" h="908" extrusionOk="0">
                    <a:moveTo>
                      <a:pt x="455" y="0"/>
                    </a:moveTo>
                    <a:cubicBezTo>
                      <a:pt x="204" y="0"/>
                      <a:pt x="1" y="204"/>
                      <a:pt x="1" y="454"/>
                    </a:cubicBezTo>
                    <a:cubicBezTo>
                      <a:pt x="1" y="704"/>
                      <a:pt x="204" y="907"/>
                      <a:pt x="455" y="907"/>
                    </a:cubicBezTo>
                    <a:cubicBezTo>
                      <a:pt x="705" y="907"/>
                      <a:pt x="909" y="704"/>
                      <a:pt x="909" y="454"/>
                    </a:cubicBezTo>
                    <a:cubicBezTo>
                      <a:pt x="909" y="204"/>
                      <a:pt x="705" y="0"/>
                      <a:pt x="4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50"/>
              <p:cNvSpPr/>
              <p:nvPr/>
            </p:nvSpPr>
            <p:spPr>
              <a:xfrm>
                <a:off x="5965725" y="2221325"/>
                <a:ext cx="22700" cy="22700"/>
              </a:xfrm>
              <a:custGeom>
                <a:avLst/>
                <a:gdLst/>
                <a:ahLst/>
                <a:cxnLst/>
                <a:rect l="l" t="t" r="r" b="b"/>
                <a:pathLst>
                  <a:path w="908" h="908" extrusionOk="0">
                    <a:moveTo>
                      <a:pt x="454" y="0"/>
                    </a:moveTo>
                    <a:cubicBezTo>
                      <a:pt x="204" y="0"/>
                      <a:pt x="1" y="204"/>
                      <a:pt x="1" y="454"/>
                    </a:cubicBezTo>
                    <a:cubicBezTo>
                      <a:pt x="1" y="704"/>
                      <a:pt x="204" y="907"/>
                      <a:pt x="454" y="907"/>
                    </a:cubicBezTo>
                    <a:cubicBezTo>
                      <a:pt x="705" y="907"/>
                      <a:pt x="908" y="704"/>
                      <a:pt x="908" y="454"/>
                    </a:cubicBezTo>
                    <a:cubicBezTo>
                      <a:pt x="908" y="204"/>
                      <a:pt x="705" y="0"/>
                      <a:pt x="4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50"/>
              <p:cNvSpPr/>
              <p:nvPr/>
            </p:nvSpPr>
            <p:spPr>
              <a:xfrm>
                <a:off x="5953800" y="2301950"/>
                <a:ext cx="10700" cy="37300"/>
              </a:xfrm>
              <a:custGeom>
                <a:avLst/>
                <a:gdLst/>
                <a:ahLst/>
                <a:cxnLst/>
                <a:rect l="l" t="t" r="r" b="b"/>
                <a:pathLst>
                  <a:path w="428" h="1492" extrusionOk="0">
                    <a:moveTo>
                      <a:pt x="1" y="0"/>
                    </a:moveTo>
                    <a:lnTo>
                      <a:pt x="1" y="1028"/>
                    </a:lnTo>
                    <a:lnTo>
                      <a:pt x="428" y="1491"/>
                    </a:lnTo>
                    <a:lnTo>
                      <a:pt x="4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50"/>
              <p:cNvSpPr/>
              <p:nvPr/>
            </p:nvSpPr>
            <p:spPr>
              <a:xfrm>
                <a:off x="5990975" y="2159725"/>
                <a:ext cx="38700" cy="142250"/>
              </a:xfrm>
              <a:custGeom>
                <a:avLst/>
                <a:gdLst/>
                <a:ahLst/>
                <a:cxnLst/>
                <a:rect l="l" t="t" r="r" b="b"/>
                <a:pathLst>
                  <a:path w="1548" h="5690" extrusionOk="0">
                    <a:moveTo>
                      <a:pt x="0" y="1"/>
                    </a:moveTo>
                    <a:cubicBezTo>
                      <a:pt x="616" y="1"/>
                      <a:pt x="1122" y="505"/>
                      <a:pt x="1122" y="1123"/>
                    </a:cubicBezTo>
                    <a:lnTo>
                      <a:pt x="1122" y="4567"/>
                    </a:lnTo>
                    <a:cubicBezTo>
                      <a:pt x="1122" y="5184"/>
                      <a:pt x="616" y="5689"/>
                      <a:pt x="0" y="5689"/>
                    </a:cubicBezTo>
                    <a:lnTo>
                      <a:pt x="426" y="5689"/>
                    </a:lnTo>
                    <a:cubicBezTo>
                      <a:pt x="1044" y="5689"/>
                      <a:pt x="1548" y="5184"/>
                      <a:pt x="1548" y="4567"/>
                    </a:cubicBezTo>
                    <a:lnTo>
                      <a:pt x="1548" y="1123"/>
                    </a:lnTo>
                    <a:cubicBezTo>
                      <a:pt x="1548" y="505"/>
                      <a:pt x="1044" y="1"/>
                      <a:pt x="4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50"/>
              <p:cNvSpPr/>
              <p:nvPr/>
            </p:nvSpPr>
            <p:spPr>
              <a:xfrm>
                <a:off x="6517225" y="2177425"/>
                <a:ext cx="193475" cy="138825"/>
              </a:xfrm>
              <a:custGeom>
                <a:avLst/>
                <a:gdLst/>
                <a:ahLst/>
                <a:cxnLst/>
                <a:rect l="l" t="t" r="r" b="b"/>
                <a:pathLst>
                  <a:path w="7739" h="5553" extrusionOk="0">
                    <a:moveTo>
                      <a:pt x="3868" y="0"/>
                    </a:moveTo>
                    <a:cubicBezTo>
                      <a:pt x="3611" y="0"/>
                      <a:pt x="3354" y="144"/>
                      <a:pt x="3158" y="432"/>
                    </a:cubicBezTo>
                    <a:lnTo>
                      <a:pt x="391" y="4507"/>
                    </a:lnTo>
                    <a:cubicBezTo>
                      <a:pt x="0" y="5082"/>
                      <a:pt x="250" y="5553"/>
                      <a:pt x="945" y="5553"/>
                    </a:cubicBezTo>
                    <a:lnTo>
                      <a:pt x="6795" y="5553"/>
                    </a:lnTo>
                    <a:cubicBezTo>
                      <a:pt x="7490" y="5553"/>
                      <a:pt x="7739" y="5082"/>
                      <a:pt x="7348" y="4507"/>
                    </a:cubicBezTo>
                    <a:lnTo>
                      <a:pt x="4578" y="432"/>
                    </a:lnTo>
                    <a:cubicBezTo>
                      <a:pt x="4383" y="144"/>
                      <a:pt x="4125" y="0"/>
                      <a:pt x="38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50"/>
              <p:cNvSpPr/>
              <p:nvPr/>
            </p:nvSpPr>
            <p:spPr>
              <a:xfrm>
                <a:off x="6609175" y="2177400"/>
                <a:ext cx="101525" cy="138850"/>
              </a:xfrm>
              <a:custGeom>
                <a:avLst/>
                <a:gdLst/>
                <a:ahLst/>
                <a:cxnLst/>
                <a:rect l="l" t="t" r="r" b="b"/>
                <a:pathLst>
                  <a:path w="4061" h="5554" extrusionOk="0">
                    <a:moveTo>
                      <a:pt x="189" y="1"/>
                    </a:moveTo>
                    <a:cubicBezTo>
                      <a:pt x="126" y="1"/>
                      <a:pt x="63" y="9"/>
                      <a:pt x="1" y="26"/>
                    </a:cubicBezTo>
                    <a:cubicBezTo>
                      <a:pt x="192" y="82"/>
                      <a:pt x="373" y="216"/>
                      <a:pt x="521" y="433"/>
                    </a:cubicBezTo>
                    <a:lnTo>
                      <a:pt x="3289" y="4508"/>
                    </a:lnTo>
                    <a:cubicBezTo>
                      <a:pt x="3680" y="5083"/>
                      <a:pt x="3430" y="5554"/>
                      <a:pt x="2737" y="5554"/>
                    </a:cubicBezTo>
                    <a:lnTo>
                      <a:pt x="3117" y="5554"/>
                    </a:lnTo>
                    <a:cubicBezTo>
                      <a:pt x="3812" y="5552"/>
                      <a:pt x="4061" y="5081"/>
                      <a:pt x="3670" y="4508"/>
                    </a:cubicBezTo>
                    <a:lnTo>
                      <a:pt x="900" y="433"/>
                    </a:lnTo>
                    <a:cubicBezTo>
                      <a:pt x="704" y="144"/>
                      <a:pt x="447" y="1"/>
                      <a:pt x="1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50"/>
              <p:cNvSpPr/>
              <p:nvPr/>
            </p:nvSpPr>
            <p:spPr>
              <a:xfrm>
                <a:off x="6607575" y="2211900"/>
                <a:ext cx="12800" cy="69125"/>
              </a:xfrm>
              <a:custGeom>
                <a:avLst/>
                <a:gdLst/>
                <a:ahLst/>
                <a:cxnLst/>
                <a:rect l="l" t="t" r="r" b="b"/>
                <a:pathLst>
                  <a:path w="512" h="2765" extrusionOk="0">
                    <a:moveTo>
                      <a:pt x="256" y="1"/>
                    </a:moveTo>
                    <a:cubicBezTo>
                      <a:pt x="115" y="1"/>
                      <a:pt x="1" y="116"/>
                      <a:pt x="1" y="257"/>
                    </a:cubicBezTo>
                    <a:lnTo>
                      <a:pt x="1" y="2509"/>
                    </a:lnTo>
                    <a:cubicBezTo>
                      <a:pt x="1" y="2650"/>
                      <a:pt x="115" y="2764"/>
                      <a:pt x="256" y="2764"/>
                    </a:cubicBezTo>
                    <a:cubicBezTo>
                      <a:pt x="396" y="2764"/>
                      <a:pt x="512" y="2650"/>
                      <a:pt x="512" y="2509"/>
                    </a:cubicBezTo>
                    <a:lnTo>
                      <a:pt x="512" y="257"/>
                    </a:lnTo>
                    <a:cubicBezTo>
                      <a:pt x="509" y="116"/>
                      <a:pt x="396" y="1"/>
                      <a:pt x="2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50"/>
              <p:cNvSpPr/>
              <p:nvPr/>
            </p:nvSpPr>
            <p:spPr>
              <a:xfrm>
                <a:off x="6607575" y="2286800"/>
                <a:ext cx="12800" cy="12825"/>
              </a:xfrm>
              <a:custGeom>
                <a:avLst/>
                <a:gdLst/>
                <a:ahLst/>
                <a:cxnLst/>
                <a:rect l="l" t="t" r="r" b="b"/>
                <a:pathLst>
                  <a:path w="512" h="513" extrusionOk="0">
                    <a:moveTo>
                      <a:pt x="256" y="0"/>
                    </a:moveTo>
                    <a:cubicBezTo>
                      <a:pt x="115" y="0"/>
                      <a:pt x="1" y="114"/>
                      <a:pt x="1" y="256"/>
                    </a:cubicBezTo>
                    <a:cubicBezTo>
                      <a:pt x="1" y="397"/>
                      <a:pt x="115" y="513"/>
                      <a:pt x="256" y="513"/>
                    </a:cubicBezTo>
                    <a:cubicBezTo>
                      <a:pt x="396" y="513"/>
                      <a:pt x="512" y="399"/>
                      <a:pt x="512" y="256"/>
                    </a:cubicBezTo>
                    <a:cubicBezTo>
                      <a:pt x="509" y="114"/>
                      <a:pt x="396" y="0"/>
                      <a:pt x="2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1"/>
        <p:cNvGrpSpPr/>
        <p:nvPr/>
      </p:nvGrpSpPr>
      <p:grpSpPr>
        <a:xfrm>
          <a:off x="0" y="0"/>
          <a:ext cx="0" cy="0"/>
          <a:chOff x="0" y="0"/>
          <a:chExt cx="0" cy="0"/>
        </a:xfrm>
      </p:grpSpPr>
      <p:sp>
        <p:nvSpPr>
          <p:cNvPr id="1192" name="Google Shape;1192;p51"/>
          <p:cNvSpPr txBox="1">
            <a:spLocks noGrp="1"/>
          </p:cNvSpPr>
          <p:nvPr>
            <p:ph type="title"/>
          </p:nvPr>
        </p:nvSpPr>
        <p:spPr>
          <a:xfrm>
            <a:off x="720000" y="540000"/>
            <a:ext cx="7704000" cy="676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OUR GOALS</a:t>
            </a:r>
            <a:endParaRPr/>
          </a:p>
        </p:txBody>
      </p:sp>
      <p:cxnSp>
        <p:nvCxnSpPr>
          <p:cNvPr id="1193" name="Google Shape;1193;p51"/>
          <p:cNvCxnSpPr>
            <a:stCxn id="1194" idx="2"/>
            <a:endCxn id="1195" idx="1"/>
          </p:cNvCxnSpPr>
          <p:nvPr/>
        </p:nvCxnSpPr>
        <p:spPr>
          <a:xfrm rot="-5400000" flipH="1">
            <a:off x="1771350" y="1809450"/>
            <a:ext cx="892800" cy="945900"/>
          </a:xfrm>
          <a:prstGeom prst="curvedConnector2">
            <a:avLst/>
          </a:prstGeom>
          <a:noFill/>
          <a:ln w="19050" cap="flat" cmpd="sng">
            <a:solidFill>
              <a:schemeClr val="lt2"/>
            </a:solidFill>
            <a:prstDash val="solid"/>
            <a:round/>
            <a:headEnd type="none" w="med" len="med"/>
            <a:tailEnd type="none" w="med" len="med"/>
          </a:ln>
        </p:spPr>
      </p:cxnSp>
      <p:cxnSp>
        <p:nvCxnSpPr>
          <p:cNvPr id="1196" name="Google Shape;1196;p51"/>
          <p:cNvCxnSpPr>
            <a:stCxn id="1195" idx="2"/>
            <a:endCxn id="1197" idx="1"/>
          </p:cNvCxnSpPr>
          <p:nvPr/>
        </p:nvCxnSpPr>
        <p:spPr>
          <a:xfrm rot="-5400000" flipH="1">
            <a:off x="3437100" y="2979600"/>
            <a:ext cx="893100" cy="945900"/>
          </a:xfrm>
          <a:prstGeom prst="curvedConnector2">
            <a:avLst/>
          </a:prstGeom>
          <a:noFill/>
          <a:ln w="19050" cap="flat" cmpd="sng">
            <a:solidFill>
              <a:schemeClr val="lt2"/>
            </a:solidFill>
            <a:prstDash val="solid"/>
            <a:round/>
            <a:headEnd type="none" w="med" len="med"/>
            <a:tailEnd type="none" w="med" len="med"/>
          </a:ln>
        </p:spPr>
      </p:cxnSp>
      <p:sp>
        <p:nvSpPr>
          <p:cNvPr id="1198" name="Google Shape;1198;p51"/>
          <p:cNvSpPr txBox="1"/>
          <p:nvPr/>
        </p:nvSpPr>
        <p:spPr>
          <a:xfrm>
            <a:off x="2541000" y="1281750"/>
            <a:ext cx="2246400" cy="554100"/>
          </a:xfrm>
          <a:prstGeom prst="rect">
            <a:avLst/>
          </a:prstGeom>
          <a:noFill/>
          <a:ln>
            <a:noFill/>
          </a:ln>
        </p:spPr>
        <p:txBody>
          <a:bodyPr spcFirstLastPara="1" wrap="square" lIns="90000" tIns="91425" rIns="90000" bIns="91425" anchor="b" anchorCtr="0">
            <a:noAutofit/>
          </a:bodyPr>
          <a:lstStyle/>
          <a:p>
            <a:pPr marL="0" lvl="0" indent="0" algn="l" rtl="0">
              <a:spcBef>
                <a:spcPts val="0"/>
              </a:spcBef>
              <a:spcAft>
                <a:spcPts val="0"/>
              </a:spcAft>
              <a:buNone/>
            </a:pPr>
            <a:r>
              <a:rPr lang="en" sz="2400">
                <a:solidFill>
                  <a:schemeClr val="lt1"/>
                </a:solidFill>
                <a:latin typeface="Montserrat Black"/>
                <a:ea typeface="Montserrat Black"/>
                <a:cs typeface="Montserrat Black"/>
                <a:sym typeface="Montserrat Black"/>
              </a:rPr>
              <a:t>SATURN</a:t>
            </a:r>
            <a:endParaRPr sz="2400">
              <a:solidFill>
                <a:schemeClr val="lt1"/>
              </a:solidFill>
              <a:latin typeface="Montserrat Black"/>
              <a:ea typeface="Montserrat Black"/>
              <a:cs typeface="Montserrat Black"/>
              <a:sym typeface="Montserrat Black"/>
            </a:endParaRPr>
          </a:p>
        </p:txBody>
      </p:sp>
      <p:sp>
        <p:nvSpPr>
          <p:cNvPr id="1199" name="Google Shape;1199;p51"/>
          <p:cNvSpPr txBox="1"/>
          <p:nvPr/>
        </p:nvSpPr>
        <p:spPr>
          <a:xfrm>
            <a:off x="2541000" y="1759650"/>
            <a:ext cx="2246400" cy="504000"/>
          </a:xfrm>
          <a:prstGeom prst="rect">
            <a:avLst/>
          </a:prstGeom>
          <a:noFill/>
          <a:ln>
            <a:noFill/>
          </a:ln>
        </p:spPr>
        <p:txBody>
          <a:bodyPr spcFirstLastPara="1" wrap="square" lIns="90000" tIns="91425" rIns="90000" bIns="91425" anchor="t" anchorCtr="0">
            <a:noAutofit/>
          </a:bodyPr>
          <a:lstStyle/>
          <a:p>
            <a:pPr marL="0" lvl="0" indent="0" algn="l" rtl="0">
              <a:spcBef>
                <a:spcPts val="0"/>
              </a:spcBef>
              <a:spcAft>
                <a:spcPts val="0"/>
              </a:spcAft>
              <a:buNone/>
            </a:pPr>
            <a:r>
              <a:rPr lang="en">
                <a:solidFill>
                  <a:schemeClr val="dk1"/>
                </a:solidFill>
                <a:latin typeface="Montserrat Medium"/>
                <a:ea typeface="Montserrat Medium"/>
                <a:cs typeface="Montserrat Medium"/>
                <a:sym typeface="Montserrat Medium"/>
              </a:rPr>
              <a:t>Saturn is a gas giant and has several rings</a:t>
            </a:r>
            <a:endParaRPr>
              <a:solidFill>
                <a:schemeClr val="dk1"/>
              </a:solidFill>
              <a:latin typeface="Montserrat Medium"/>
              <a:ea typeface="Montserrat Medium"/>
              <a:cs typeface="Montserrat Medium"/>
              <a:sym typeface="Montserrat Medium"/>
            </a:endParaRPr>
          </a:p>
        </p:txBody>
      </p:sp>
      <p:sp>
        <p:nvSpPr>
          <p:cNvPr id="1200" name="Google Shape;1200;p51"/>
          <p:cNvSpPr txBox="1"/>
          <p:nvPr/>
        </p:nvSpPr>
        <p:spPr>
          <a:xfrm>
            <a:off x="5872800" y="3622025"/>
            <a:ext cx="2246400" cy="554100"/>
          </a:xfrm>
          <a:prstGeom prst="rect">
            <a:avLst/>
          </a:prstGeom>
          <a:noFill/>
          <a:ln>
            <a:noFill/>
          </a:ln>
        </p:spPr>
        <p:txBody>
          <a:bodyPr spcFirstLastPara="1" wrap="square" lIns="90000" tIns="91425" rIns="90000" bIns="91425" anchor="b" anchorCtr="0">
            <a:noAutofit/>
          </a:bodyPr>
          <a:lstStyle/>
          <a:p>
            <a:pPr marL="0" lvl="0" indent="0" algn="l" rtl="0">
              <a:spcBef>
                <a:spcPts val="0"/>
              </a:spcBef>
              <a:spcAft>
                <a:spcPts val="0"/>
              </a:spcAft>
              <a:buNone/>
            </a:pPr>
            <a:r>
              <a:rPr lang="en" sz="2400">
                <a:solidFill>
                  <a:schemeClr val="lt1"/>
                </a:solidFill>
                <a:latin typeface="Montserrat Black"/>
                <a:ea typeface="Montserrat Black"/>
                <a:cs typeface="Montserrat Black"/>
                <a:sym typeface="Montserrat Black"/>
              </a:rPr>
              <a:t>JUPITER</a:t>
            </a:r>
            <a:endParaRPr sz="2400">
              <a:solidFill>
                <a:schemeClr val="lt1"/>
              </a:solidFill>
              <a:latin typeface="Montserrat Black"/>
              <a:ea typeface="Montserrat Black"/>
              <a:cs typeface="Montserrat Black"/>
              <a:sym typeface="Montserrat Black"/>
            </a:endParaRPr>
          </a:p>
        </p:txBody>
      </p:sp>
      <p:sp>
        <p:nvSpPr>
          <p:cNvPr id="1201" name="Google Shape;1201;p51"/>
          <p:cNvSpPr txBox="1"/>
          <p:nvPr/>
        </p:nvSpPr>
        <p:spPr>
          <a:xfrm>
            <a:off x="5872800" y="4099500"/>
            <a:ext cx="2246400" cy="504000"/>
          </a:xfrm>
          <a:prstGeom prst="rect">
            <a:avLst/>
          </a:prstGeom>
          <a:noFill/>
          <a:ln>
            <a:noFill/>
          </a:ln>
        </p:spPr>
        <p:txBody>
          <a:bodyPr spcFirstLastPara="1" wrap="square" lIns="90000" tIns="91425" rIns="90000" bIns="91425" anchor="t" anchorCtr="0">
            <a:noAutofit/>
          </a:bodyPr>
          <a:lstStyle/>
          <a:p>
            <a:pPr marL="0" lvl="0" indent="0" algn="l" rtl="0">
              <a:spcBef>
                <a:spcPts val="0"/>
              </a:spcBef>
              <a:spcAft>
                <a:spcPts val="0"/>
              </a:spcAft>
              <a:buNone/>
            </a:pPr>
            <a:r>
              <a:rPr lang="en">
                <a:solidFill>
                  <a:schemeClr val="dk1"/>
                </a:solidFill>
                <a:latin typeface="Montserrat Medium"/>
                <a:ea typeface="Montserrat Medium"/>
                <a:cs typeface="Montserrat Medium"/>
                <a:sym typeface="Montserrat Medium"/>
              </a:rPr>
              <a:t>Jupiter is the biggest planet of them all</a:t>
            </a:r>
            <a:endParaRPr>
              <a:solidFill>
                <a:schemeClr val="dk1"/>
              </a:solidFill>
              <a:latin typeface="Montserrat Medium"/>
              <a:ea typeface="Montserrat Medium"/>
              <a:cs typeface="Montserrat Medium"/>
              <a:sym typeface="Montserrat Medium"/>
            </a:endParaRPr>
          </a:p>
        </p:txBody>
      </p:sp>
      <p:sp>
        <p:nvSpPr>
          <p:cNvPr id="1202" name="Google Shape;1202;p51"/>
          <p:cNvSpPr txBox="1"/>
          <p:nvPr/>
        </p:nvSpPr>
        <p:spPr>
          <a:xfrm>
            <a:off x="4206900" y="2451750"/>
            <a:ext cx="2246400" cy="554100"/>
          </a:xfrm>
          <a:prstGeom prst="rect">
            <a:avLst/>
          </a:prstGeom>
          <a:noFill/>
          <a:ln>
            <a:noFill/>
          </a:ln>
        </p:spPr>
        <p:txBody>
          <a:bodyPr spcFirstLastPara="1" wrap="square" lIns="90000" tIns="91425" rIns="90000" bIns="91425" anchor="b" anchorCtr="0">
            <a:noAutofit/>
          </a:bodyPr>
          <a:lstStyle/>
          <a:p>
            <a:pPr marL="0" lvl="0" indent="0" algn="l" rtl="0">
              <a:spcBef>
                <a:spcPts val="0"/>
              </a:spcBef>
              <a:spcAft>
                <a:spcPts val="0"/>
              </a:spcAft>
              <a:buNone/>
            </a:pPr>
            <a:r>
              <a:rPr lang="en" sz="2400">
                <a:solidFill>
                  <a:schemeClr val="lt1"/>
                </a:solidFill>
                <a:latin typeface="Montserrat Black"/>
                <a:ea typeface="Montserrat Black"/>
                <a:cs typeface="Montserrat Black"/>
                <a:sym typeface="Montserrat Black"/>
              </a:rPr>
              <a:t>VENUS</a:t>
            </a:r>
            <a:endParaRPr sz="2400">
              <a:solidFill>
                <a:schemeClr val="lt1"/>
              </a:solidFill>
              <a:latin typeface="Montserrat Black"/>
              <a:ea typeface="Montserrat Black"/>
              <a:cs typeface="Montserrat Black"/>
              <a:sym typeface="Montserrat Black"/>
            </a:endParaRPr>
          </a:p>
        </p:txBody>
      </p:sp>
      <p:sp>
        <p:nvSpPr>
          <p:cNvPr id="1203" name="Google Shape;1203;p51"/>
          <p:cNvSpPr txBox="1"/>
          <p:nvPr/>
        </p:nvSpPr>
        <p:spPr>
          <a:xfrm>
            <a:off x="4206900" y="2929650"/>
            <a:ext cx="2246400" cy="504000"/>
          </a:xfrm>
          <a:prstGeom prst="rect">
            <a:avLst/>
          </a:prstGeom>
          <a:noFill/>
          <a:ln>
            <a:noFill/>
          </a:ln>
        </p:spPr>
        <p:txBody>
          <a:bodyPr spcFirstLastPara="1" wrap="square" lIns="90000" tIns="91425" rIns="90000" bIns="91425" anchor="t" anchorCtr="0">
            <a:noAutofit/>
          </a:bodyPr>
          <a:lstStyle/>
          <a:p>
            <a:pPr marL="0" lvl="0" indent="0" algn="l" rtl="0">
              <a:spcBef>
                <a:spcPts val="0"/>
              </a:spcBef>
              <a:spcAft>
                <a:spcPts val="0"/>
              </a:spcAft>
              <a:buNone/>
            </a:pPr>
            <a:r>
              <a:rPr lang="en">
                <a:solidFill>
                  <a:schemeClr val="dk1"/>
                </a:solidFill>
                <a:latin typeface="Montserrat Medium"/>
                <a:ea typeface="Montserrat Medium"/>
                <a:cs typeface="Montserrat Medium"/>
                <a:sym typeface="Montserrat Medium"/>
              </a:rPr>
              <a:t>Venus is the second planet from the Sun</a:t>
            </a:r>
            <a:endParaRPr>
              <a:solidFill>
                <a:schemeClr val="dk1"/>
              </a:solidFill>
              <a:latin typeface="Montserrat Medium"/>
              <a:ea typeface="Montserrat Medium"/>
              <a:cs typeface="Montserrat Medium"/>
              <a:sym typeface="Montserrat Medium"/>
            </a:endParaRPr>
          </a:p>
        </p:txBody>
      </p:sp>
      <p:sp>
        <p:nvSpPr>
          <p:cNvPr id="1194" name="Google Shape;1194;p51"/>
          <p:cNvSpPr/>
          <p:nvPr/>
        </p:nvSpPr>
        <p:spPr>
          <a:xfrm>
            <a:off x="1024800" y="1281600"/>
            <a:ext cx="1440000" cy="5544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accent5"/>
                </a:solidFill>
                <a:latin typeface="Montserrat Black"/>
                <a:ea typeface="Montserrat Black"/>
                <a:cs typeface="Montserrat Black"/>
                <a:sym typeface="Montserrat Black"/>
              </a:rPr>
              <a:t>2XXX</a:t>
            </a:r>
            <a:endParaRPr sz="2400">
              <a:solidFill>
                <a:schemeClr val="accent5"/>
              </a:solidFill>
              <a:latin typeface="Montserrat Black"/>
              <a:ea typeface="Montserrat Black"/>
              <a:cs typeface="Montserrat Black"/>
              <a:sym typeface="Montserrat Black"/>
            </a:endParaRPr>
          </a:p>
        </p:txBody>
      </p:sp>
      <p:sp>
        <p:nvSpPr>
          <p:cNvPr id="1195" name="Google Shape;1195;p51"/>
          <p:cNvSpPr/>
          <p:nvPr/>
        </p:nvSpPr>
        <p:spPr>
          <a:xfrm>
            <a:off x="2690700" y="2451600"/>
            <a:ext cx="1440000" cy="5544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accent5"/>
                </a:solidFill>
                <a:latin typeface="Montserrat Black"/>
                <a:ea typeface="Montserrat Black"/>
                <a:cs typeface="Montserrat Black"/>
                <a:sym typeface="Montserrat Black"/>
              </a:rPr>
              <a:t>2XXX</a:t>
            </a:r>
            <a:endParaRPr sz="2400">
              <a:solidFill>
                <a:schemeClr val="accent5"/>
              </a:solidFill>
              <a:latin typeface="Montserrat Black"/>
              <a:ea typeface="Montserrat Black"/>
              <a:cs typeface="Montserrat Black"/>
              <a:sym typeface="Montserrat Black"/>
            </a:endParaRPr>
          </a:p>
        </p:txBody>
      </p:sp>
      <p:sp>
        <p:nvSpPr>
          <p:cNvPr id="1197" name="Google Shape;1197;p51"/>
          <p:cNvSpPr/>
          <p:nvPr/>
        </p:nvSpPr>
        <p:spPr>
          <a:xfrm>
            <a:off x="4356600" y="3621875"/>
            <a:ext cx="1440000" cy="5544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accent5"/>
                </a:solidFill>
                <a:latin typeface="Montserrat Black"/>
                <a:ea typeface="Montserrat Black"/>
                <a:cs typeface="Montserrat Black"/>
                <a:sym typeface="Montserrat Black"/>
              </a:rPr>
              <a:t>2XXX</a:t>
            </a:r>
            <a:endParaRPr sz="2400">
              <a:solidFill>
                <a:schemeClr val="accent5"/>
              </a:solidFill>
              <a:latin typeface="Montserrat Black"/>
              <a:ea typeface="Montserrat Black"/>
              <a:cs typeface="Montserrat Black"/>
              <a:sym typeface="Montserrat Black"/>
            </a:endParaRPr>
          </a:p>
        </p:txBody>
      </p:sp>
      <p:grpSp>
        <p:nvGrpSpPr>
          <p:cNvPr id="1204" name="Google Shape;1204;p51"/>
          <p:cNvGrpSpPr/>
          <p:nvPr/>
        </p:nvGrpSpPr>
        <p:grpSpPr>
          <a:xfrm>
            <a:off x="7048803" y="76211"/>
            <a:ext cx="2019016" cy="2140593"/>
            <a:chOff x="7048803" y="76211"/>
            <a:chExt cx="2019016" cy="2140593"/>
          </a:xfrm>
        </p:grpSpPr>
        <p:sp>
          <p:nvSpPr>
            <p:cNvPr id="1205" name="Google Shape;1205;p51"/>
            <p:cNvSpPr/>
            <p:nvPr/>
          </p:nvSpPr>
          <p:spPr>
            <a:xfrm flipH="1">
              <a:off x="8374848"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51"/>
            <p:cNvSpPr/>
            <p:nvPr/>
          </p:nvSpPr>
          <p:spPr>
            <a:xfrm flipH="1">
              <a:off x="8421567" y="1837036"/>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51"/>
            <p:cNvSpPr/>
            <p:nvPr/>
          </p:nvSpPr>
          <p:spPr>
            <a:xfrm flipH="1">
              <a:off x="7048803" y="152412"/>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51"/>
            <p:cNvSpPr/>
            <p:nvPr/>
          </p:nvSpPr>
          <p:spPr>
            <a:xfrm flipH="1">
              <a:off x="8803390" y="1649662"/>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9" name="Google Shape;1209;p51"/>
            <p:cNvGrpSpPr/>
            <p:nvPr/>
          </p:nvGrpSpPr>
          <p:grpSpPr>
            <a:xfrm>
              <a:off x="7048804" y="152395"/>
              <a:ext cx="1942808" cy="1488424"/>
              <a:chOff x="5843375" y="1941175"/>
              <a:chExt cx="867325" cy="664475"/>
            </a:xfrm>
          </p:grpSpPr>
          <p:sp>
            <p:nvSpPr>
              <p:cNvPr id="1210" name="Google Shape;1210;p51"/>
              <p:cNvSpPr/>
              <p:nvPr/>
            </p:nvSpPr>
            <p:spPr>
              <a:xfrm>
                <a:off x="5921075" y="2072100"/>
                <a:ext cx="708600" cy="447475"/>
              </a:xfrm>
              <a:custGeom>
                <a:avLst/>
                <a:gdLst/>
                <a:ahLst/>
                <a:cxnLst/>
                <a:rect l="l" t="t" r="r" b="b"/>
                <a:pathLst>
                  <a:path w="28344" h="17899" extrusionOk="0">
                    <a:moveTo>
                      <a:pt x="1288" y="0"/>
                    </a:moveTo>
                    <a:cubicBezTo>
                      <a:pt x="581" y="0"/>
                      <a:pt x="1" y="579"/>
                      <a:pt x="1" y="1288"/>
                    </a:cubicBezTo>
                    <a:lnTo>
                      <a:pt x="1" y="16611"/>
                    </a:lnTo>
                    <a:cubicBezTo>
                      <a:pt x="1" y="17318"/>
                      <a:pt x="581" y="17899"/>
                      <a:pt x="1288" y="17899"/>
                    </a:cubicBezTo>
                    <a:lnTo>
                      <a:pt x="27056" y="17899"/>
                    </a:lnTo>
                    <a:cubicBezTo>
                      <a:pt x="27763" y="17899"/>
                      <a:pt x="28343" y="17318"/>
                      <a:pt x="28343" y="16611"/>
                    </a:cubicBezTo>
                    <a:lnTo>
                      <a:pt x="28343" y="1288"/>
                    </a:lnTo>
                    <a:cubicBezTo>
                      <a:pt x="28343" y="579"/>
                      <a:pt x="27763" y="0"/>
                      <a:pt x="270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51"/>
              <p:cNvSpPr/>
              <p:nvPr/>
            </p:nvSpPr>
            <p:spPr>
              <a:xfrm>
                <a:off x="5921150" y="2408000"/>
                <a:ext cx="708550" cy="111575"/>
              </a:xfrm>
              <a:custGeom>
                <a:avLst/>
                <a:gdLst/>
                <a:ahLst/>
                <a:cxnLst/>
                <a:rect l="l" t="t" r="r" b="b"/>
                <a:pathLst>
                  <a:path w="28342" h="4463" extrusionOk="0">
                    <a:moveTo>
                      <a:pt x="0" y="0"/>
                    </a:moveTo>
                    <a:lnTo>
                      <a:pt x="0" y="3175"/>
                    </a:lnTo>
                    <a:cubicBezTo>
                      <a:pt x="0" y="3882"/>
                      <a:pt x="579" y="4463"/>
                      <a:pt x="1288" y="4463"/>
                    </a:cubicBezTo>
                    <a:lnTo>
                      <a:pt x="27054" y="4463"/>
                    </a:lnTo>
                    <a:cubicBezTo>
                      <a:pt x="27761" y="4463"/>
                      <a:pt x="28342" y="3882"/>
                      <a:pt x="28342" y="3175"/>
                    </a:cubicBezTo>
                    <a:lnTo>
                      <a:pt x="283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51"/>
              <p:cNvSpPr/>
              <p:nvPr/>
            </p:nvSpPr>
            <p:spPr>
              <a:xfrm>
                <a:off x="5939650" y="2090875"/>
                <a:ext cx="671500" cy="301075"/>
              </a:xfrm>
              <a:custGeom>
                <a:avLst/>
                <a:gdLst/>
                <a:ahLst/>
                <a:cxnLst/>
                <a:rect l="l" t="t" r="r" b="b"/>
                <a:pathLst>
                  <a:path w="26860" h="12043" extrusionOk="0">
                    <a:moveTo>
                      <a:pt x="414" y="0"/>
                    </a:moveTo>
                    <a:cubicBezTo>
                      <a:pt x="186" y="0"/>
                      <a:pt x="1" y="186"/>
                      <a:pt x="1" y="413"/>
                    </a:cubicBezTo>
                    <a:lnTo>
                      <a:pt x="1" y="11628"/>
                    </a:lnTo>
                    <a:cubicBezTo>
                      <a:pt x="1" y="11856"/>
                      <a:pt x="186" y="12042"/>
                      <a:pt x="414" y="12042"/>
                    </a:cubicBezTo>
                    <a:lnTo>
                      <a:pt x="26447" y="12042"/>
                    </a:lnTo>
                    <a:cubicBezTo>
                      <a:pt x="26674" y="12042"/>
                      <a:pt x="26860" y="11856"/>
                      <a:pt x="26860" y="11628"/>
                    </a:cubicBezTo>
                    <a:lnTo>
                      <a:pt x="26860" y="413"/>
                    </a:lnTo>
                    <a:cubicBezTo>
                      <a:pt x="26860" y="186"/>
                      <a:pt x="26674" y="0"/>
                      <a:pt x="264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51"/>
              <p:cNvSpPr/>
              <p:nvPr/>
            </p:nvSpPr>
            <p:spPr>
              <a:xfrm>
                <a:off x="6101275" y="2587225"/>
                <a:ext cx="348250" cy="18425"/>
              </a:xfrm>
              <a:custGeom>
                <a:avLst/>
                <a:gdLst/>
                <a:ahLst/>
                <a:cxnLst/>
                <a:rect l="l" t="t" r="r" b="b"/>
                <a:pathLst>
                  <a:path w="13930" h="737" extrusionOk="0">
                    <a:moveTo>
                      <a:pt x="1" y="1"/>
                    </a:moveTo>
                    <a:lnTo>
                      <a:pt x="1" y="736"/>
                    </a:lnTo>
                    <a:lnTo>
                      <a:pt x="13930" y="736"/>
                    </a:lnTo>
                    <a:lnTo>
                      <a:pt x="139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51"/>
              <p:cNvSpPr/>
              <p:nvPr/>
            </p:nvSpPr>
            <p:spPr>
              <a:xfrm>
                <a:off x="6146700" y="2519500"/>
                <a:ext cx="257425" cy="67750"/>
              </a:xfrm>
              <a:custGeom>
                <a:avLst/>
                <a:gdLst/>
                <a:ahLst/>
                <a:cxnLst/>
                <a:rect l="l" t="t" r="r" b="b"/>
                <a:pathLst>
                  <a:path w="10297" h="2710" extrusionOk="0">
                    <a:moveTo>
                      <a:pt x="0" y="0"/>
                    </a:moveTo>
                    <a:lnTo>
                      <a:pt x="0" y="2710"/>
                    </a:lnTo>
                    <a:lnTo>
                      <a:pt x="10296" y="2710"/>
                    </a:lnTo>
                    <a:lnTo>
                      <a:pt x="1029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51"/>
              <p:cNvSpPr/>
              <p:nvPr/>
            </p:nvSpPr>
            <p:spPr>
              <a:xfrm>
                <a:off x="6146700" y="2519500"/>
                <a:ext cx="257425" cy="39050"/>
              </a:xfrm>
              <a:custGeom>
                <a:avLst/>
                <a:gdLst/>
                <a:ahLst/>
                <a:cxnLst/>
                <a:rect l="l" t="t" r="r" b="b"/>
                <a:pathLst>
                  <a:path w="10297" h="1562" extrusionOk="0">
                    <a:moveTo>
                      <a:pt x="0" y="0"/>
                    </a:moveTo>
                    <a:lnTo>
                      <a:pt x="0" y="505"/>
                    </a:lnTo>
                    <a:lnTo>
                      <a:pt x="10296" y="1562"/>
                    </a:lnTo>
                    <a:lnTo>
                      <a:pt x="102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51"/>
              <p:cNvSpPr/>
              <p:nvPr/>
            </p:nvSpPr>
            <p:spPr>
              <a:xfrm>
                <a:off x="6033400" y="1941175"/>
                <a:ext cx="484000" cy="420325"/>
              </a:xfrm>
              <a:custGeom>
                <a:avLst/>
                <a:gdLst/>
                <a:ahLst/>
                <a:cxnLst/>
                <a:rect l="l" t="t" r="r" b="b"/>
                <a:pathLst>
                  <a:path w="19360" h="16813" extrusionOk="0">
                    <a:moveTo>
                      <a:pt x="9680" y="1"/>
                    </a:moveTo>
                    <a:cubicBezTo>
                      <a:pt x="8992" y="545"/>
                      <a:pt x="6417" y="2407"/>
                      <a:pt x="3179" y="2460"/>
                    </a:cubicBezTo>
                    <a:cubicBezTo>
                      <a:pt x="3179" y="2460"/>
                      <a:pt x="1" y="13256"/>
                      <a:pt x="9680" y="16813"/>
                    </a:cubicBezTo>
                    <a:cubicBezTo>
                      <a:pt x="19360" y="13256"/>
                      <a:pt x="16180" y="2460"/>
                      <a:pt x="16180" y="2460"/>
                    </a:cubicBezTo>
                    <a:cubicBezTo>
                      <a:pt x="12942" y="2407"/>
                      <a:pt x="10367" y="545"/>
                      <a:pt x="96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51"/>
              <p:cNvSpPr/>
              <p:nvPr/>
            </p:nvSpPr>
            <p:spPr>
              <a:xfrm>
                <a:off x="6175150" y="1997400"/>
                <a:ext cx="342250" cy="364100"/>
              </a:xfrm>
              <a:custGeom>
                <a:avLst/>
                <a:gdLst/>
                <a:ahLst/>
                <a:cxnLst/>
                <a:rect l="l" t="t" r="r" b="b"/>
                <a:pathLst>
                  <a:path w="13690" h="14564" extrusionOk="0">
                    <a:moveTo>
                      <a:pt x="8725" y="0"/>
                    </a:moveTo>
                    <a:cubicBezTo>
                      <a:pt x="8528" y="5800"/>
                      <a:pt x="4894" y="10632"/>
                      <a:pt x="0" y="12101"/>
                    </a:cubicBezTo>
                    <a:cubicBezTo>
                      <a:pt x="996" y="13082"/>
                      <a:pt x="2301" y="13936"/>
                      <a:pt x="4010" y="14564"/>
                    </a:cubicBezTo>
                    <a:cubicBezTo>
                      <a:pt x="13690" y="11007"/>
                      <a:pt x="10510" y="211"/>
                      <a:pt x="10510" y="211"/>
                    </a:cubicBezTo>
                    <a:cubicBezTo>
                      <a:pt x="9887" y="200"/>
                      <a:pt x="9290" y="122"/>
                      <a:pt x="87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51"/>
              <p:cNvSpPr/>
              <p:nvPr/>
            </p:nvSpPr>
            <p:spPr>
              <a:xfrm>
                <a:off x="6218375" y="2025875"/>
                <a:ext cx="114100" cy="112250"/>
              </a:xfrm>
              <a:custGeom>
                <a:avLst/>
                <a:gdLst/>
                <a:ahLst/>
                <a:cxnLst/>
                <a:rect l="l" t="t" r="r" b="b"/>
                <a:pathLst>
                  <a:path w="4564" h="4490" extrusionOk="0">
                    <a:moveTo>
                      <a:pt x="2599" y="587"/>
                    </a:moveTo>
                    <a:cubicBezTo>
                      <a:pt x="3359" y="587"/>
                      <a:pt x="3975" y="1205"/>
                      <a:pt x="3975" y="1962"/>
                    </a:cubicBezTo>
                    <a:lnTo>
                      <a:pt x="3975" y="2524"/>
                    </a:lnTo>
                    <a:cubicBezTo>
                      <a:pt x="3975" y="3284"/>
                      <a:pt x="3357" y="3900"/>
                      <a:pt x="2599" y="3900"/>
                    </a:cubicBezTo>
                    <a:lnTo>
                      <a:pt x="1963" y="3900"/>
                    </a:lnTo>
                    <a:cubicBezTo>
                      <a:pt x="1205" y="3900"/>
                      <a:pt x="587" y="3282"/>
                      <a:pt x="587" y="2524"/>
                    </a:cubicBezTo>
                    <a:lnTo>
                      <a:pt x="587" y="1962"/>
                    </a:lnTo>
                    <a:cubicBezTo>
                      <a:pt x="587" y="1203"/>
                      <a:pt x="1206" y="587"/>
                      <a:pt x="1963" y="587"/>
                    </a:cubicBezTo>
                    <a:close/>
                    <a:moveTo>
                      <a:pt x="1963" y="0"/>
                    </a:moveTo>
                    <a:cubicBezTo>
                      <a:pt x="881" y="0"/>
                      <a:pt x="1" y="881"/>
                      <a:pt x="1" y="1963"/>
                    </a:cubicBezTo>
                    <a:lnTo>
                      <a:pt x="1" y="2526"/>
                    </a:lnTo>
                    <a:cubicBezTo>
                      <a:pt x="1" y="3608"/>
                      <a:pt x="881" y="4490"/>
                      <a:pt x="1963" y="4490"/>
                    </a:cubicBezTo>
                    <a:lnTo>
                      <a:pt x="2599" y="4490"/>
                    </a:lnTo>
                    <a:cubicBezTo>
                      <a:pt x="3682" y="4490"/>
                      <a:pt x="4563" y="3608"/>
                      <a:pt x="4563" y="2526"/>
                    </a:cubicBezTo>
                    <a:lnTo>
                      <a:pt x="4563" y="1963"/>
                    </a:lnTo>
                    <a:cubicBezTo>
                      <a:pt x="4563" y="881"/>
                      <a:pt x="3682" y="0"/>
                      <a:pt x="259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51"/>
              <p:cNvSpPr/>
              <p:nvPr/>
            </p:nvSpPr>
            <p:spPr>
              <a:xfrm>
                <a:off x="6192525" y="2090225"/>
                <a:ext cx="165725" cy="165675"/>
              </a:xfrm>
              <a:custGeom>
                <a:avLst/>
                <a:gdLst/>
                <a:ahLst/>
                <a:cxnLst/>
                <a:rect l="l" t="t" r="r" b="b"/>
                <a:pathLst>
                  <a:path w="6629" h="6627" extrusionOk="0">
                    <a:moveTo>
                      <a:pt x="1928" y="0"/>
                    </a:moveTo>
                    <a:cubicBezTo>
                      <a:pt x="868" y="0"/>
                      <a:pt x="1" y="868"/>
                      <a:pt x="1" y="1927"/>
                    </a:cubicBezTo>
                    <a:lnTo>
                      <a:pt x="1" y="4700"/>
                    </a:lnTo>
                    <a:cubicBezTo>
                      <a:pt x="1" y="5761"/>
                      <a:pt x="868" y="6627"/>
                      <a:pt x="1928" y="6627"/>
                    </a:cubicBezTo>
                    <a:lnTo>
                      <a:pt x="4701" y="6627"/>
                    </a:lnTo>
                    <a:cubicBezTo>
                      <a:pt x="5762" y="6627"/>
                      <a:pt x="6628" y="5761"/>
                      <a:pt x="6628" y="4700"/>
                    </a:cubicBezTo>
                    <a:lnTo>
                      <a:pt x="6628" y="1927"/>
                    </a:lnTo>
                    <a:cubicBezTo>
                      <a:pt x="6628" y="866"/>
                      <a:pt x="5762" y="0"/>
                      <a:pt x="47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51"/>
              <p:cNvSpPr/>
              <p:nvPr/>
            </p:nvSpPr>
            <p:spPr>
              <a:xfrm>
                <a:off x="6203000" y="2100675"/>
                <a:ext cx="155250" cy="155275"/>
              </a:xfrm>
              <a:custGeom>
                <a:avLst/>
                <a:gdLst/>
                <a:ahLst/>
                <a:cxnLst/>
                <a:rect l="l" t="t" r="r" b="b"/>
                <a:pathLst>
                  <a:path w="6210" h="6211" extrusionOk="0">
                    <a:moveTo>
                      <a:pt x="5474" y="0"/>
                    </a:moveTo>
                    <a:lnTo>
                      <a:pt x="5474" y="0"/>
                    </a:lnTo>
                    <a:cubicBezTo>
                      <a:pt x="5734" y="328"/>
                      <a:pt x="5892" y="742"/>
                      <a:pt x="5892" y="1192"/>
                    </a:cubicBezTo>
                    <a:lnTo>
                      <a:pt x="5892" y="3965"/>
                    </a:lnTo>
                    <a:cubicBezTo>
                      <a:pt x="5892" y="5025"/>
                      <a:pt x="5026" y="5892"/>
                      <a:pt x="3966" y="5892"/>
                    </a:cubicBezTo>
                    <a:lnTo>
                      <a:pt x="1192" y="5892"/>
                    </a:lnTo>
                    <a:cubicBezTo>
                      <a:pt x="741" y="5892"/>
                      <a:pt x="329" y="5735"/>
                      <a:pt x="1" y="5476"/>
                    </a:cubicBezTo>
                    <a:lnTo>
                      <a:pt x="1" y="5476"/>
                    </a:lnTo>
                    <a:cubicBezTo>
                      <a:pt x="354" y="5922"/>
                      <a:pt x="899" y="6210"/>
                      <a:pt x="1509" y="6210"/>
                    </a:cubicBezTo>
                    <a:lnTo>
                      <a:pt x="4282" y="6210"/>
                    </a:lnTo>
                    <a:cubicBezTo>
                      <a:pt x="5343" y="6210"/>
                      <a:pt x="6209" y="5344"/>
                      <a:pt x="6209" y="4284"/>
                    </a:cubicBezTo>
                    <a:lnTo>
                      <a:pt x="6209" y="1511"/>
                    </a:lnTo>
                    <a:cubicBezTo>
                      <a:pt x="6209" y="898"/>
                      <a:pt x="5921" y="354"/>
                      <a:pt x="54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51"/>
              <p:cNvSpPr/>
              <p:nvPr/>
            </p:nvSpPr>
            <p:spPr>
              <a:xfrm>
                <a:off x="6250500" y="2129200"/>
                <a:ext cx="49775" cy="97975"/>
              </a:xfrm>
              <a:custGeom>
                <a:avLst/>
                <a:gdLst/>
                <a:ahLst/>
                <a:cxnLst/>
                <a:rect l="l" t="t" r="r" b="b"/>
                <a:pathLst>
                  <a:path w="1991" h="3919" extrusionOk="0">
                    <a:moveTo>
                      <a:pt x="996" y="1"/>
                    </a:moveTo>
                    <a:cubicBezTo>
                      <a:pt x="447" y="1"/>
                      <a:pt x="1" y="446"/>
                      <a:pt x="1" y="995"/>
                    </a:cubicBezTo>
                    <a:cubicBezTo>
                      <a:pt x="1" y="1389"/>
                      <a:pt x="231" y="1728"/>
                      <a:pt x="563" y="1888"/>
                    </a:cubicBezTo>
                    <a:lnTo>
                      <a:pt x="69" y="3749"/>
                    </a:lnTo>
                    <a:cubicBezTo>
                      <a:pt x="49" y="3843"/>
                      <a:pt x="112" y="3919"/>
                      <a:pt x="206" y="3919"/>
                    </a:cubicBezTo>
                    <a:lnTo>
                      <a:pt x="1780" y="3919"/>
                    </a:lnTo>
                    <a:cubicBezTo>
                      <a:pt x="1875" y="3919"/>
                      <a:pt x="1938" y="3843"/>
                      <a:pt x="1919" y="3749"/>
                    </a:cubicBezTo>
                    <a:lnTo>
                      <a:pt x="1423" y="1888"/>
                    </a:lnTo>
                    <a:cubicBezTo>
                      <a:pt x="1760" y="1728"/>
                      <a:pt x="1990" y="1389"/>
                      <a:pt x="1990" y="995"/>
                    </a:cubicBezTo>
                    <a:cubicBezTo>
                      <a:pt x="1990" y="446"/>
                      <a:pt x="1545" y="1"/>
                      <a:pt x="99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51"/>
              <p:cNvSpPr/>
              <p:nvPr/>
            </p:nvSpPr>
            <p:spPr>
              <a:xfrm>
                <a:off x="5843375" y="2159725"/>
                <a:ext cx="186300" cy="179525"/>
              </a:xfrm>
              <a:custGeom>
                <a:avLst/>
                <a:gdLst/>
                <a:ahLst/>
                <a:cxnLst/>
                <a:rect l="l" t="t" r="r" b="b"/>
                <a:pathLst>
                  <a:path w="7452" h="7181" extrusionOk="0">
                    <a:moveTo>
                      <a:pt x="1123" y="1"/>
                    </a:moveTo>
                    <a:cubicBezTo>
                      <a:pt x="505" y="1"/>
                      <a:pt x="0" y="505"/>
                      <a:pt x="0" y="1123"/>
                    </a:cubicBezTo>
                    <a:lnTo>
                      <a:pt x="0" y="4567"/>
                    </a:lnTo>
                    <a:cubicBezTo>
                      <a:pt x="0" y="5184"/>
                      <a:pt x="505" y="5689"/>
                      <a:pt x="1123" y="5689"/>
                    </a:cubicBezTo>
                    <a:lnTo>
                      <a:pt x="3470" y="5689"/>
                    </a:lnTo>
                    <a:lnTo>
                      <a:pt x="4843" y="7180"/>
                    </a:lnTo>
                    <a:lnTo>
                      <a:pt x="4843" y="5689"/>
                    </a:lnTo>
                    <a:lnTo>
                      <a:pt x="6328" y="5689"/>
                    </a:lnTo>
                    <a:cubicBezTo>
                      <a:pt x="6946" y="5689"/>
                      <a:pt x="7451" y="5184"/>
                      <a:pt x="7451" y="4567"/>
                    </a:cubicBezTo>
                    <a:lnTo>
                      <a:pt x="7451" y="1123"/>
                    </a:lnTo>
                    <a:cubicBezTo>
                      <a:pt x="7452" y="505"/>
                      <a:pt x="6948" y="1"/>
                      <a:pt x="63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51"/>
              <p:cNvSpPr/>
              <p:nvPr/>
            </p:nvSpPr>
            <p:spPr>
              <a:xfrm>
                <a:off x="5884650" y="2221325"/>
                <a:ext cx="22675" cy="22700"/>
              </a:xfrm>
              <a:custGeom>
                <a:avLst/>
                <a:gdLst/>
                <a:ahLst/>
                <a:cxnLst/>
                <a:rect l="l" t="t" r="r" b="b"/>
                <a:pathLst>
                  <a:path w="907" h="908" extrusionOk="0">
                    <a:moveTo>
                      <a:pt x="454" y="0"/>
                    </a:moveTo>
                    <a:cubicBezTo>
                      <a:pt x="202" y="0"/>
                      <a:pt x="1" y="204"/>
                      <a:pt x="1" y="454"/>
                    </a:cubicBezTo>
                    <a:cubicBezTo>
                      <a:pt x="1" y="704"/>
                      <a:pt x="202" y="907"/>
                      <a:pt x="454" y="907"/>
                    </a:cubicBezTo>
                    <a:cubicBezTo>
                      <a:pt x="703" y="907"/>
                      <a:pt x="907" y="704"/>
                      <a:pt x="907" y="454"/>
                    </a:cubicBezTo>
                    <a:cubicBezTo>
                      <a:pt x="907" y="204"/>
                      <a:pt x="704" y="0"/>
                      <a:pt x="4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51"/>
              <p:cNvSpPr/>
              <p:nvPr/>
            </p:nvSpPr>
            <p:spPr>
              <a:xfrm>
                <a:off x="5925175" y="2221325"/>
                <a:ext cx="22725" cy="22700"/>
              </a:xfrm>
              <a:custGeom>
                <a:avLst/>
                <a:gdLst/>
                <a:ahLst/>
                <a:cxnLst/>
                <a:rect l="l" t="t" r="r" b="b"/>
                <a:pathLst>
                  <a:path w="909" h="908" extrusionOk="0">
                    <a:moveTo>
                      <a:pt x="455" y="0"/>
                    </a:moveTo>
                    <a:cubicBezTo>
                      <a:pt x="204" y="0"/>
                      <a:pt x="1" y="204"/>
                      <a:pt x="1" y="454"/>
                    </a:cubicBezTo>
                    <a:cubicBezTo>
                      <a:pt x="1" y="704"/>
                      <a:pt x="204" y="907"/>
                      <a:pt x="455" y="907"/>
                    </a:cubicBezTo>
                    <a:cubicBezTo>
                      <a:pt x="705" y="907"/>
                      <a:pt x="909" y="704"/>
                      <a:pt x="909" y="454"/>
                    </a:cubicBezTo>
                    <a:cubicBezTo>
                      <a:pt x="909" y="204"/>
                      <a:pt x="705" y="0"/>
                      <a:pt x="4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51"/>
              <p:cNvSpPr/>
              <p:nvPr/>
            </p:nvSpPr>
            <p:spPr>
              <a:xfrm>
                <a:off x="5965725" y="2221325"/>
                <a:ext cx="22700" cy="22700"/>
              </a:xfrm>
              <a:custGeom>
                <a:avLst/>
                <a:gdLst/>
                <a:ahLst/>
                <a:cxnLst/>
                <a:rect l="l" t="t" r="r" b="b"/>
                <a:pathLst>
                  <a:path w="908" h="908" extrusionOk="0">
                    <a:moveTo>
                      <a:pt x="454" y="0"/>
                    </a:moveTo>
                    <a:cubicBezTo>
                      <a:pt x="204" y="0"/>
                      <a:pt x="1" y="204"/>
                      <a:pt x="1" y="454"/>
                    </a:cubicBezTo>
                    <a:cubicBezTo>
                      <a:pt x="1" y="704"/>
                      <a:pt x="204" y="907"/>
                      <a:pt x="454" y="907"/>
                    </a:cubicBezTo>
                    <a:cubicBezTo>
                      <a:pt x="705" y="907"/>
                      <a:pt x="908" y="704"/>
                      <a:pt x="908" y="454"/>
                    </a:cubicBezTo>
                    <a:cubicBezTo>
                      <a:pt x="908" y="204"/>
                      <a:pt x="705" y="0"/>
                      <a:pt x="4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51"/>
              <p:cNvSpPr/>
              <p:nvPr/>
            </p:nvSpPr>
            <p:spPr>
              <a:xfrm>
                <a:off x="5953800" y="2301950"/>
                <a:ext cx="10700" cy="37300"/>
              </a:xfrm>
              <a:custGeom>
                <a:avLst/>
                <a:gdLst/>
                <a:ahLst/>
                <a:cxnLst/>
                <a:rect l="l" t="t" r="r" b="b"/>
                <a:pathLst>
                  <a:path w="428" h="1492" extrusionOk="0">
                    <a:moveTo>
                      <a:pt x="1" y="0"/>
                    </a:moveTo>
                    <a:lnTo>
                      <a:pt x="1" y="1028"/>
                    </a:lnTo>
                    <a:lnTo>
                      <a:pt x="428" y="1491"/>
                    </a:lnTo>
                    <a:lnTo>
                      <a:pt x="4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51"/>
              <p:cNvSpPr/>
              <p:nvPr/>
            </p:nvSpPr>
            <p:spPr>
              <a:xfrm>
                <a:off x="5990975" y="2159725"/>
                <a:ext cx="38700" cy="142250"/>
              </a:xfrm>
              <a:custGeom>
                <a:avLst/>
                <a:gdLst/>
                <a:ahLst/>
                <a:cxnLst/>
                <a:rect l="l" t="t" r="r" b="b"/>
                <a:pathLst>
                  <a:path w="1548" h="5690" extrusionOk="0">
                    <a:moveTo>
                      <a:pt x="0" y="1"/>
                    </a:moveTo>
                    <a:cubicBezTo>
                      <a:pt x="616" y="1"/>
                      <a:pt x="1122" y="505"/>
                      <a:pt x="1122" y="1123"/>
                    </a:cubicBezTo>
                    <a:lnTo>
                      <a:pt x="1122" y="4567"/>
                    </a:lnTo>
                    <a:cubicBezTo>
                      <a:pt x="1122" y="5184"/>
                      <a:pt x="616" y="5689"/>
                      <a:pt x="0" y="5689"/>
                    </a:cubicBezTo>
                    <a:lnTo>
                      <a:pt x="426" y="5689"/>
                    </a:lnTo>
                    <a:cubicBezTo>
                      <a:pt x="1044" y="5689"/>
                      <a:pt x="1548" y="5184"/>
                      <a:pt x="1548" y="4567"/>
                    </a:cubicBezTo>
                    <a:lnTo>
                      <a:pt x="1548" y="1123"/>
                    </a:lnTo>
                    <a:cubicBezTo>
                      <a:pt x="1548" y="505"/>
                      <a:pt x="1044" y="1"/>
                      <a:pt x="4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51"/>
              <p:cNvSpPr/>
              <p:nvPr/>
            </p:nvSpPr>
            <p:spPr>
              <a:xfrm>
                <a:off x="6517225" y="2177425"/>
                <a:ext cx="193475" cy="138825"/>
              </a:xfrm>
              <a:custGeom>
                <a:avLst/>
                <a:gdLst/>
                <a:ahLst/>
                <a:cxnLst/>
                <a:rect l="l" t="t" r="r" b="b"/>
                <a:pathLst>
                  <a:path w="7739" h="5553" extrusionOk="0">
                    <a:moveTo>
                      <a:pt x="3868" y="0"/>
                    </a:moveTo>
                    <a:cubicBezTo>
                      <a:pt x="3611" y="0"/>
                      <a:pt x="3354" y="144"/>
                      <a:pt x="3158" y="432"/>
                    </a:cubicBezTo>
                    <a:lnTo>
                      <a:pt x="391" y="4507"/>
                    </a:lnTo>
                    <a:cubicBezTo>
                      <a:pt x="0" y="5082"/>
                      <a:pt x="250" y="5553"/>
                      <a:pt x="945" y="5553"/>
                    </a:cubicBezTo>
                    <a:lnTo>
                      <a:pt x="6795" y="5553"/>
                    </a:lnTo>
                    <a:cubicBezTo>
                      <a:pt x="7490" y="5553"/>
                      <a:pt x="7739" y="5082"/>
                      <a:pt x="7348" y="4507"/>
                    </a:cubicBezTo>
                    <a:lnTo>
                      <a:pt x="4578" y="432"/>
                    </a:lnTo>
                    <a:cubicBezTo>
                      <a:pt x="4383" y="144"/>
                      <a:pt x="4125" y="0"/>
                      <a:pt x="38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51"/>
              <p:cNvSpPr/>
              <p:nvPr/>
            </p:nvSpPr>
            <p:spPr>
              <a:xfrm>
                <a:off x="6609175" y="2177400"/>
                <a:ext cx="101525" cy="138850"/>
              </a:xfrm>
              <a:custGeom>
                <a:avLst/>
                <a:gdLst/>
                <a:ahLst/>
                <a:cxnLst/>
                <a:rect l="l" t="t" r="r" b="b"/>
                <a:pathLst>
                  <a:path w="4061" h="5554" extrusionOk="0">
                    <a:moveTo>
                      <a:pt x="189" y="1"/>
                    </a:moveTo>
                    <a:cubicBezTo>
                      <a:pt x="126" y="1"/>
                      <a:pt x="63" y="9"/>
                      <a:pt x="1" y="26"/>
                    </a:cubicBezTo>
                    <a:cubicBezTo>
                      <a:pt x="192" y="82"/>
                      <a:pt x="373" y="216"/>
                      <a:pt x="521" y="433"/>
                    </a:cubicBezTo>
                    <a:lnTo>
                      <a:pt x="3289" y="4508"/>
                    </a:lnTo>
                    <a:cubicBezTo>
                      <a:pt x="3680" y="5083"/>
                      <a:pt x="3430" y="5554"/>
                      <a:pt x="2737" y="5554"/>
                    </a:cubicBezTo>
                    <a:lnTo>
                      <a:pt x="3117" y="5554"/>
                    </a:lnTo>
                    <a:cubicBezTo>
                      <a:pt x="3812" y="5552"/>
                      <a:pt x="4061" y="5081"/>
                      <a:pt x="3670" y="4508"/>
                    </a:cubicBezTo>
                    <a:lnTo>
                      <a:pt x="900" y="433"/>
                    </a:lnTo>
                    <a:cubicBezTo>
                      <a:pt x="704" y="144"/>
                      <a:pt x="447" y="1"/>
                      <a:pt x="1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51"/>
              <p:cNvSpPr/>
              <p:nvPr/>
            </p:nvSpPr>
            <p:spPr>
              <a:xfrm>
                <a:off x="6607575" y="2211900"/>
                <a:ext cx="12800" cy="69125"/>
              </a:xfrm>
              <a:custGeom>
                <a:avLst/>
                <a:gdLst/>
                <a:ahLst/>
                <a:cxnLst/>
                <a:rect l="l" t="t" r="r" b="b"/>
                <a:pathLst>
                  <a:path w="512" h="2765" extrusionOk="0">
                    <a:moveTo>
                      <a:pt x="256" y="1"/>
                    </a:moveTo>
                    <a:cubicBezTo>
                      <a:pt x="115" y="1"/>
                      <a:pt x="1" y="116"/>
                      <a:pt x="1" y="257"/>
                    </a:cubicBezTo>
                    <a:lnTo>
                      <a:pt x="1" y="2509"/>
                    </a:lnTo>
                    <a:cubicBezTo>
                      <a:pt x="1" y="2650"/>
                      <a:pt x="115" y="2764"/>
                      <a:pt x="256" y="2764"/>
                    </a:cubicBezTo>
                    <a:cubicBezTo>
                      <a:pt x="396" y="2764"/>
                      <a:pt x="512" y="2650"/>
                      <a:pt x="512" y="2509"/>
                    </a:cubicBezTo>
                    <a:lnTo>
                      <a:pt x="512" y="257"/>
                    </a:lnTo>
                    <a:cubicBezTo>
                      <a:pt x="509" y="116"/>
                      <a:pt x="396" y="1"/>
                      <a:pt x="2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51"/>
              <p:cNvSpPr/>
              <p:nvPr/>
            </p:nvSpPr>
            <p:spPr>
              <a:xfrm>
                <a:off x="6607575" y="2286800"/>
                <a:ext cx="12800" cy="12825"/>
              </a:xfrm>
              <a:custGeom>
                <a:avLst/>
                <a:gdLst/>
                <a:ahLst/>
                <a:cxnLst/>
                <a:rect l="l" t="t" r="r" b="b"/>
                <a:pathLst>
                  <a:path w="512" h="513" extrusionOk="0">
                    <a:moveTo>
                      <a:pt x="256" y="0"/>
                    </a:moveTo>
                    <a:cubicBezTo>
                      <a:pt x="115" y="0"/>
                      <a:pt x="1" y="114"/>
                      <a:pt x="1" y="256"/>
                    </a:cubicBezTo>
                    <a:cubicBezTo>
                      <a:pt x="1" y="397"/>
                      <a:pt x="115" y="513"/>
                      <a:pt x="256" y="513"/>
                    </a:cubicBezTo>
                    <a:cubicBezTo>
                      <a:pt x="396" y="513"/>
                      <a:pt x="512" y="399"/>
                      <a:pt x="512" y="256"/>
                    </a:cubicBezTo>
                    <a:cubicBezTo>
                      <a:pt x="509" y="114"/>
                      <a:pt x="396" y="0"/>
                      <a:pt x="2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32" name="Google Shape;1232;p51"/>
          <p:cNvGrpSpPr/>
          <p:nvPr/>
        </p:nvGrpSpPr>
        <p:grpSpPr>
          <a:xfrm>
            <a:off x="-304800" y="3069361"/>
            <a:ext cx="2839384" cy="2378945"/>
            <a:chOff x="-304800" y="3069361"/>
            <a:chExt cx="2839384" cy="2378945"/>
          </a:xfrm>
        </p:grpSpPr>
        <p:sp>
          <p:nvSpPr>
            <p:cNvPr id="1233" name="Google Shape;1233;p51"/>
            <p:cNvSpPr/>
            <p:nvPr/>
          </p:nvSpPr>
          <p:spPr>
            <a:xfrm flipH="1">
              <a:off x="-304800" y="4424570"/>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51"/>
            <p:cNvSpPr/>
            <p:nvPr/>
          </p:nvSpPr>
          <p:spPr>
            <a:xfrm flipH="1">
              <a:off x="373842" y="306936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51"/>
            <p:cNvSpPr/>
            <p:nvPr/>
          </p:nvSpPr>
          <p:spPr>
            <a:xfrm flipH="1">
              <a:off x="152403" y="3449137"/>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51"/>
            <p:cNvSpPr/>
            <p:nvPr/>
          </p:nvSpPr>
          <p:spPr>
            <a:xfrm flipH="1">
              <a:off x="2346365" y="4811237"/>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7" name="Google Shape;1237;p51"/>
            <p:cNvGrpSpPr/>
            <p:nvPr/>
          </p:nvGrpSpPr>
          <p:grpSpPr>
            <a:xfrm>
              <a:off x="152407" y="3801484"/>
              <a:ext cx="2196152" cy="1197112"/>
              <a:chOff x="152407" y="3801484"/>
              <a:chExt cx="2196152" cy="1197112"/>
            </a:xfrm>
          </p:grpSpPr>
          <p:sp>
            <p:nvSpPr>
              <p:cNvPr id="1238" name="Google Shape;1238;p51"/>
              <p:cNvSpPr/>
              <p:nvPr/>
            </p:nvSpPr>
            <p:spPr>
              <a:xfrm>
                <a:off x="364479" y="3983372"/>
                <a:ext cx="1623440" cy="990808"/>
              </a:xfrm>
              <a:custGeom>
                <a:avLst/>
                <a:gdLst/>
                <a:ahLst/>
                <a:cxnLst/>
                <a:rect l="l" t="t" r="r" b="b"/>
                <a:pathLst>
                  <a:path w="28990" h="17693" extrusionOk="0">
                    <a:moveTo>
                      <a:pt x="907" y="0"/>
                    </a:moveTo>
                    <a:cubicBezTo>
                      <a:pt x="410" y="0"/>
                      <a:pt x="1" y="409"/>
                      <a:pt x="1" y="907"/>
                    </a:cubicBezTo>
                    <a:lnTo>
                      <a:pt x="1" y="16787"/>
                    </a:lnTo>
                    <a:cubicBezTo>
                      <a:pt x="1" y="17284"/>
                      <a:pt x="410" y="17693"/>
                      <a:pt x="907" y="17693"/>
                    </a:cubicBezTo>
                    <a:lnTo>
                      <a:pt x="28081" y="17693"/>
                    </a:lnTo>
                    <a:cubicBezTo>
                      <a:pt x="28579" y="17693"/>
                      <a:pt x="28988" y="17284"/>
                      <a:pt x="28988" y="16787"/>
                    </a:cubicBezTo>
                    <a:lnTo>
                      <a:pt x="28989" y="16787"/>
                    </a:lnTo>
                    <a:lnTo>
                      <a:pt x="28989" y="907"/>
                    </a:lnTo>
                    <a:cubicBezTo>
                      <a:pt x="28989" y="409"/>
                      <a:pt x="28581" y="0"/>
                      <a:pt x="280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51"/>
              <p:cNvSpPr/>
              <p:nvPr/>
            </p:nvSpPr>
            <p:spPr>
              <a:xfrm>
                <a:off x="417399" y="4037804"/>
                <a:ext cx="1517432" cy="774424"/>
              </a:xfrm>
              <a:custGeom>
                <a:avLst/>
                <a:gdLst/>
                <a:ahLst/>
                <a:cxnLst/>
                <a:rect l="l" t="t" r="r" b="b"/>
                <a:pathLst>
                  <a:path w="27097" h="13829" extrusionOk="0">
                    <a:moveTo>
                      <a:pt x="0" y="1"/>
                    </a:moveTo>
                    <a:lnTo>
                      <a:pt x="0" y="13829"/>
                    </a:lnTo>
                    <a:lnTo>
                      <a:pt x="27096" y="13829"/>
                    </a:lnTo>
                    <a:lnTo>
                      <a:pt x="2709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51"/>
              <p:cNvSpPr/>
              <p:nvPr/>
            </p:nvSpPr>
            <p:spPr>
              <a:xfrm>
                <a:off x="270567" y="4872091"/>
                <a:ext cx="1811208" cy="126504"/>
              </a:xfrm>
              <a:custGeom>
                <a:avLst/>
                <a:gdLst/>
                <a:ahLst/>
                <a:cxnLst/>
                <a:rect l="l" t="t" r="r" b="b"/>
                <a:pathLst>
                  <a:path w="32343" h="2259" extrusionOk="0">
                    <a:moveTo>
                      <a:pt x="1" y="1"/>
                    </a:moveTo>
                    <a:lnTo>
                      <a:pt x="1" y="1247"/>
                    </a:lnTo>
                    <a:cubicBezTo>
                      <a:pt x="1" y="1803"/>
                      <a:pt x="456" y="2258"/>
                      <a:pt x="1012" y="2258"/>
                    </a:cubicBezTo>
                    <a:lnTo>
                      <a:pt x="31331" y="2258"/>
                    </a:lnTo>
                    <a:cubicBezTo>
                      <a:pt x="31887" y="2258"/>
                      <a:pt x="32342" y="1803"/>
                      <a:pt x="32342" y="1247"/>
                    </a:cubicBezTo>
                    <a:lnTo>
                      <a:pt x="323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51"/>
              <p:cNvSpPr/>
              <p:nvPr/>
            </p:nvSpPr>
            <p:spPr>
              <a:xfrm>
                <a:off x="996495" y="4872596"/>
                <a:ext cx="359408" cy="41328"/>
              </a:xfrm>
              <a:custGeom>
                <a:avLst/>
                <a:gdLst/>
                <a:ahLst/>
                <a:cxnLst/>
                <a:rect l="l" t="t" r="r" b="b"/>
                <a:pathLst>
                  <a:path w="6418" h="738" extrusionOk="0">
                    <a:moveTo>
                      <a:pt x="1" y="1"/>
                    </a:moveTo>
                    <a:lnTo>
                      <a:pt x="1" y="407"/>
                    </a:lnTo>
                    <a:cubicBezTo>
                      <a:pt x="1" y="589"/>
                      <a:pt x="148" y="737"/>
                      <a:pt x="330" y="737"/>
                    </a:cubicBezTo>
                    <a:lnTo>
                      <a:pt x="6089" y="737"/>
                    </a:lnTo>
                    <a:cubicBezTo>
                      <a:pt x="6270" y="737"/>
                      <a:pt x="6417" y="589"/>
                      <a:pt x="6417" y="407"/>
                    </a:cubicBezTo>
                    <a:lnTo>
                      <a:pt x="64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51"/>
              <p:cNvSpPr/>
              <p:nvPr/>
            </p:nvSpPr>
            <p:spPr>
              <a:xfrm>
                <a:off x="1353551" y="4213196"/>
                <a:ext cx="319032" cy="22176"/>
              </a:xfrm>
              <a:custGeom>
                <a:avLst/>
                <a:gdLst/>
                <a:ahLst/>
                <a:cxnLst/>
                <a:rect l="l" t="t" r="r" b="b"/>
                <a:pathLst>
                  <a:path w="5697" h="396" extrusionOk="0">
                    <a:moveTo>
                      <a:pt x="0" y="0"/>
                    </a:moveTo>
                    <a:lnTo>
                      <a:pt x="0" y="396"/>
                    </a:lnTo>
                    <a:lnTo>
                      <a:pt x="5696" y="396"/>
                    </a:lnTo>
                    <a:lnTo>
                      <a:pt x="56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51"/>
              <p:cNvSpPr/>
              <p:nvPr/>
            </p:nvSpPr>
            <p:spPr>
              <a:xfrm>
                <a:off x="1225199" y="4271772"/>
                <a:ext cx="575736" cy="22232"/>
              </a:xfrm>
              <a:custGeom>
                <a:avLst/>
                <a:gdLst/>
                <a:ahLst/>
                <a:cxnLst/>
                <a:rect l="l" t="t" r="r" b="b"/>
                <a:pathLst>
                  <a:path w="10281" h="397" extrusionOk="0">
                    <a:moveTo>
                      <a:pt x="0" y="1"/>
                    </a:moveTo>
                    <a:lnTo>
                      <a:pt x="0" y="397"/>
                    </a:lnTo>
                    <a:lnTo>
                      <a:pt x="10281" y="397"/>
                    </a:lnTo>
                    <a:lnTo>
                      <a:pt x="102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51"/>
              <p:cNvSpPr/>
              <p:nvPr/>
            </p:nvSpPr>
            <p:spPr>
              <a:xfrm>
                <a:off x="1225199" y="4387580"/>
                <a:ext cx="575736" cy="123592"/>
              </a:xfrm>
              <a:custGeom>
                <a:avLst/>
                <a:gdLst/>
                <a:ahLst/>
                <a:cxnLst/>
                <a:rect l="l" t="t" r="r" b="b"/>
                <a:pathLst>
                  <a:path w="10281" h="2207" extrusionOk="0">
                    <a:moveTo>
                      <a:pt x="1485" y="1"/>
                    </a:moveTo>
                    <a:cubicBezTo>
                      <a:pt x="668" y="1"/>
                      <a:pt x="0" y="498"/>
                      <a:pt x="0" y="1104"/>
                    </a:cubicBezTo>
                    <a:cubicBezTo>
                      <a:pt x="0" y="1711"/>
                      <a:pt x="668" y="2207"/>
                      <a:pt x="1485" y="2207"/>
                    </a:cubicBezTo>
                    <a:lnTo>
                      <a:pt x="8796" y="2207"/>
                    </a:lnTo>
                    <a:cubicBezTo>
                      <a:pt x="9613" y="2207"/>
                      <a:pt x="10281" y="1711"/>
                      <a:pt x="10281" y="1104"/>
                    </a:cubicBezTo>
                    <a:cubicBezTo>
                      <a:pt x="10281" y="498"/>
                      <a:pt x="9613" y="1"/>
                      <a:pt x="87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51"/>
              <p:cNvSpPr/>
              <p:nvPr/>
            </p:nvSpPr>
            <p:spPr>
              <a:xfrm>
                <a:off x="1308471" y="4430420"/>
                <a:ext cx="37856" cy="37856"/>
              </a:xfrm>
              <a:custGeom>
                <a:avLst/>
                <a:gdLst/>
                <a:ahLst/>
                <a:cxnLst/>
                <a:rect l="l" t="t" r="r" b="b"/>
                <a:pathLst>
                  <a:path w="676" h="676" extrusionOk="0">
                    <a:moveTo>
                      <a:pt x="338" y="1"/>
                    </a:moveTo>
                    <a:cubicBezTo>
                      <a:pt x="152" y="1"/>
                      <a:pt x="1" y="152"/>
                      <a:pt x="1" y="338"/>
                    </a:cubicBezTo>
                    <a:cubicBezTo>
                      <a:pt x="1" y="523"/>
                      <a:pt x="152" y="676"/>
                      <a:pt x="338" y="676"/>
                    </a:cubicBezTo>
                    <a:cubicBezTo>
                      <a:pt x="523" y="676"/>
                      <a:pt x="673" y="523"/>
                      <a:pt x="673" y="338"/>
                    </a:cubicBezTo>
                    <a:cubicBezTo>
                      <a:pt x="676" y="153"/>
                      <a:pt x="523" y="1"/>
                      <a:pt x="3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51"/>
              <p:cNvSpPr/>
              <p:nvPr/>
            </p:nvSpPr>
            <p:spPr>
              <a:xfrm>
                <a:off x="1382671" y="4430420"/>
                <a:ext cx="37912" cy="37856"/>
              </a:xfrm>
              <a:custGeom>
                <a:avLst/>
                <a:gdLst/>
                <a:ahLst/>
                <a:cxnLst/>
                <a:rect l="l" t="t" r="r" b="b"/>
                <a:pathLst>
                  <a:path w="677" h="676" extrusionOk="0">
                    <a:moveTo>
                      <a:pt x="339" y="1"/>
                    </a:moveTo>
                    <a:cubicBezTo>
                      <a:pt x="153" y="1"/>
                      <a:pt x="0" y="152"/>
                      <a:pt x="0" y="338"/>
                    </a:cubicBezTo>
                    <a:cubicBezTo>
                      <a:pt x="0" y="523"/>
                      <a:pt x="150" y="676"/>
                      <a:pt x="339" y="676"/>
                    </a:cubicBezTo>
                    <a:cubicBezTo>
                      <a:pt x="524" y="676"/>
                      <a:pt x="674" y="523"/>
                      <a:pt x="674" y="338"/>
                    </a:cubicBezTo>
                    <a:cubicBezTo>
                      <a:pt x="677" y="153"/>
                      <a:pt x="524" y="1"/>
                      <a:pt x="3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51"/>
              <p:cNvSpPr/>
              <p:nvPr/>
            </p:nvSpPr>
            <p:spPr>
              <a:xfrm>
                <a:off x="1456927" y="4430420"/>
                <a:ext cx="37912" cy="37856"/>
              </a:xfrm>
              <a:custGeom>
                <a:avLst/>
                <a:gdLst/>
                <a:ahLst/>
                <a:cxnLst/>
                <a:rect l="l" t="t" r="r" b="b"/>
                <a:pathLst>
                  <a:path w="677" h="676" extrusionOk="0">
                    <a:moveTo>
                      <a:pt x="339" y="1"/>
                    </a:moveTo>
                    <a:cubicBezTo>
                      <a:pt x="153" y="1"/>
                      <a:pt x="0" y="152"/>
                      <a:pt x="0" y="338"/>
                    </a:cubicBezTo>
                    <a:cubicBezTo>
                      <a:pt x="0" y="523"/>
                      <a:pt x="152" y="676"/>
                      <a:pt x="339" y="676"/>
                    </a:cubicBezTo>
                    <a:cubicBezTo>
                      <a:pt x="524" y="676"/>
                      <a:pt x="677" y="523"/>
                      <a:pt x="677" y="338"/>
                    </a:cubicBezTo>
                    <a:cubicBezTo>
                      <a:pt x="677" y="153"/>
                      <a:pt x="526" y="1"/>
                      <a:pt x="3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51"/>
              <p:cNvSpPr/>
              <p:nvPr/>
            </p:nvSpPr>
            <p:spPr>
              <a:xfrm>
                <a:off x="1531239" y="4430420"/>
                <a:ext cx="37968" cy="37856"/>
              </a:xfrm>
              <a:custGeom>
                <a:avLst/>
                <a:gdLst/>
                <a:ahLst/>
                <a:cxnLst/>
                <a:rect l="l" t="t" r="r" b="b"/>
                <a:pathLst>
                  <a:path w="678" h="676" extrusionOk="0">
                    <a:moveTo>
                      <a:pt x="339" y="1"/>
                    </a:moveTo>
                    <a:cubicBezTo>
                      <a:pt x="153" y="1"/>
                      <a:pt x="1" y="152"/>
                      <a:pt x="1" y="338"/>
                    </a:cubicBezTo>
                    <a:cubicBezTo>
                      <a:pt x="1" y="523"/>
                      <a:pt x="152" y="676"/>
                      <a:pt x="339" y="676"/>
                    </a:cubicBezTo>
                    <a:cubicBezTo>
                      <a:pt x="525" y="676"/>
                      <a:pt x="677" y="523"/>
                      <a:pt x="677" y="338"/>
                    </a:cubicBezTo>
                    <a:cubicBezTo>
                      <a:pt x="677" y="153"/>
                      <a:pt x="525" y="1"/>
                      <a:pt x="3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51"/>
              <p:cNvSpPr/>
              <p:nvPr/>
            </p:nvSpPr>
            <p:spPr>
              <a:xfrm>
                <a:off x="1605495" y="4430420"/>
                <a:ext cx="37968" cy="37856"/>
              </a:xfrm>
              <a:custGeom>
                <a:avLst/>
                <a:gdLst/>
                <a:ahLst/>
                <a:cxnLst/>
                <a:rect l="l" t="t" r="r" b="b"/>
                <a:pathLst>
                  <a:path w="678" h="676" extrusionOk="0">
                    <a:moveTo>
                      <a:pt x="339" y="1"/>
                    </a:moveTo>
                    <a:cubicBezTo>
                      <a:pt x="153" y="1"/>
                      <a:pt x="1" y="152"/>
                      <a:pt x="1" y="338"/>
                    </a:cubicBezTo>
                    <a:cubicBezTo>
                      <a:pt x="1" y="523"/>
                      <a:pt x="152" y="676"/>
                      <a:pt x="339" y="676"/>
                    </a:cubicBezTo>
                    <a:cubicBezTo>
                      <a:pt x="525" y="676"/>
                      <a:pt x="675" y="523"/>
                      <a:pt x="675" y="338"/>
                    </a:cubicBezTo>
                    <a:cubicBezTo>
                      <a:pt x="677" y="153"/>
                      <a:pt x="525" y="1"/>
                      <a:pt x="3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51"/>
              <p:cNvSpPr/>
              <p:nvPr/>
            </p:nvSpPr>
            <p:spPr>
              <a:xfrm>
                <a:off x="1679919" y="4430420"/>
                <a:ext cx="37800" cy="37856"/>
              </a:xfrm>
              <a:custGeom>
                <a:avLst/>
                <a:gdLst/>
                <a:ahLst/>
                <a:cxnLst/>
                <a:rect l="l" t="t" r="r" b="b"/>
                <a:pathLst>
                  <a:path w="675" h="676" extrusionOk="0">
                    <a:moveTo>
                      <a:pt x="336" y="1"/>
                    </a:moveTo>
                    <a:cubicBezTo>
                      <a:pt x="150" y="1"/>
                      <a:pt x="0" y="152"/>
                      <a:pt x="0" y="338"/>
                    </a:cubicBezTo>
                    <a:cubicBezTo>
                      <a:pt x="0" y="523"/>
                      <a:pt x="150" y="676"/>
                      <a:pt x="336" y="676"/>
                    </a:cubicBezTo>
                    <a:cubicBezTo>
                      <a:pt x="522" y="676"/>
                      <a:pt x="674" y="523"/>
                      <a:pt x="674" y="338"/>
                    </a:cubicBezTo>
                    <a:cubicBezTo>
                      <a:pt x="674" y="153"/>
                      <a:pt x="522"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51"/>
              <p:cNvSpPr/>
              <p:nvPr/>
            </p:nvSpPr>
            <p:spPr>
              <a:xfrm>
                <a:off x="1413135" y="4593212"/>
                <a:ext cx="199920" cy="81088"/>
              </a:xfrm>
              <a:custGeom>
                <a:avLst/>
                <a:gdLst/>
                <a:ahLst/>
                <a:cxnLst/>
                <a:rect l="l" t="t" r="r" b="b"/>
                <a:pathLst>
                  <a:path w="3570" h="1448" extrusionOk="0">
                    <a:moveTo>
                      <a:pt x="1" y="1"/>
                    </a:moveTo>
                    <a:lnTo>
                      <a:pt x="1" y="1447"/>
                    </a:lnTo>
                    <a:lnTo>
                      <a:pt x="3569" y="1447"/>
                    </a:lnTo>
                    <a:lnTo>
                      <a:pt x="35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51"/>
              <p:cNvSpPr/>
              <p:nvPr/>
            </p:nvSpPr>
            <p:spPr>
              <a:xfrm>
                <a:off x="1448359" y="4622612"/>
                <a:ext cx="129360" cy="22232"/>
              </a:xfrm>
              <a:custGeom>
                <a:avLst/>
                <a:gdLst/>
                <a:ahLst/>
                <a:cxnLst/>
                <a:rect l="l" t="t" r="r" b="b"/>
                <a:pathLst>
                  <a:path w="2310" h="397" extrusionOk="0">
                    <a:moveTo>
                      <a:pt x="1" y="1"/>
                    </a:moveTo>
                    <a:lnTo>
                      <a:pt x="1" y="397"/>
                    </a:lnTo>
                    <a:lnTo>
                      <a:pt x="2310" y="397"/>
                    </a:lnTo>
                    <a:lnTo>
                      <a:pt x="231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51"/>
              <p:cNvSpPr/>
              <p:nvPr/>
            </p:nvSpPr>
            <p:spPr>
              <a:xfrm>
                <a:off x="511143" y="4119676"/>
                <a:ext cx="610680" cy="610848"/>
              </a:xfrm>
              <a:custGeom>
                <a:avLst/>
                <a:gdLst/>
                <a:ahLst/>
                <a:cxnLst/>
                <a:rect l="l" t="t" r="r" b="b"/>
                <a:pathLst>
                  <a:path w="10905" h="10908" extrusionOk="0">
                    <a:moveTo>
                      <a:pt x="5453" y="1"/>
                    </a:moveTo>
                    <a:cubicBezTo>
                      <a:pt x="2440" y="1"/>
                      <a:pt x="1" y="2443"/>
                      <a:pt x="1" y="5454"/>
                    </a:cubicBezTo>
                    <a:cubicBezTo>
                      <a:pt x="1" y="8467"/>
                      <a:pt x="2443" y="10908"/>
                      <a:pt x="5453" y="10908"/>
                    </a:cubicBezTo>
                    <a:cubicBezTo>
                      <a:pt x="8464" y="10908"/>
                      <a:pt x="10905" y="8464"/>
                      <a:pt x="10905" y="5454"/>
                    </a:cubicBezTo>
                    <a:cubicBezTo>
                      <a:pt x="10905" y="2441"/>
                      <a:pt x="8462" y="1"/>
                      <a:pt x="54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51"/>
              <p:cNvSpPr/>
              <p:nvPr/>
            </p:nvSpPr>
            <p:spPr>
              <a:xfrm>
                <a:off x="738671" y="4268356"/>
                <a:ext cx="155512" cy="208992"/>
              </a:xfrm>
              <a:custGeom>
                <a:avLst/>
                <a:gdLst/>
                <a:ahLst/>
                <a:cxnLst/>
                <a:rect l="l" t="t" r="r" b="b"/>
                <a:pathLst>
                  <a:path w="2777" h="3732" extrusionOk="0">
                    <a:moveTo>
                      <a:pt x="1388" y="0"/>
                    </a:moveTo>
                    <a:cubicBezTo>
                      <a:pt x="622" y="0"/>
                      <a:pt x="0" y="834"/>
                      <a:pt x="0" y="1866"/>
                    </a:cubicBezTo>
                    <a:cubicBezTo>
                      <a:pt x="0" y="2897"/>
                      <a:pt x="622" y="3731"/>
                      <a:pt x="1388" y="3731"/>
                    </a:cubicBezTo>
                    <a:cubicBezTo>
                      <a:pt x="2155" y="3731"/>
                      <a:pt x="2777" y="2897"/>
                      <a:pt x="2777" y="1866"/>
                    </a:cubicBezTo>
                    <a:cubicBezTo>
                      <a:pt x="2777" y="836"/>
                      <a:pt x="2155" y="0"/>
                      <a:pt x="13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51"/>
              <p:cNvSpPr/>
              <p:nvPr/>
            </p:nvSpPr>
            <p:spPr>
              <a:xfrm>
                <a:off x="654671" y="4492972"/>
                <a:ext cx="323456" cy="237552"/>
              </a:xfrm>
              <a:custGeom>
                <a:avLst/>
                <a:gdLst/>
                <a:ahLst/>
                <a:cxnLst/>
                <a:rect l="l" t="t" r="r" b="b"/>
                <a:pathLst>
                  <a:path w="5776" h="4242" extrusionOk="0">
                    <a:moveTo>
                      <a:pt x="2888" y="1"/>
                    </a:moveTo>
                    <a:cubicBezTo>
                      <a:pt x="1293" y="1"/>
                      <a:pt x="0" y="1294"/>
                      <a:pt x="0" y="2887"/>
                    </a:cubicBezTo>
                    <a:cubicBezTo>
                      <a:pt x="0" y="3078"/>
                      <a:pt x="19" y="3267"/>
                      <a:pt x="54" y="3447"/>
                    </a:cubicBezTo>
                    <a:cubicBezTo>
                      <a:pt x="880" y="3949"/>
                      <a:pt x="1851" y="4242"/>
                      <a:pt x="2888" y="4242"/>
                    </a:cubicBezTo>
                    <a:cubicBezTo>
                      <a:pt x="3926" y="4242"/>
                      <a:pt x="4897" y="3951"/>
                      <a:pt x="5722" y="3449"/>
                    </a:cubicBezTo>
                    <a:cubicBezTo>
                      <a:pt x="5756" y="3268"/>
                      <a:pt x="5776" y="3080"/>
                      <a:pt x="5776" y="2890"/>
                    </a:cubicBezTo>
                    <a:cubicBezTo>
                      <a:pt x="5776" y="1294"/>
                      <a:pt x="4484" y="1"/>
                      <a:pt x="28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51"/>
              <p:cNvSpPr/>
              <p:nvPr/>
            </p:nvSpPr>
            <p:spPr>
              <a:xfrm>
                <a:off x="152407" y="3801484"/>
                <a:ext cx="507080" cy="363832"/>
              </a:xfrm>
              <a:custGeom>
                <a:avLst/>
                <a:gdLst/>
                <a:ahLst/>
                <a:cxnLst/>
                <a:rect l="l" t="t" r="r" b="b"/>
                <a:pathLst>
                  <a:path w="9055" h="6497" extrusionOk="0">
                    <a:moveTo>
                      <a:pt x="4528" y="1"/>
                    </a:moveTo>
                    <a:cubicBezTo>
                      <a:pt x="4227" y="1"/>
                      <a:pt x="3926" y="169"/>
                      <a:pt x="3697" y="505"/>
                    </a:cubicBezTo>
                    <a:lnTo>
                      <a:pt x="457" y="5274"/>
                    </a:lnTo>
                    <a:cubicBezTo>
                      <a:pt x="1" y="5947"/>
                      <a:pt x="291" y="6496"/>
                      <a:pt x="1105" y="6496"/>
                    </a:cubicBezTo>
                    <a:lnTo>
                      <a:pt x="7952" y="6496"/>
                    </a:lnTo>
                    <a:cubicBezTo>
                      <a:pt x="8765" y="6496"/>
                      <a:pt x="9055" y="5945"/>
                      <a:pt x="8599" y="5274"/>
                    </a:cubicBezTo>
                    <a:lnTo>
                      <a:pt x="5359" y="505"/>
                    </a:lnTo>
                    <a:cubicBezTo>
                      <a:pt x="5131" y="169"/>
                      <a:pt x="4829" y="1"/>
                      <a:pt x="452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51"/>
              <p:cNvSpPr/>
              <p:nvPr/>
            </p:nvSpPr>
            <p:spPr>
              <a:xfrm>
                <a:off x="393543" y="3801484"/>
                <a:ext cx="265888" cy="363832"/>
              </a:xfrm>
              <a:custGeom>
                <a:avLst/>
                <a:gdLst/>
                <a:ahLst/>
                <a:cxnLst/>
                <a:rect l="l" t="t" r="r" b="b"/>
                <a:pathLst>
                  <a:path w="4748" h="6497" extrusionOk="0">
                    <a:moveTo>
                      <a:pt x="222" y="1"/>
                    </a:moveTo>
                    <a:cubicBezTo>
                      <a:pt x="148" y="1"/>
                      <a:pt x="74" y="11"/>
                      <a:pt x="1" y="31"/>
                    </a:cubicBezTo>
                    <a:cubicBezTo>
                      <a:pt x="225" y="94"/>
                      <a:pt x="438" y="252"/>
                      <a:pt x="609" y="505"/>
                    </a:cubicBezTo>
                    <a:lnTo>
                      <a:pt x="3848" y="5274"/>
                    </a:lnTo>
                    <a:cubicBezTo>
                      <a:pt x="4306" y="5947"/>
                      <a:pt x="4013" y="6496"/>
                      <a:pt x="3201" y="6496"/>
                    </a:cubicBezTo>
                    <a:lnTo>
                      <a:pt x="3646" y="6496"/>
                    </a:lnTo>
                    <a:cubicBezTo>
                      <a:pt x="4458" y="6496"/>
                      <a:pt x="4748" y="5945"/>
                      <a:pt x="4291" y="5274"/>
                    </a:cubicBezTo>
                    <a:lnTo>
                      <a:pt x="1053" y="505"/>
                    </a:lnTo>
                    <a:cubicBezTo>
                      <a:pt x="824" y="168"/>
                      <a:pt x="524" y="1"/>
                      <a:pt x="2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51"/>
              <p:cNvSpPr/>
              <p:nvPr/>
            </p:nvSpPr>
            <p:spPr>
              <a:xfrm>
                <a:off x="389063" y="3891868"/>
                <a:ext cx="33600" cy="181160"/>
              </a:xfrm>
              <a:custGeom>
                <a:avLst/>
                <a:gdLst/>
                <a:ahLst/>
                <a:cxnLst/>
                <a:rect l="l" t="t" r="r" b="b"/>
                <a:pathLst>
                  <a:path w="600" h="3235" extrusionOk="0">
                    <a:moveTo>
                      <a:pt x="300" y="1"/>
                    </a:moveTo>
                    <a:cubicBezTo>
                      <a:pt x="135" y="1"/>
                      <a:pt x="0" y="135"/>
                      <a:pt x="0" y="301"/>
                    </a:cubicBezTo>
                    <a:lnTo>
                      <a:pt x="0" y="2937"/>
                    </a:lnTo>
                    <a:cubicBezTo>
                      <a:pt x="0" y="3101"/>
                      <a:pt x="133" y="3235"/>
                      <a:pt x="300" y="3235"/>
                    </a:cubicBezTo>
                    <a:cubicBezTo>
                      <a:pt x="465" y="3235"/>
                      <a:pt x="600" y="3101"/>
                      <a:pt x="600" y="2937"/>
                    </a:cubicBezTo>
                    <a:lnTo>
                      <a:pt x="600" y="301"/>
                    </a:lnTo>
                    <a:cubicBezTo>
                      <a:pt x="600" y="135"/>
                      <a:pt x="466" y="1"/>
                      <a:pt x="3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51"/>
              <p:cNvSpPr/>
              <p:nvPr/>
            </p:nvSpPr>
            <p:spPr>
              <a:xfrm>
                <a:off x="389063" y="4088260"/>
                <a:ext cx="33600" cy="33544"/>
              </a:xfrm>
              <a:custGeom>
                <a:avLst/>
                <a:gdLst/>
                <a:ahLst/>
                <a:cxnLst/>
                <a:rect l="l" t="t" r="r" b="b"/>
                <a:pathLst>
                  <a:path w="600" h="599" extrusionOk="0">
                    <a:moveTo>
                      <a:pt x="300" y="1"/>
                    </a:moveTo>
                    <a:cubicBezTo>
                      <a:pt x="135" y="1"/>
                      <a:pt x="0" y="132"/>
                      <a:pt x="0" y="299"/>
                    </a:cubicBezTo>
                    <a:cubicBezTo>
                      <a:pt x="0" y="464"/>
                      <a:pt x="133" y="599"/>
                      <a:pt x="300" y="599"/>
                    </a:cubicBezTo>
                    <a:cubicBezTo>
                      <a:pt x="465" y="599"/>
                      <a:pt x="600" y="464"/>
                      <a:pt x="600" y="299"/>
                    </a:cubicBezTo>
                    <a:cubicBezTo>
                      <a:pt x="600" y="135"/>
                      <a:pt x="466" y="1"/>
                      <a:pt x="3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51"/>
              <p:cNvSpPr/>
              <p:nvPr/>
            </p:nvSpPr>
            <p:spPr>
              <a:xfrm>
                <a:off x="1658079" y="3819796"/>
                <a:ext cx="690480" cy="858872"/>
              </a:xfrm>
              <a:custGeom>
                <a:avLst/>
                <a:gdLst/>
                <a:ahLst/>
                <a:cxnLst/>
                <a:rect l="l" t="t" r="r" b="b"/>
                <a:pathLst>
                  <a:path w="12330" h="15337" extrusionOk="0">
                    <a:moveTo>
                      <a:pt x="1" y="0"/>
                    </a:moveTo>
                    <a:lnTo>
                      <a:pt x="1" y="15336"/>
                    </a:lnTo>
                    <a:lnTo>
                      <a:pt x="12330" y="15336"/>
                    </a:lnTo>
                    <a:lnTo>
                      <a:pt x="1233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51"/>
              <p:cNvSpPr/>
              <p:nvPr/>
            </p:nvSpPr>
            <p:spPr>
              <a:xfrm>
                <a:off x="1658079" y="3819796"/>
                <a:ext cx="690480" cy="125104"/>
              </a:xfrm>
              <a:custGeom>
                <a:avLst/>
                <a:gdLst/>
                <a:ahLst/>
                <a:cxnLst/>
                <a:rect l="l" t="t" r="r" b="b"/>
                <a:pathLst>
                  <a:path w="12330" h="2234" extrusionOk="0">
                    <a:moveTo>
                      <a:pt x="1" y="0"/>
                    </a:moveTo>
                    <a:lnTo>
                      <a:pt x="1" y="2233"/>
                    </a:lnTo>
                    <a:lnTo>
                      <a:pt x="12330" y="2233"/>
                    </a:lnTo>
                    <a:lnTo>
                      <a:pt x="123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51"/>
              <p:cNvSpPr/>
              <p:nvPr/>
            </p:nvSpPr>
            <p:spPr>
              <a:xfrm>
                <a:off x="1703103" y="3862747"/>
                <a:ext cx="36120" cy="36176"/>
              </a:xfrm>
              <a:custGeom>
                <a:avLst/>
                <a:gdLst/>
                <a:ahLst/>
                <a:cxnLst/>
                <a:rect l="l" t="t" r="r" b="b"/>
                <a:pathLst>
                  <a:path w="645" h="646" extrusionOk="0">
                    <a:moveTo>
                      <a:pt x="323" y="1"/>
                    </a:moveTo>
                    <a:cubicBezTo>
                      <a:pt x="145" y="1"/>
                      <a:pt x="0" y="144"/>
                      <a:pt x="0" y="322"/>
                    </a:cubicBezTo>
                    <a:cubicBezTo>
                      <a:pt x="0" y="500"/>
                      <a:pt x="145" y="645"/>
                      <a:pt x="323" y="645"/>
                    </a:cubicBezTo>
                    <a:cubicBezTo>
                      <a:pt x="500" y="645"/>
                      <a:pt x="645" y="500"/>
                      <a:pt x="645" y="322"/>
                    </a:cubicBezTo>
                    <a:cubicBezTo>
                      <a:pt x="645" y="144"/>
                      <a:pt x="500" y="1"/>
                      <a:pt x="3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51"/>
              <p:cNvSpPr/>
              <p:nvPr/>
            </p:nvSpPr>
            <p:spPr>
              <a:xfrm>
                <a:off x="1771031" y="3862747"/>
                <a:ext cx="36064" cy="36176"/>
              </a:xfrm>
              <a:custGeom>
                <a:avLst/>
                <a:gdLst/>
                <a:ahLst/>
                <a:cxnLst/>
                <a:rect l="l" t="t" r="r" b="b"/>
                <a:pathLst>
                  <a:path w="644" h="646" extrusionOk="0">
                    <a:moveTo>
                      <a:pt x="322" y="1"/>
                    </a:moveTo>
                    <a:cubicBezTo>
                      <a:pt x="144" y="1"/>
                      <a:pt x="1" y="144"/>
                      <a:pt x="1" y="322"/>
                    </a:cubicBezTo>
                    <a:cubicBezTo>
                      <a:pt x="1" y="500"/>
                      <a:pt x="144" y="645"/>
                      <a:pt x="322" y="645"/>
                    </a:cubicBezTo>
                    <a:cubicBezTo>
                      <a:pt x="500" y="645"/>
                      <a:pt x="644" y="500"/>
                      <a:pt x="644" y="322"/>
                    </a:cubicBezTo>
                    <a:cubicBezTo>
                      <a:pt x="644" y="144"/>
                      <a:pt x="500" y="1"/>
                      <a:pt x="3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51"/>
              <p:cNvSpPr/>
              <p:nvPr/>
            </p:nvSpPr>
            <p:spPr>
              <a:xfrm>
                <a:off x="1838847" y="3862747"/>
                <a:ext cx="36064" cy="36176"/>
              </a:xfrm>
              <a:custGeom>
                <a:avLst/>
                <a:gdLst/>
                <a:ahLst/>
                <a:cxnLst/>
                <a:rect l="l" t="t" r="r" b="b"/>
                <a:pathLst>
                  <a:path w="644" h="646" extrusionOk="0">
                    <a:moveTo>
                      <a:pt x="322" y="1"/>
                    </a:moveTo>
                    <a:cubicBezTo>
                      <a:pt x="144" y="1"/>
                      <a:pt x="0" y="144"/>
                      <a:pt x="0" y="322"/>
                    </a:cubicBezTo>
                    <a:cubicBezTo>
                      <a:pt x="0" y="500"/>
                      <a:pt x="144" y="645"/>
                      <a:pt x="322" y="645"/>
                    </a:cubicBezTo>
                    <a:cubicBezTo>
                      <a:pt x="500" y="645"/>
                      <a:pt x="643" y="500"/>
                      <a:pt x="643" y="322"/>
                    </a:cubicBezTo>
                    <a:cubicBezTo>
                      <a:pt x="643" y="144"/>
                      <a:pt x="500" y="1"/>
                      <a:pt x="3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51"/>
              <p:cNvSpPr/>
              <p:nvPr/>
            </p:nvSpPr>
            <p:spPr>
              <a:xfrm>
                <a:off x="1743815" y="4089772"/>
                <a:ext cx="514667" cy="448623"/>
              </a:xfrm>
              <a:custGeom>
                <a:avLst/>
                <a:gdLst/>
                <a:ahLst/>
                <a:cxnLst/>
                <a:rect l="l" t="t" r="r" b="b"/>
                <a:pathLst>
                  <a:path w="12849" h="11157" extrusionOk="0">
                    <a:moveTo>
                      <a:pt x="6424" y="0"/>
                    </a:moveTo>
                    <a:cubicBezTo>
                      <a:pt x="5969" y="362"/>
                      <a:pt x="4259" y="1596"/>
                      <a:pt x="2112" y="1632"/>
                    </a:cubicBezTo>
                    <a:cubicBezTo>
                      <a:pt x="2112" y="1632"/>
                      <a:pt x="1" y="8796"/>
                      <a:pt x="6424" y="11156"/>
                    </a:cubicBezTo>
                    <a:cubicBezTo>
                      <a:pt x="12848" y="8796"/>
                      <a:pt x="10737" y="1632"/>
                      <a:pt x="10737" y="1632"/>
                    </a:cubicBezTo>
                    <a:cubicBezTo>
                      <a:pt x="8589" y="1596"/>
                      <a:pt x="6881" y="363"/>
                      <a:pt x="64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51"/>
              <p:cNvSpPr/>
              <p:nvPr/>
            </p:nvSpPr>
            <p:spPr>
              <a:xfrm>
                <a:off x="1906875" y="4226527"/>
                <a:ext cx="199634" cy="157181"/>
              </a:xfrm>
              <a:custGeom>
                <a:avLst/>
                <a:gdLst/>
                <a:ahLst/>
                <a:cxnLst/>
                <a:rect l="l" t="t" r="r" b="b"/>
                <a:pathLst>
                  <a:path w="4984" h="3909" extrusionOk="0">
                    <a:moveTo>
                      <a:pt x="4432" y="1"/>
                    </a:moveTo>
                    <a:lnTo>
                      <a:pt x="1875" y="2927"/>
                    </a:lnTo>
                    <a:lnTo>
                      <a:pt x="425" y="1893"/>
                    </a:lnTo>
                    <a:lnTo>
                      <a:pt x="0" y="2488"/>
                    </a:lnTo>
                    <a:lnTo>
                      <a:pt x="1990" y="3908"/>
                    </a:lnTo>
                    <a:lnTo>
                      <a:pt x="4983" y="480"/>
                    </a:lnTo>
                    <a:lnTo>
                      <a:pt x="443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51"/>
              <p:cNvSpPr/>
              <p:nvPr/>
            </p:nvSpPr>
            <p:spPr>
              <a:xfrm>
                <a:off x="1933250" y="4151651"/>
                <a:ext cx="325367" cy="386700"/>
              </a:xfrm>
              <a:custGeom>
                <a:avLst/>
                <a:gdLst/>
                <a:ahLst/>
                <a:cxnLst/>
                <a:rect l="l" t="t" r="r" b="b"/>
                <a:pathLst>
                  <a:path w="8123" h="9617" extrusionOk="0">
                    <a:moveTo>
                      <a:pt x="5060" y="0"/>
                    </a:moveTo>
                    <a:lnTo>
                      <a:pt x="5060" y="0"/>
                    </a:lnTo>
                    <a:cubicBezTo>
                      <a:pt x="5172" y="2719"/>
                      <a:pt x="4496" y="6777"/>
                      <a:pt x="0" y="8764"/>
                    </a:cubicBezTo>
                    <a:cubicBezTo>
                      <a:pt x="487" y="9088"/>
                      <a:pt x="1049" y="9378"/>
                      <a:pt x="1700" y="9616"/>
                    </a:cubicBezTo>
                    <a:cubicBezTo>
                      <a:pt x="8122" y="7258"/>
                      <a:pt x="6011" y="94"/>
                      <a:pt x="6011" y="94"/>
                    </a:cubicBezTo>
                    <a:cubicBezTo>
                      <a:pt x="5683" y="89"/>
                      <a:pt x="5365" y="55"/>
                      <a:pt x="5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52"/>
          <p:cNvSpPr txBox="1">
            <a:spLocks noGrp="1"/>
          </p:cNvSpPr>
          <p:nvPr>
            <p:ph type="title"/>
          </p:nvPr>
        </p:nvSpPr>
        <p:spPr>
          <a:xfrm>
            <a:off x="720000" y="1494300"/>
            <a:ext cx="5400000" cy="1723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150,000</a:t>
            </a:r>
            <a:endParaRPr/>
          </a:p>
        </p:txBody>
      </p:sp>
      <p:sp>
        <p:nvSpPr>
          <p:cNvPr id="1273" name="Google Shape;1273;p52"/>
          <p:cNvSpPr txBox="1">
            <a:spLocks noGrp="1"/>
          </p:cNvSpPr>
          <p:nvPr>
            <p:ph type="subTitle" idx="1"/>
          </p:nvPr>
        </p:nvSpPr>
        <p:spPr>
          <a:xfrm>
            <a:off x="720000" y="3218100"/>
            <a:ext cx="5400000" cy="4311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Big numbers catch your audience’s attention</a:t>
            </a:r>
            <a:endParaRPr/>
          </a:p>
        </p:txBody>
      </p:sp>
      <p:grpSp>
        <p:nvGrpSpPr>
          <p:cNvPr id="1274" name="Google Shape;1274;p52"/>
          <p:cNvGrpSpPr/>
          <p:nvPr/>
        </p:nvGrpSpPr>
        <p:grpSpPr>
          <a:xfrm>
            <a:off x="5947200" y="310002"/>
            <a:ext cx="2535031" cy="4523496"/>
            <a:chOff x="719988" y="310002"/>
            <a:chExt cx="2535031" cy="4523496"/>
          </a:xfrm>
        </p:grpSpPr>
        <p:sp>
          <p:nvSpPr>
            <p:cNvPr id="1275" name="Google Shape;1275;p52"/>
            <p:cNvSpPr/>
            <p:nvPr/>
          </p:nvSpPr>
          <p:spPr>
            <a:xfrm>
              <a:off x="2184511" y="3409533"/>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52"/>
            <p:cNvSpPr/>
            <p:nvPr/>
          </p:nvSpPr>
          <p:spPr>
            <a:xfrm>
              <a:off x="769890" y="868849"/>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77" name="Google Shape;1277;p52"/>
            <p:cNvGrpSpPr/>
            <p:nvPr/>
          </p:nvGrpSpPr>
          <p:grpSpPr>
            <a:xfrm>
              <a:off x="998500" y="1097444"/>
              <a:ext cx="2256519" cy="2948604"/>
              <a:chOff x="1119525" y="2437600"/>
              <a:chExt cx="1296850" cy="1694600"/>
            </a:xfrm>
          </p:grpSpPr>
          <p:sp>
            <p:nvSpPr>
              <p:cNvPr id="1278" name="Google Shape;1278;p52"/>
              <p:cNvSpPr/>
              <p:nvPr/>
            </p:nvSpPr>
            <p:spPr>
              <a:xfrm>
                <a:off x="1219475" y="2437600"/>
                <a:ext cx="850625" cy="1694600"/>
              </a:xfrm>
              <a:custGeom>
                <a:avLst/>
                <a:gdLst/>
                <a:ahLst/>
                <a:cxnLst/>
                <a:rect l="l" t="t" r="r" b="b"/>
                <a:pathLst>
                  <a:path w="34025" h="67784" extrusionOk="0">
                    <a:moveTo>
                      <a:pt x="4295" y="0"/>
                    </a:moveTo>
                    <a:cubicBezTo>
                      <a:pt x="1934" y="0"/>
                      <a:pt x="1" y="1933"/>
                      <a:pt x="1" y="4295"/>
                    </a:cubicBezTo>
                    <a:lnTo>
                      <a:pt x="1" y="63488"/>
                    </a:lnTo>
                    <a:cubicBezTo>
                      <a:pt x="1" y="65850"/>
                      <a:pt x="1934" y="67783"/>
                      <a:pt x="4295" y="67783"/>
                    </a:cubicBezTo>
                    <a:lnTo>
                      <a:pt x="29730" y="67783"/>
                    </a:lnTo>
                    <a:cubicBezTo>
                      <a:pt x="32091" y="67783"/>
                      <a:pt x="34024" y="65850"/>
                      <a:pt x="34024" y="63488"/>
                    </a:cubicBezTo>
                    <a:lnTo>
                      <a:pt x="34024" y="4295"/>
                    </a:lnTo>
                    <a:cubicBezTo>
                      <a:pt x="34024" y="1933"/>
                      <a:pt x="32091" y="0"/>
                      <a:pt x="297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52"/>
              <p:cNvSpPr/>
              <p:nvPr/>
            </p:nvSpPr>
            <p:spPr>
              <a:xfrm>
                <a:off x="1292050" y="2538575"/>
                <a:ext cx="705425" cy="1401475"/>
              </a:xfrm>
              <a:custGeom>
                <a:avLst/>
                <a:gdLst/>
                <a:ahLst/>
                <a:cxnLst/>
                <a:rect l="l" t="t" r="r" b="b"/>
                <a:pathLst>
                  <a:path w="28217" h="56059" extrusionOk="0">
                    <a:moveTo>
                      <a:pt x="1" y="1"/>
                    </a:moveTo>
                    <a:lnTo>
                      <a:pt x="1" y="56059"/>
                    </a:lnTo>
                    <a:lnTo>
                      <a:pt x="28217" y="56059"/>
                    </a:lnTo>
                    <a:lnTo>
                      <a:pt x="2821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52"/>
              <p:cNvSpPr/>
              <p:nvPr/>
            </p:nvSpPr>
            <p:spPr>
              <a:xfrm>
                <a:off x="1564275" y="4000025"/>
                <a:ext cx="160975" cy="53675"/>
              </a:xfrm>
              <a:custGeom>
                <a:avLst/>
                <a:gdLst/>
                <a:ahLst/>
                <a:cxnLst/>
                <a:rect l="l" t="t" r="r" b="b"/>
                <a:pathLst>
                  <a:path w="6439" h="2147" extrusionOk="0">
                    <a:moveTo>
                      <a:pt x="1073" y="0"/>
                    </a:moveTo>
                    <a:cubicBezTo>
                      <a:pt x="481" y="0"/>
                      <a:pt x="1" y="481"/>
                      <a:pt x="1" y="1073"/>
                    </a:cubicBezTo>
                    <a:cubicBezTo>
                      <a:pt x="1" y="1666"/>
                      <a:pt x="480" y="2146"/>
                      <a:pt x="1073" y="2146"/>
                    </a:cubicBezTo>
                    <a:lnTo>
                      <a:pt x="5365" y="2146"/>
                    </a:lnTo>
                    <a:cubicBezTo>
                      <a:pt x="5958" y="2146"/>
                      <a:pt x="6439" y="1666"/>
                      <a:pt x="6439" y="1073"/>
                    </a:cubicBezTo>
                    <a:cubicBezTo>
                      <a:pt x="6439" y="481"/>
                      <a:pt x="5960" y="0"/>
                      <a:pt x="53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52"/>
              <p:cNvSpPr/>
              <p:nvPr/>
            </p:nvSpPr>
            <p:spPr>
              <a:xfrm>
                <a:off x="1292050" y="2538600"/>
                <a:ext cx="705425" cy="1401450"/>
              </a:xfrm>
              <a:custGeom>
                <a:avLst/>
                <a:gdLst/>
                <a:ahLst/>
                <a:cxnLst/>
                <a:rect l="l" t="t" r="r" b="b"/>
                <a:pathLst>
                  <a:path w="28217" h="56058" extrusionOk="0">
                    <a:moveTo>
                      <a:pt x="28217" y="1"/>
                    </a:moveTo>
                    <a:lnTo>
                      <a:pt x="1" y="56058"/>
                    </a:lnTo>
                    <a:lnTo>
                      <a:pt x="28217" y="56058"/>
                    </a:lnTo>
                    <a:lnTo>
                      <a:pt x="2821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52"/>
              <p:cNvSpPr/>
              <p:nvPr/>
            </p:nvSpPr>
            <p:spPr>
              <a:xfrm>
                <a:off x="1589550" y="2745875"/>
                <a:ext cx="826825" cy="717975"/>
              </a:xfrm>
              <a:custGeom>
                <a:avLst/>
                <a:gdLst/>
                <a:ahLst/>
                <a:cxnLst/>
                <a:rect l="l" t="t" r="r" b="b"/>
                <a:pathLst>
                  <a:path w="33073" h="28719" extrusionOk="0">
                    <a:moveTo>
                      <a:pt x="16536" y="1"/>
                    </a:moveTo>
                    <a:cubicBezTo>
                      <a:pt x="15362" y="932"/>
                      <a:pt x="10963" y="4109"/>
                      <a:pt x="5433" y="4199"/>
                    </a:cubicBezTo>
                    <a:cubicBezTo>
                      <a:pt x="5433" y="4199"/>
                      <a:pt x="1" y="22645"/>
                      <a:pt x="16536" y="28719"/>
                    </a:cubicBezTo>
                    <a:cubicBezTo>
                      <a:pt x="33072" y="22645"/>
                      <a:pt x="27639" y="4199"/>
                      <a:pt x="27639" y="4199"/>
                    </a:cubicBezTo>
                    <a:cubicBezTo>
                      <a:pt x="22109" y="4108"/>
                      <a:pt x="17708" y="931"/>
                      <a:pt x="165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52"/>
              <p:cNvSpPr/>
              <p:nvPr/>
            </p:nvSpPr>
            <p:spPr>
              <a:xfrm>
                <a:off x="1626925" y="2772500"/>
                <a:ext cx="752025" cy="662575"/>
              </a:xfrm>
              <a:custGeom>
                <a:avLst/>
                <a:gdLst/>
                <a:ahLst/>
                <a:cxnLst/>
                <a:rect l="l" t="t" r="r" b="b"/>
                <a:pathLst>
                  <a:path w="30081" h="26503" extrusionOk="0">
                    <a:moveTo>
                      <a:pt x="15041" y="0"/>
                    </a:moveTo>
                    <a:lnTo>
                      <a:pt x="14800" y="191"/>
                    </a:lnTo>
                    <a:cubicBezTo>
                      <a:pt x="13743" y="1030"/>
                      <a:pt x="9925" y="3772"/>
                      <a:pt x="5140" y="3850"/>
                    </a:cubicBezTo>
                    <a:lnTo>
                      <a:pt x="4855" y="3855"/>
                    </a:lnTo>
                    <a:lnTo>
                      <a:pt x="4773" y="4128"/>
                    </a:lnTo>
                    <a:cubicBezTo>
                      <a:pt x="4723" y="4297"/>
                      <a:pt x="1" y="20979"/>
                      <a:pt x="14906" y="26452"/>
                    </a:cubicBezTo>
                    <a:lnTo>
                      <a:pt x="15041" y="26502"/>
                    </a:lnTo>
                    <a:lnTo>
                      <a:pt x="15175" y="26452"/>
                    </a:lnTo>
                    <a:cubicBezTo>
                      <a:pt x="30081" y="20979"/>
                      <a:pt x="25357" y="4297"/>
                      <a:pt x="25308" y="4128"/>
                    </a:cubicBezTo>
                    <a:lnTo>
                      <a:pt x="25228" y="3855"/>
                    </a:lnTo>
                    <a:lnTo>
                      <a:pt x="24943" y="3850"/>
                    </a:lnTo>
                    <a:cubicBezTo>
                      <a:pt x="20155" y="3772"/>
                      <a:pt x="16340" y="1030"/>
                      <a:pt x="15283" y="191"/>
                    </a:cubicBezTo>
                    <a:lnTo>
                      <a:pt x="1504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52"/>
              <p:cNvSpPr/>
              <p:nvPr/>
            </p:nvSpPr>
            <p:spPr>
              <a:xfrm>
                <a:off x="1914400" y="2925375"/>
                <a:ext cx="177100" cy="174150"/>
              </a:xfrm>
              <a:custGeom>
                <a:avLst/>
                <a:gdLst/>
                <a:ahLst/>
                <a:cxnLst/>
                <a:rect l="l" t="t" r="r" b="b"/>
                <a:pathLst>
                  <a:path w="7084" h="6966" extrusionOk="0">
                    <a:moveTo>
                      <a:pt x="4036" y="913"/>
                    </a:moveTo>
                    <a:cubicBezTo>
                      <a:pt x="5213" y="913"/>
                      <a:pt x="6168" y="1871"/>
                      <a:pt x="6168" y="3046"/>
                    </a:cubicBezTo>
                    <a:lnTo>
                      <a:pt x="6168" y="3918"/>
                    </a:lnTo>
                    <a:cubicBezTo>
                      <a:pt x="6168" y="5095"/>
                      <a:pt x="5213" y="6052"/>
                      <a:pt x="4036" y="6052"/>
                    </a:cubicBezTo>
                    <a:lnTo>
                      <a:pt x="3049" y="6052"/>
                    </a:lnTo>
                    <a:cubicBezTo>
                      <a:pt x="1872" y="6052"/>
                      <a:pt x="915" y="5095"/>
                      <a:pt x="915" y="3918"/>
                    </a:cubicBezTo>
                    <a:lnTo>
                      <a:pt x="915" y="3046"/>
                    </a:lnTo>
                    <a:cubicBezTo>
                      <a:pt x="915" y="1869"/>
                      <a:pt x="1872" y="913"/>
                      <a:pt x="3049" y="913"/>
                    </a:cubicBezTo>
                    <a:close/>
                    <a:moveTo>
                      <a:pt x="3047" y="1"/>
                    </a:moveTo>
                    <a:cubicBezTo>
                      <a:pt x="1366" y="1"/>
                      <a:pt x="1" y="1366"/>
                      <a:pt x="1" y="3046"/>
                    </a:cubicBezTo>
                    <a:lnTo>
                      <a:pt x="1" y="3918"/>
                    </a:lnTo>
                    <a:cubicBezTo>
                      <a:pt x="1" y="5599"/>
                      <a:pt x="1366" y="6965"/>
                      <a:pt x="3047" y="6965"/>
                    </a:cubicBezTo>
                    <a:lnTo>
                      <a:pt x="4035" y="6965"/>
                    </a:lnTo>
                    <a:cubicBezTo>
                      <a:pt x="5715" y="6965"/>
                      <a:pt x="7083" y="5599"/>
                      <a:pt x="7081" y="3918"/>
                    </a:cubicBezTo>
                    <a:lnTo>
                      <a:pt x="7081" y="3046"/>
                    </a:lnTo>
                    <a:cubicBezTo>
                      <a:pt x="7081" y="1366"/>
                      <a:pt x="5715" y="1"/>
                      <a:pt x="40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52"/>
              <p:cNvSpPr/>
              <p:nvPr/>
            </p:nvSpPr>
            <p:spPr>
              <a:xfrm>
                <a:off x="1874500" y="3025250"/>
                <a:ext cx="256925" cy="257000"/>
              </a:xfrm>
              <a:custGeom>
                <a:avLst/>
                <a:gdLst/>
                <a:ahLst/>
                <a:cxnLst/>
                <a:rect l="l" t="t" r="r" b="b"/>
                <a:pathLst>
                  <a:path w="10277" h="10280" extrusionOk="0">
                    <a:moveTo>
                      <a:pt x="2987" y="0"/>
                    </a:moveTo>
                    <a:cubicBezTo>
                      <a:pt x="1346" y="0"/>
                      <a:pt x="0" y="1346"/>
                      <a:pt x="0" y="2989"/>
                    </a:cubicBezTo>
                    <a:lnTo>
                      <a:pt x="0" y="7290"/>
                    </a:lnTo>
                    <a:cubicBezTo>
                      <a:pt x="0" y="8934"/>
                      <a:pt x="1344" y="10279"/>
                      <a:pt x="2987" y="10279"/>
                    </a:cubicBezTo>
                    <a:lnTo>
                      <a:pt x="7289" y="10279"/>
                    </a:lnTo>
                    <a:cubicBezTo>
                      <a:pt x="8932" y="10279"/>
                      <a:pt x="10277" y="8934"/>
                      <a:pt x="10277" y="7290"/>
                    </a:cubicBezTo>
                    <a:lnTo>
                      <a:pt x="10277" y="2989"/>
                    </a:lnTo>
                    <a:cubicBezTo>
                      <a:pt x="10277" y="1346"/>
                      <a:pt x="8932" y="0"/>
                      <a:pt x="72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52"/>
              <p:cNvSpPr/>
              <p:nvPr/>
            </p:nvSpPr>
            <p:spPr>
              <a:xfrm>
                <a:off x="1890650" y="3041425"/>
                <a:ext cx="240775" cy="240825"/>
              </a:xfrm>
              <a:custGeom>
                <a:avLst/>
                <a:gdLst/>
                <a:ahLst/>
                <a:cxnLst/>
                <a:rect l="l" t="t" r="r" b="b"/>
                <a:pathLst>
                  <a:path w="9631" h="9633" extrusionOk="0">
                    <a:moveTo>
                      <a:pt x="8491" y="0"/>
                    </a:moveTo>
                    <a:cubicBezTo>
                      <a:pt x="8894" y="512"/>
                      <a:pt x="9138" y="1152"/>
                      <a:pt x="9138" y="1849"/>
                    </a:cubicBezTo>
                    <a:lnTo>
                      <a:pt x="9138" y="6150"/>
                    </a:lnTo>
                    <a:cubicBezTo>
                      <a:pt x="9138" y="7794"/>
                      <a:pt x="7792" y="9139"/>
                      <a:pt x="6150" y="9139"/>
                    </a:cubicBezTo>
                    <a:lnTo>
                      <a:pt x="1847" y="9139"/>
                    </a:lnTo>
                    <a:cubicBezTo>
                      <a:pt x="1151" y="9139"/>
                      <a:pt x="509" y="8896"/>
                      <a:pt x="0" y="8492"/>
                    </a:cubicBezTo>
                    <a:lnTo>
                      <a:pt x="0" y="8492"/>
                    </a:lnTo>
                    <a:cubicBezTo>
                      <a:pt x="547" y="9184"/>
                      <a:pt x="1393" y="9632"/>
                      <a:pt x="2339" y="9632"/>
                    </a:cubicBezTo>
                    <a:lnTo>
                      <a:pt x="6640" y="9632"/>
                    </a:lnTo>
                    <a:cubicBezTo>
                      <a:pt x="8284" y="9632"/>
                      <a:pt x="9630" y="8287"/>
                      <a:pt x="9630" y="6643"/>
                    </a:cubicBezTo>
                    <a:lnTo>
                      <a:pt x="9630" y="2342"/>
                    </a:lnTo>
                    <a:cubicBezTo>
                      <a:pt x="9631" y="1396"/>
                      <a:pt x="9182" y="550"/>
                      <a:pt x="84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52"/>
              <p:cNvSpPr/>
              <p:nvPr/>
            </p:nvSpPr>
            <p:spPr>
              <a:xfrm>
                <a:off x="1964400" y="3085750"/>
                <a:ext cx="77125" cy="151975"/>
              </a:xfrm>
              <a:custGeom>
                <a:avLst/>
                <a:gdLst/>
                <a:ahLst/>
                <a:cxnLst/>
                <a:rect l="l" t="t" r="r" b="b"/>
                <a:pathLst>
                  <a:path w="3085" h="6079" extrusionOk="0">
                    <a:moveTo>
                      <a:pt x="1543" y="1"/>
                    </a:moveTo>
                    <a:cubicBezTo>
                      <a:pt x="691" y="1"/>
                      <a:pt x="1" y="691"/>
                      <a:pt x="1" y="1543"/>
                    </a:cubicBezTo>
                    <a:cubicBezTo>
                      <a:pt x="1" y="2153"/>
                      <a:pt x="359" y="2677"/>
                      <a:pt x="876" y="2927"/>
                    </a:cubicBezTo>
                    <a:lnTo>
                      <a:pt x="110" y="5816"/>
                    </a:lnTo>
                    <a:cubicBezTo>
                      <a:pt x="81" y="5959"/>
                      <a:pt x="177" y="6079"/>
                      <a:pt x="325" y="6079"/>
                    </a:cubicBezTo>
                    <a:lnTo>
                      <a:pt x="2767" y="6079"/>
                    </a:lnTo>
                    <a:cubicBezTo>
                      <a:pt x="2913" y="6079"/>
                      <a:pt x="3010" y="5959"/>
                      <a:pt x="2982" y="5816"/>
                    </a:cubicBezTo>
                    <a:lnTo>
                      <a:pt x="2215" y="2927"/>
                    </a:lnTo>
                    <a:cubicBezTo>
                      <a:pt x="2726" y="2677"/>
                      <a:pt x="3084" y="2153"/>
                      <a:pt x="3084" y="1543"/>
                    </a:cubicBezTo>
                    <a:cubicBezTo>
                      <a:pt x="3084" y="691"/>
                      <a:pt x="2394" y="1"/>
                      <a:pt x="15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52"/>
              <p:cNvSpPr/>
              <p:nvPr/>
            </p:nvSpPr>
            <p:spPr>
              <a:xfrm>
                <a:off x="1131100" y="3216975"/>
                <a:ext cx="427175" cy="389225"/>
              </a:xfrm>
              <a:custGeom>
                <a:avLst/>
                <a:gdLst/>
                <a:ahLst/>
                <a:cxnLst/>
                <a:rect l="l" t="t" r="r" b="b"/>
                <a:pathLst>
                  <a:path w="17087" h="15569" extrusionOk="0">
                    <a:moveTo>
                      <a:pt x="8544" y="1765"/>
                    </a:moveTo>
                    <a:cubicBezTo>
                      <a:pt x="10084" y="1765"/>
                      <a:pt x="11625" y="2353"/>
                      <a:pt x="12800" y="3528"/>
                    </a:cubicBezTo>
                    <a:cubicBezTo>
                      <a:pt x="15151" y="5879"/>
                      <a:pt x="15151" y="9690"/>
                      <a:pt x="12800" y="12040"/>
                    </a:cubicBezTo>
                    <a:cubicBezTo>
                      <a:pt x="11624" y="13216"/>
                      <a:pt x="10083" y="13804"/>
                      <a:pt x="8543" y="13804"/>
                    </a:cubicBezTo>
                    <a:cubicBezTo>
                      <a:pt x="7003" y="13804"/>
                      <a:pt x="5462" y="13216"/>
                      <a:pt x="4288" y="12041"/>
                    </a:cubicBezTo>
                    <a:cubicBezTo>
                      <a:pt x="1937" y="9690"/>
                      <a:pt x="1937" y="5879"/>
                      <a:pt x="4288" y="3528"/>
                    </a:cubicBezTo>
                    <a:cubicBezTo>
                      <a:pt x="5463" y="2353"/>
                      <a:pt x="7004" y="1765"/>
                      <a:pt x="8544" y="1765"/>
                    </a:cubicBezTo>
                    <a:close/>
                    <a:moveTo>
                      <a:pt x="8544" y="1"/>
                    </a:moveTo>
                    <a:cubicBezTo>
                      <a:pt x="6552" y="1"/>
                      <a:pt x="4560" y="761"/>
                      <a:pt x="3041" y="2280"/>
                    </a:cubicBezTo>
                    <a:cubicBezTo>
                      <a:pt x="1" y="5320"/>
                      <a:pt x="1" y="10249"/>
                      <a:pt x="3041" y="13289"/>
                    </a:cubicBezTo>
                    <a:cubicBezTo>
                      <a:pt x="4561" y="14809"/>
                      <a:pt x="6553" y="15569"/>
                      <a:pt x="8545" y="15569"/>
                    </a:cubicBezTo>
                    <a:cubicBezTo>
                      <a:pt x="10537" y="15569"/>
                      <a:pt x="12530" y="14809"/>
                      <a:pt x="14049" y="13289"/>
                    </a:cubicBezTo>
                    <a:cubicBezTo>
                      <a:pt x="17087" y="10249"/>
                      <a:pt x="17087" y="5321"/>
                      <a:pt x="14049" y="2282"/>
                    </a:cubicBezTo>
                    <a:cubicBezTo>
                      <a:pt x="12529" y="761"/>
                      <a:pt x="10537" y="1"/>
                      <a:pt x="854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52"/>
              <p:cNvSpPr/>
              <p:nvPr/>
            </p:nvSpPr>
            <p:spPr>
              <a:xfrm>
                <a:off x="1179500" y="3261100"/>
                <a:ext cx="330400" cy="300975"/>
              </a:xfrm>
              <a:custGeom>
                <a:avLst/>
                <a:gdLst/>
                <a:ahLst/>
                <a:cxnLst/>
                <a:rect l="l" t="t" r="r" b="b"/>
                <a:pathLst>
                  <a:path w="13216" h="12039" extrusionOk="0">
                    <a:moveTo>
                      <a:pt x="6608" y="0"/>
                    </a:moveTo>
                    <a:cubicBezTo>
                      <a:pt x="5068" y="0"/>
                      <a:pt x="3527" y="588"/>
                      <a:pt x="2352" y="1763"/>
                    </a:cubicBezTo>
                    <a:cubicBezTo>
                      <a:pt x="1" y="4114"/>
                      <a:pt x="1" y="7925"/>
                      <a:pt x="2352" y="10276"/>
                    </a:cubicBezTo>
                    <a:cubicBezTo>
                      <a:pt x="3526" y="11451"/>
                      <a:pt x="5067" y="12039"/>
                      <a:pt x="6607" y="12039"/>
                    </a:cubicBezTo>
                    <a:cubicBezTo>
                      <a:pt x="8147" y="12039"/>
                      <a:pt x="9688" y="11451"/>
                      <a:pt x="10864" y="10275"/>
                    </a:cubicBezTo>
                    <a:cubicBezTo>
                      <a:pt x="13215" y="7925"/>
                      <a:pt x="13215" y="4114"/>
                      <a:pt x="10864" y="1763"/>
                    </a:cubicBezTo>
                    <a:cubicBezTo>
                      <a:pt x="9689" y="588"/>
                      <a:pt x="8148" y="0"/>
                      <a:pt x="660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52"/>
              <p:cNvSpPr/>
              <p:nvPr/>
            </p:nvSpPr>
            <p:spPr>
              <a:xfrm>
                <a:off x="1434150" y="3501025"/>
                <a:ext cx="191475" cy="191400"/>
              </a:xfrm>
              <a:custGeom>
                <a:avLst/>
                <a:gdLst/>
                <a:ahLst/>
                <a:cxnLst/>
                <a:rect l="l" t="t" r="r" b="b"/>
                <a:pathLst>
                  <a:path w="7659" h="7656" extrusionOk="0">
                    <a:moveTo>
                      <a:pt x="1357" y="0"/>
                    </a:moveTo>
                    <a:lnTo>
                      <a:pt x="0" y="1356"/>
                    </a:lnTo>
                    <a:lnTo>
                      <a:pt x="6301" y="7656"/>
                    </a:lnTo>
                    <a:lnTo>
                      <a:pt x="7658" y="6301"/>
                    </a:lnTo>
                    <a:lnTo>
                      <a:pt x="135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52"/>
              <p:cNvSpPr/>
              <p:nvPr/>
            </p:nvSpPr>
            <p:spPr>
              <a:xfrm>
                <a:off x="1557750" y="3624625"/>
                <a:ext cx="67875" cy="67800"/>
              </a:xfrm>
              <a:custGeom>
                <a:avLst/>
                <a:gdLst/>
                <a:ahLst/>
                <a:cxnLst/>
                <a:rect l="l" t="t" r="r" b="b"/>
                <a:pathLst>
                  <a:path w="2715" h="2712" extrusionOk="0">
                    <a:moveTo>
                      <a:pt x="1357" y="1"/>
                    </a:moveTo>
                    <a:lnTo>
                      <a:pt x="0" y="1357"/>
                    </a:lnTo>
                    <a:lnTo>
                      <a:pt x="1357" y="2712"/>
                    </a:lnTo>
                    <a:lnTo>
                      <a:pt x="2714" y="1357"/>
                    </a:lnTo>
                    <a:lnTo>
                      <a:pt x="135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52"/>
              <p:cNvSpPr/>
              <p:nvPr/>
            </p:nvSpPr>
            <p:spPr>
              <a:xfrm>
                <a:off x="1248675" y="3327200"/>
                <a:ext cx="188775" cy="168725"/>
              </a:xfrm>
              <a:custGeom>
                <a:avLst/>
                <a:gdLst/>
                <a:ahLst/>
                <a:cxnLst/>
                <a:rect l="l" t="t" r="r" b="b"/>
                <a:pathLst>
                  <a:path w="7551" h="6749" extrusionOk="0">
                    <a:moveTo>
                      <a:pt x="3774" y="0"/>
                    </a:moveTo>
                    <a:cubicBezTo>
                      <a:pt x="3125" y="0"/>
                      <a:pt x="2596" y="527"/>
                      <a:pt x="2596" y="1179"/>
                    </a:cubicBezTo>
                    <a:cubicBezTo>
                      <a:pt x="2596" y="1422"/>
                      <a:pt x="2670" y="1648"/>
                      <a:pt x="2795" y="1836"/>
                    </a:cubicBezTo>
                    <a:cubicBezTo>
                      <a:pt x="2633" y="1964"/>
                      <a:pt x="2485" y="2127"/>
                      <a:pt x="2357" y="2313"/>
                    </a:cubicBezTo>
                    <a:cubicBezTo>
                      <a:pt x="1883" y="2014"/>
                      <a:pt x="1408" y="1717"/>
                      <a:pt x="934" y="1419"/>
                    </a:cubicBezTo>
                    <a:cubicBezTo>
                      <a:pt x="897" y="1396"/>
                      <a:pt x="861" y="1386"/>
                      <a:pt x="826" y="1386"/>
                    </a:cubicBezTo>
                    <a:cubicBezTo>
                      <a:pt x="647" y="1386"/>
                      <a:pt x="530" y="1661"/>
                      <a:pt x="722" y="1782"/>
                    </a:cubicBezTo>
                    <a:cubicBezTo>
                      <a:pt x="1198" y="2080"/>
                      <a:pt x="1673" y="2378"/>
                      <a:pt x="2148" y="2678"/>
                    </a:cubicBezTo>
                    <a:cubicBezTo>
                      <a:pt x="1984" y="3026"/>
                      <a:pt x="1879" y="3434"/>
                      <a:pt x="1860" y="3869"/>
                    </a:cubicBezTo>
                    <a:cubicBezTo>
                      <a:pt x="1331" y="3813"/>
                      <a:pt x="799" y="3758"/>
                      <a:pt x="269" y="3703"/>
                    </a:cubicBezTo>
                    <a:cubicBezTo>
                      <a:pt x="260" y="3702"/>
                      <a:pt x="251" y="3701"/>
                      <a:pt x="243" y="3701"/>
                    </a:cubicBezTo>
                    <a:cubicBezTo>
                      <a:pt x="0" y="3701"/>
                      <a:pt x="10" y="4096"/>
                      <a:pt x="269" y="4122"/>
                    </a:cubicBezTo>
                    <a:cubicBezTo>
                      <a:pt x="802" y="4178"/>
                      <a:pt x="1334" y="4232"/>
                      <a:pt x="1867" y="4288"/>
                    </a:cubicBezTo>
                    <a:cubicBezTo>
                      <a:pt x="1896" y="4666"/>
                      <a:pt x="1988" y="5019"/>
                      <a:pt x="2128" y="5330"/>
                    </a:cubicBezTo>
                    <a:cubicBezTo>
                      <a:pt x="1749" y="5684"/>
                      <a:pt x="1369" y="6039"/>
                      <a:pt x="989" y="6393"/>
                    </a:cubicBezTo>
                    <a:cubicBezTo>
                      <a:pt x="835" y="6538"/>
                      <a:pt x="981" y="6749"/>
                      <a:pt x="1147" y="6749"/>
                    </a:cubicBezTo>
                    <a:cubicBezTo>
                      <a:pt x="1194" y="6749"/>
                      <a:pt x="1243" y="6732"/>
                      <a:pt x="1287" y="6691"/>
                    </a:cubicBezTo>
                    <a:cubicBezTo>
                      <a:pt x="1639" y="6364"/>
                      <a:pt x="1988" y="6036"/>
                      <a:pt x="2338" y="5709"/>
                    </a:cubicBezTo>
                    <a:cubicBezTo>
                      <a:pt x="2689" y="6236"/>
                      <a:pt x="3203" y="6570"/>
                      <a:pt x="3776" y="6570"/>
                    </a:cubicBezTo>
                    <a:cubicBezTo>
                      <a:pt x="4350" y="6570"/>
                      <a:pt x="4862" y="6237"/>
                      <a:pt x="5214" y="5709"/>
                    </a:cubicBezTo>
                    <a:cubicBezTo>
                      <a:pt x="5565" y="6036"/>
                      <a:pt x="5915" y="6364"/>
                      <a:pt x="6265" y="6691"/>
                    </a:cubicBezTo>
                    <a:cubicBezTo>
                      <a:pt x="6309" y="6732"/>
                      <a:pt x="6358" y="6749"/>
                      <a:pt x="6406" y="6749"/>
                    </a:cubicBezTo>
                    <a:cubicBezTo>
                      <a:pt x="6571" y="6749"/>
                      <a:pt x="6717" y="6538"/>
                      <a:pt x="6562" y="6393"/>
                    </a:cubicBezTo>
                    <a:cubicBezTo>
                      <a:pt x="6183" y="6039"/>
                      <a:pt x="5804" y="5684"/>
                      <a:pt x="5424" y="5330"/>
                    </a:cubicBezTo>
                    <a:cubicBezTo>
                      <a:pt x="5563" y="5019"/>
                      <a:pt x="5656" y="4666"/>
                      <a:pt x="5685" y="4288"/>
                    </a:cubicBezTo>
                    <a:cubicBezTo>
                      <a:pt x="6219" y="4232"/>
                      <a:pt x="6751" y="4178"/>
                      <a:pt x="7283" y="4122"/>
                    </a:cubicBezTo>
                    <a:cubicBezTo>
                      <a:pt x="7539" y="4096"/>
                      <a:pt x="7551" y="3701"/>
                      <a:pt x="7306" y="3701"/>
                    </a:cubicBezTo>
                    <a:cubicBezTo>
                      <a:pt x="7298" y="3701"/>
                      <a:pt x="7289" y="3702"/>
                      <a:pt x="7280" y="3703"/>
                    </a:cubicBezTo>
                    <a:cubicBezTo>
                      <a:pt x="6751" y="3758"/>
                      <a:pt x="6219" y="3813"/>
                      <a:pt x="5688" y="3869"/>
                    </a:cubicBezTo>
                    <a:cubicBezTo>
                      <a:pt x="5668" y="3434"/>
                      <a:pt x="5565" y="3026"/>
                      <a:pt x="5400" y="2678"/>
                    </a:cubicBezTo>
                    <a:cubicBezTo>
                      <a:pt x="5875" y="2379"/>
                      <a:pt x="6351" y="2080"/>
                      <a:pt x="6827" y="1782"/>
                    </a:cubicBezTo>
                    <a:cubicBezTo>
                      <a:pt x="7019" y="1661"/>
                      <a:pt x="6900" y="1386"/>
                      <a:pt x="6723" y="1386"/>
                    </a:cubicBezTo>
                    <a:cubicBezTo>
                      <a:pt x="6689" y="1386"/>
                      <a:pt x="6653" y="1396"/>
                      <a:pt x="6616" y="1419"/>
                    </a:cubicBezTo>
                    <a:cubicBezTo>
                      <a:pt x="6142" y="1717"/>
                      <a:pt x="5665" y="2014"/>
                      <a:pt x="5191" y="2313"/>
                    </a:cubicBezTo>
                    <a:cubicBezTo>
                      <a:pt x="5063" y="2127"/>
                      <a:pt x="4916" y="1967"/>
                      <a:pt x="4753" y="1836"/>
                    </a:cubicBezTo>
                    <a:cubicBezTo>
                      <a:pt x="4880" y="1649"/>
                      <a:pt x="4953" y="1422"/>
                      <a:pt x="4953" y="1179"/>
                    </a:cubicBezTo>
                    <a:cubicBezTo>
                      <a:pt x="4953" y="528"/>
                      <a:pt x="4426" y="0"/>
                      <a:pt x="37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52"/>
              <p:cNvSpPr/>
              <p:nvPr/>
            </p:nvSpPr>
            <p:spPr>
              <a:xfrm>
                <a:off x="1119525" y="2607350"/>
                <a:ext cx="450100" cy="343075"/>
              </a:xfrm>
              <a:custGeom>
                <a:avLst/>
                <a:gdLst/>
                <a:ahLst/>
                <a:cxnLst/>
                <a:rect l="l" t="t" r="r" b="b"/>
                <a:pathLst>
                  <a:path w="18004" h="13723" extrusionOk="0">
                    <a:moveTo>
                      <a:pt x="1033" y="0"/>
                    </a:moveTo>
                    <a:cubicBezTo>
                      <a:pt x="436" y="0"/>
                      <a:pt x="0" y="487"/>
                      <a:pt x="67" y="1082"/>
                    </a:cubicBezTo>
                    <a:lnTo>
                      <a:pt x="1375" y="12641"/>
                    </a:lnTo>
                    <a:cubicBezTo>
                      <a:pt x="1443" y="13237"/>
                      <a:pt x="1988" y="13722"/>
                      <a:pt x="2586" y="13722"/>
                    </a:cubicBezTo>
                    <a:lnTo>
                      <a:pt x="15427" y="13722"/>
                    </a:lnTo>
                    <a:cubicBezTo>
                      <a:pt x="16024" y="13722"/>
                      <a:pt x="16580" y="13237"/>
                      <a:pt x="16660" y="12645"/>
                    </a:cubicBezTo>
                    <a:lnTo>
                      <a:pt x="17924" y="3237"/>
                    </a:lnTo>
                    <a:cubicBezTo>
                      <a:pt x="18004" y="2642"/>
                      <a:pt x="17578" y="2159"/>
                      <a:pt x="16979" y="2159"/>
                    </a:cubicBezTo>
                    <a:lnTo>
                      <a:pt x="10452" y="2159"/>
                    </a:lnTo>
                    <a:cubicBezTo>
                      <a:pt x="9854" y="2159"/>
                      <a:pt x="9363" y="1674"/>
                      <a:pt x="9363" y="1079"/>
                    </a:cubicBezTo>
                    <a:cubicBezTo>
                      <a:pt x="9363" y="486"/>
                      <a:pt x="8874" y="0"/>
                      <a:pt x="82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52"/>
              <p:cNvSpPr/>
              <p:nvPr/>
            </p:nvSpPr>
            <p:spPr>
              <a:xfrm>
                <a:off x="1163900" y="2632725"/>
                <a:ext cx="361075" cy="343375"/>
              </a:xfrm>
              <a:custGeom>
                <a:avLst/>
                <a:gdLst/>
                <a:ahLst/>
                <a:cxnLst/>
                <a:rect l="l" t="t" r="r" b="b"/>
                <a:pathLst>
                  <a:path w="14443" h="13735" extrusionOk="0">
                    <a:moveTo>
                      <a:pt x="1" y="0"/>
                    </a:moveTo>
                    <a:lnTo>
                      <a:pt x="1" y="13735"/>
                    </a:lnTo>
                    <a:lnTo>
                      <a:pt x="14443" y="13735"/>
                    </a:lnTo>
                    <a:lnTo>
                      <a:pt x="144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52"/>
              <p:cNvSpPr/>
              <p:nvPr/>
            </p:nvSpPr>
            <p:spPr>
              <a:xfrm>
                <a:off x="1119525" y="2650100"/>
                <a:ext cx="450100" cy="343075"/>
              </a:xfrm>
              <a:custGeom>
                <a:avLst/>
                <a:gdLst/>
                <a:ahLst/>
                <a:cxnLst/>
                <a:rect l="l" t="t" r="r" b="b"/>
                <a:pathLst>
                  <a:path w="18004" h="13723" extrusionOk="0">
                    <a:moveTo>
                      <a:pt x="1033" y="1"/>
                    </a:moveTo>
                    <a:cubicBezTo>
                      <a:pt x="436" y="1"/>
                      <a:pt x="0" y="488"/>
                      <a:pt x="67" y="1082"/>
                    </a:cubicBezTo>
                    <a:lnTo>
                      <a:pt x="1375" y="12641"/>
                    </a:lnTo>
                    <a:cubicBezTo>
                      <a:pt x="1443" y="13237"/>
                      <a:pt x="1988" y="13723"/>
                      <a:pt x="2586" y="13723"/>
                    </a:cubicBezTo>
                    <a:lnTo>
                      <a:pt x="15427" y="13723"/>
                    </a:lnTo>
                    <a:cubicBezTo>
                      <a:pt x="16024" y="13723"/>
                      <a:pt x="16580" y="13237"/>
                      <a:pt x="16660" y="12645"/>
                    </a:cubicBezTo>
                    <a:lnTo>
                      <a:pt x="17924" y="3236"/>
                    </a:lnTo>
                    <a:cubicBezTo>
                      <a:pt x="18004" y="2643"/>
                      <a:pt x="17578" y="2158"/>
                      <a:pt x="16979" y="2158"/>
                    </a:cubicBezTo>
                    <a:lnTo>
                      <a:pt x="10452" y="2158"/>
                    </a:lnTo>
                    <a:cubicBezTo>
                      <a:pt x="9854" y="2158"/>
                      <a:pt x="9363" y="1673"/>
                      <a:pt x="9363" y="1080"/>
                    </a:cubicBezTo>
                    <a:cubicBezTo>
                      <a:pt x="9363" y="486"/>
                      <a:pt x="8874" y="1"/>
                      <a:pt x="82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52"/>
              <p:cNvSpPr/>
              <p:nvPr/>
            </p:nvSpPr>
            <p:spPr>
              <a:xfrm>
                <a:off x="1490925" y="2704050"/>
                <a:ext cx="78700" cy="289125"/>
              </a:xfrm>
              <a:custGeom>
                <a:avLst/>
                <a:gdLst/>
                <a:ahLst/>
                <a:cxnLst/>
                <a:rect l="l" t="t" r="r" b="b"/>
                <a:pathLst>
                  <a:path w="3148" h="11565" extrusionOk="0">
                    <a:moveTo>
                      <a:pt x="1554" y="0"/>
                    </a:moveTo>
                    <a:cubicBezTo>
                      <a:pt x="2153" y="0"/>
                      <a:pt x="2577" y="485"/>
                      <a:pt x="2498" y="1078"/>
                    </a:cubicBezTo>
                    <a:lnTo>
                      <a:pt x="1233" y="10487"/>
                    </a:lnTo>
                    <a:cubicBezTo>
                      <a:pt x="1154" y="11079"/>
                      <a:pt x="599" y="11565"/>
                      <a:pt x="1" y="11565"/>
                    </a:cubicBezTo>
                    <a:lnTo>
                      <a:pt x="571" y="11565"/>
                    </a:lnTo>
                    <a:cubicBezTo>
                      <a:pt x="1168" y="11565"/>
                      <a:pt x="1724" y="11079"/>
                      <a:pt x="1804" y="10487"/>
                    </a:cubicBezTo>
                    <a:lnTo>
                      <a:pt x="3068" y="1078"/>
                    </a:lnTo>
                    <a:cubicBezTo>
                      <a:pt x="3148" y="485"/>
                      <a:pt x="2723" y="0"/>
                      <a:pt x="2124" y="0"/>
                    </a:cubicBezTo>
                    <a:close/>
                  </a:path>
                </a:pathLst>
              </a:custGeom>
              <a:solidFill>
                <a:srgbClr val="F78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52"/>
              <p:cNvSpPr/>
              <p:nvPr/>
            </p:nvSpPr>
            <p:spPr>
              <a:xfrm>
                <a:off x="1312100" y="2650100"/>
                <a:ext cx="68750" cy="53975"/>
              </a:xfrm>
              <a:custGeom>
                <a:avLst/>
                <a:gdLst/>
                <a:ahLst/>
                <a:cxnLst/>
                <a:rect l="l" t="t" r="r" b="b"/>
                <a:pathLst>
                  <a:path w="2750" h="2159" extrusionOk="0">
                    <a:moveTo>
                      <a:pt x="1" y="1"/>
                    </a:moveTo>
                    <a:cubicBezTo>
                      <a:pt x="601" y="1"/>
                      <a:pt x="1090" y="486"/>
                      <a:pt x="1090" y="1080"/>
                    </a:cubicBezTo>
                    <a:cubicBezTo>
                      <a:pt x="1090" y="1673"/>
                      <a:pt x="1579" y="2158"/>
                      <a:pt x="2179" y="2158"/>
                    </a:cubicBezTo>
                    <a:lnTo>
                      <a:pt x="2749" y="2158"/>
                    </a:lnTo>
                    <a:cubicBezTo>
                      <a:pt x="2151" y="2158"/>
                      <a:pt x="1660" y="1673"/>
                      <a:pt x="1660" y="1080"/>
                    </a:cubicBezTo>
                    <a:cubicBezTo>
                      <a:pt x="1660" y="486"/>
                      <a:pt x="1171" y="1"/>
                      <a:pt x="571" y="1"/>
                    </a:cubicBezTo>
                    <a:close/>
                  </a:path>
                </a:pathLst>
              </a:custGeom>
              <a:solidFill>
                <a:srgbClr val="F78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52"/>
              <p:cNvSpPr/>
              <p:nvPr/>
            </p:nvSpPr>
            <p:spPr>
              <a:xfrm>
                <a:off x="1843075" y="3686325"/>
                <a:ext cx="377925" cy="205925"/>
              </a:xfrm>
              <a:custGeom>
                <a:avLst/>
                <a:gdLst/>
                <a:ahLst/>
                <a:cxnLst/>
                <a:rect l="l" t="t" r="r" b="b"/>
                <a:pathLst>
                  <a:path w="15117" h="8237" extrusionOk="0">
                    <a:moveTo>
                      <a:pt x="1738" y="0"/>
                    </a:moveTo>
                    <a:cubicBezTo>
                      <a:pt x="782" y="0"/>
                      <a:pt x="0" y="782"/>
                      <a:pt x="0" y="1737"/>
                    </a:cubicBezTo>
                    <a:lnTo>
                      <a:pt x="0" y="6500"/>
                    </a:lnTo>
                    <a:cubicBezTo>
                      <a:pt x="0" y="7455"/>
                      <a:pt x="782" y="8237"/>
                      <a:pt x="1738" y="8237"/>
                    </a:cubicBezTo>
                    <a:lnTo>
                      <a:pt x="13379" y="8237"/>
                    </a:lnTo>
                    <a:cubicBezTo>
                      <a:pt x="14333" y="8237"/>
                      <a:pt x="15116" y="7455"/>
                      <a:pt x="15116" y="6500"/>
                    </a:cubicBezTo>
                    <a:lnTo>
                      <a:pt x="15116" y="1737"/>
                    </a:lnTo>
                    <a:cubicBezTo>
                      <a:pt x="15116" y="782"/>
                      <a:pt x="14335" y="0"/>
                      <a:pt x="1337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52"/>
              <p:cNvSpPr/>
              <p:nvPr/>
            </p:nvSpPr>
            <p:spPr>
              <a:xfrm>
                <a:off x="1843000" y="3797900"/>
                <a:ext cx="378000" cy="45300"/>
              </a:xfrm>
              <a:custGeom>
                <a:avLst/>
                <a:gdLst/>
                <a:ahLst/>
                <a:cxnLst/>
                <a:rect l="l" t="t" r="r" b="b"/>
                <a:pathLst>
                  <a:path w="15120" h="1812" extrusionOk="0">
                    <a:moveTo>
                      <a:pt x="1" y="1"/>
                    </a:moveTo>
                    <a:lnTo>
                      <a:pt x="1" y="1811"/>
                    </a:lnTo>
                    <a:lnTo>
                      <a:pt x="15119" y="1811"/>
                    </a:lnTo>
                    <a:lnTo>
                      <a:pt x="151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52"/>
              <p:cNvSpPr/>
              <p:nvPr/>
            </p:nvSpPr>
            <p:spPr>
              <a:xfrm>
                <a:off x="2088100" y="3720550"/>
                <a:ext cx="94425" cy="41850"/>
              </a:xfrm>
              <a:custGeom>
                <a:avLst/>
                <a:gdLst/>
                <a:ahLst/>
                <a:cxnLst/>
                <a:rect l="l" t="t" r="r" b="b"/>
                <a:pathLst>
                  <a:path w="3777" h="1674" extrusionOk="0">
                    <a:moveTo>
                      <a:pt x="836" y="1"/>
                    </a:moveTo>
                    <a:cubicBezTo>
                      <a:pt x="375" y="1"/>
                      <a:pt x="1" y="375"/>
                      <a:pt x="1" y="836"/>
                    </a:cubicBezTo>
                    <a:cubicBezTo>
                      <a:pt x="1" y="1300"/>
                      <a:pt x="373" y="1674"/>
                      <a:pt x="836" y="1674"/>
                    </a:cubicBezTo>
                    <a:lnTo>
                      <a:pt x="2938" y="1674"/>
                    </a:lnTo>
                    <a:cubicBezTo>
                      <a:pt x="3402" y="1674"/>
                      <a:pt x="3776" y="1300"/>
                      <a:pt x="3776" y="836"/>
                    </a:cubicBezTo>
                    <a:cubicBezTo>
                      <a:pt x="3776" y="375"/>
                      <a:pt x="3402" y="1"/>
                      <a:pt x="293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52"/>
              <p:cNvSpPr/>
              <p:nvPr/>
            </p:nvSpPr>
            <p:spPr>
              <a:xfrm>
                <a:off x="2123850" y="3720550"/>
                <a:ext cx="58700" cy="41850"/>
              </a:xfrm>
              <a:custGeom>
                <a:avLst/>
                <a:gdLst/>
                <a:ahLst/>
                <a:cxnLst/>
                <a:rect l="l" t="t" r="r" b="b"/>
                <a:pathLst>
                  <a:path w="2348" h="1674" extrusionOk="0">
                    <a:moveTo>
                      <a:pt x="800" y="1"/>
                    </a:moveTo>
                    <a:lnTo>
                      <a:pt x="0" y="1674"/>
                    </a:lnTo>
                    <a:lnTo>
                      <a:pt x="1511" y="1674"/>
                    </a:lnTo>
                    <a:cubicBezTo>
                      <a:pt x="1973" y="1674"/>
                      <a:pt x="2348" y="1300"/>
                      <a:pt x="2348" y="836"/>
                    </a:cubicBezTo>
                    <a:cubicBezTo>
                      <a:pt x="2346" y="375"/>
                      <a:pt x="1972" y="1"/>
                      <a:pt x="1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52"/>
              <p:cNvSpPr/>
              <p:nvPr/>
            </p:nvSpPr>
            <p:spPr>
              <a:xfrm>
                <a:off x="1889925" y="3733300"/>
                <a:ext cx="120125" cy="8175"/>
              </a:xfrm>
              <a:custGeom>
                <a:avLst/>
                <a:gdLst/>
                <a:ahLst/>
                <a:cxnLst/>
                <a:rect l="l" t="t" r="r" b="b"/>
                <a:pathLst>
                  <a:path w="4805" h="327" extrusionOk="0">
                    <a:moveTo>
                      <a:pt x="1" y="1"/>
                    </a:moveTo>
                    <a:lnTo>
                      <a:pt x="1" y="326"/>
                    </a:lnTo>
                    <a:lnTo>
                      <a:pt x="4804" y="326"/>
                    </a:lnTo>
                    <a:lnTo>
                      <a:pt x="48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52"/>
              <p:cNvSpPr/>
              <p:nvPr/>
            </p:nvSpPr>
            <p:spPr>
              <a:xfrm>
                <a:off x="1889925" y="3756300"/>
                <a:ext cx="165725" cy="8150"/>
              </a:xfrm>
              <a:custGeom>
                <a:avLst/>
                <a:gdLst/>
                <a:ahLst/>
                <a:cxnLst/>
                <a:rect l="l" t="t" r="r" b="b"/>
                <a:pathLst>
                  <a:path w="6629" h="326" extrusionOk="0">
                    <a:moveTo>
                      <a:pt x="1" y="1"/>
                    </a:moveTo>
                    <a:lnTo>
                      <a:pt x="1" y="326"/>
                    </a:lnTo>
                    <a:lnTo>
                      <a:pt x="6628" y="326"/>
                    </a:lnTo>
                    <a:lnTo>
                      <a:pt x="662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04" name="Google Shape;1304;p52"/>
            <p:cNvSpPr/>
            <p:nvPr/>
          </p:nvSpPr>
          <p:spPr>
            <a:xfrm>
              <a:off x="719988" y="445373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52"/>
            <p:cNvSpPr/>
            <p:nvPr/>
          </p:nvSpPr>
          <p:spPr>
            <a:xfrm>
              <a:off x="1101817" y="415722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52"/>
            <p:cNvSpPr/>
            <p:nvPr/>
          </p:nvSpPr>
          <p:spPr>
            <a:xfrm>
              <a:off x="816779" y="3969852"/>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52"/>
            <p:cNvSpPr/>
            <p:nvPr/>
          </p:nvSpPr>
          <p:spPr>
            <a:xfrm>
              <a:off x="2720802" y="310002"/>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52"/>
            <p:cNvSpPr/>
            <p:nvPr/>
          </p:nvSpPr>
          <p:spPr>
            <a:xfrm>
              <a:off x="2499363" y="765978"/>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52"/>
            <p:cNvSpPr/>
            <p:nvPr/>
          </p:nvSpPr>
          <p:spPr>
            <a:xfrm>
              <a:off x="2817612" y="986278"/>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13"/>
        <p:cNvGrpSpPr/>
        <p:nvPr/>
      </p:nvGrpSpPr>
      <p:grpSpPr>
        <a:xfrm>
          <a:off x="0" y="0"/>
          <a:ext cx="0" cy="0"/>
          <a:chOff x="0" y="0"/>
          <a:chExt cx="0" cy="0"/>
        </a:xfrm>
      </p:grpSpPr>
      <p:sp>
        <p:nvSpPr>
          <p:cNvPr id="1314" name="Google Shape;1314;p53"/>
          <p:cNvSpPr txBox="1">
            <a:spLocks noGrp="1"/>
          </p:cNvSpPr>
          <p:nvPr>
            <p:ph type="title"/>
          </p:nvPr>
        </p:nvSpPr>
        <p:spPr>
          <a:xfrm>
            <a:off x="720000" y="540000"/>
            <a:ext cx="7704000" cy="676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STUDENT PROGRESS</a:t>
            </a:r>
            <a:endParaRPr/>
          </a:p>
        </p:txBody>
      </p:sp>
      <p:cxnSp>
        <p:nvCxnSpPr>
          <p:cNvPr id="1315" name="Google Shape;1315;p53"/>
          <p:cNvCxnSpPr>
            <a:stCxn id="1316" idx="6"/>
            <a:endCxn id="1317" idx="2"/>
          </p:cNvCxnSpPr>
          <p:nvPr/>
        </p:nvCxnSpPr>
        <p:spPr>
          <a:xfrm>
            <a:off x="2275200" y="2840775"/>
            <a:ext cx="955200" cy="349500"/>
          </a:xfrm>
          <a:prstGeom prst="curvedConnector3">
            <a:avLst>
              <a:gd name="adj1" fmla="val 50000"/>
            </a:avLst>
          </a:prstGeom>
          <a:noFill/>
          <a:ln w="19050" cap="flat" cmpd="sng">
            <a:solidFill>
              <a:schemeClr val="lt2"/>
            </a:solidFill>
            <a:prstDash val="solid"/>
            <a:round/>
            <a:headEnd type="none" w="med" len="med"/>
            <a:tailEnd type="none" w="med" len="med"/>
          </a:ln>
        </p:spPr>
      </p:cxnSp>
      <p:sp>
        <p:nvSpPr>
          <p:cNvPr id="1316" name="Google Shape;1316;p53"/>
          <p:cNvSpPr/>
          <p:nvPr/>
        </p:nvSpPr>
        <p:spPr>
          <a:xfrm>
            <a:off x="1411200" y="2409225"/>
            <a:ext cx="864000" cy="8631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00000"/>
              </a:solidFill>
            </a:endParaRPr>
          </a:p>
        </p:txBody>
      </p:sp>
      <p:sp>
        <p:nvSpPr>
          <p:cNvPr id="1318" name="Google Shape;1318;p53"/>
          <p:cNvSpPr/>
          <p:nvPr/>
        </p:nvSpPr>
        <p:spPr>
          <a:xfrm>
            <a:off x="5049597" y="2409225"/>
            <a:ext cx="864000" cy="8631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00000"/>
              </a:solidFill>
            </a:endParaRPr>
          </a:p>
        </p:txBody>
      </p:sp>
      <p:sp>
        <p:nvSpPr>
          <p:cNvPr id="1317" name="Google Shape;1317;p53"/>
          <p:cNvSpPr/>
          <p:nvPr/>
        </p:nvSpPr>
        <p:spPr>
          <a:xfrm>
            <a:off x="3230398" y="2758630"/>
            <a:ext cx="864000" cy="8631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00000"/>
              </a:solidFill>
            </a:endParaRPr>
          </a:p>
        </p:txBody>
      </p:sp>
      <p:sp>
        <p:nvSpPr>
          <p:cNvPr id="1319" name="Google Shape;1319;p53"/>
          <p:cNvSpPr/>
          <p:nvPr/>
        </p:nvSpPr>
        <p:spPr>
          <a:xfrm>
            <a:off x="6868795" y="2758630"/>
            <a:ext cx="864000" cy="8631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00000"/>
              </a:solidFill>
            </a:endParaRPr>
          </a:p>
        </p:txBody>
      </p:sp>
      <p:cxnSp>
        <p:nvCxnSpPr>
          <p:cNvPr id="1320" name="Google Shape;1320;p53"/>
          <p:cNvCxnSpPr>
            <a:stCxn id="1317" idx="6"/>
            <a:endCxn id="1318" idx="2"/>
          </p:cNvCxnSpPr>
          <p:nvPr/>
        </p:nvCxnSpPr>
        <p:spPr>
          <a:xfrm rot="10800000" flipH="1">
            <a:off x="4094398" y="2840680"/>
            <a:ext cx="955200" cy="349500"/>
          </a:xfrm>
          <a:prstGeom prst="curvedConnector3">
            <a:avLst>
              <a:gd name="adj1" fmla="val 50000"/>
            </a:avLst>
          </a:prstGeom>
          <a:noFill/>
          <a:ln w="19050" cap="flat" cmpd="sng">
            <a:solidFill>
              <a:schemeClr val="lt2"/>
            </a:solidFill>
            <a:prstDash val="solid"/>
            <a:round/>
            <a:headEnd type="none" w="med" len="med"/>
            <a:tailEnd type="none" w="med" len="med"/>
          </a:ln>
        </p:spPr>
      </p:cxnSp>
      <p:cxnSp>
        <p:nvCxnSpPr>
          <p:cNvPr id="1321" name="Google Shape;1321;p53"/>
          <p:cNvCxnSpPr>
            <a:stCxn id="1318" idx="6"/>
            <a:endCxn id="1319" idx="2"/>
          </p:cNvCxnSpPr>
          <p:nvPr/>
        </p:nvCxnSpPr>
        <p:spPr>
          <a:xfrm>
            <a:off x="5913597" y="2840775"/>
            <a:ext cx="955200" cy="349500"/>
          </a:xfrm>
          <a:prstGeom prst="curvedConnector3">
            <a:avLst>
              <a:gd name="adj1" fmla="val 50000"/>
            </a:avLst>
          </a:prstGeom>
          <a:noFill/>
          <a:ln w="19050" cap="flat" cmpd="sng">
            <a:solidFill>
              <a:schemeClr val="lt2"/>
            </a:solidFill>
            <a:prstDash val="solid"/>
            <a:round/>
            <a:headEnd type="none" w="med" len="med"/>
            <a:tailEnd type="none" w="med" len="med"/>
          </a:ln>
        </p:spPr>
      </p:cxnSp>
      <p:grpSp>
        <p:nvGrpSpPr>
          <p:cNvPr id="1322" name="Google Shape;1322;p53"/>
          <p:cNvGrpSpPr/>
          <p:nvPr/>
        </p:nvGrpSpPr>
        <p:grpSpPr>
          <a:xfrm>
            <a:off x="3415791" y="2966349"/>
            <a:ext cx="493215" cy="447662"/>
            <a:chOff x="-40378075" y="3267450"/>
            <a:chExt cx="317425" cy="289075"/>
          </a:xfrm>
        </p:grpSpPr>
        <p:sp>
          <p:nvSpPr>
            <p:cNvPr id="1323" name="Google Shape;1323;p53"/>
            <p:cNvSpPr/>
            <p:nvPr/>
          </p:nvSpPr>
          <p:spPr>
            <a:xfrm>
              <a:off x="-40218975" y="3308400"/>
              <a:ext cx="158325" cy="248125"/>
            </a:xfrm>
            <a:custGeom>
              <a:avLst/>
              <a:gdLst/>
              <a:ahLst/>
              <a:cxnLst/>
              <a:rect l="l" t="t" r="r" b="b"/>
              <a:pathLst>
                <a:path w="6333" h="9925" extrusionOk="0">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53"/>
            <p:cNvSpPr/>
            <p:nvPr/>
          </p:nvSpPr>
          <p:spPr>
            <a:xfrm>
              <a:off x="-40316650" y="3267450"/>
              <a:ext cx="86675" cy="257575"/>
            </a:xfrm>
            <a:custGeom>
              <a:avLst/>
              <a:gdLst/>
              <a:ahLst/>
              <a:cxnLst/>
              <a:rect l="l" t="t" r="r" b="b"/>
              <a:pathLst>
                <a:path w="3467" h="10303" extrusionOk="0">
                  <a:moveTo>
                    <a:pt x="1" y="0"/>
                  </a:moveTo>
                  <a:lnTo>
                    <a:pt x="1" y="9105"/>
                  </a:lnTo>
                  <a:cubicBezTo>
                    <a:pt x="1166" y="9200"/>
                    <a:pt x="2489" y="9578"/>
                    <a:pt x="3466" y="10302"/>
                  </a:cubicBezTo>
                  <a:lnTo>
                    <a:pt x="3466" y="1197"/>
                  </a:lnTo>
                  <a:cubicBezTo>
                    <a:pt x="2489" y="473"/>
                    <a:pt x="1229" y="95"/>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53"/>
            <p:cNvSpPr/>
            <p:nvPr/>
          </p:nvSpPr>
          <p:spPr>
            <a:xfrm>
              <a:off x="-40209525" y="3267450"/>
              <a:ext cx="86650" cy="257575"/>
            </a:xfrm>
            <a:custGeom>
              <a:avLst/>
              <a:gdLst/>
              <a:ahLst/>
              <a:cxnLst/>
              <a:rect l="l" t="t" r="r" b="b"/>
              <a:pathLst>
                <a:path w="3466" h="10303" extrusionOk="0">
                  <a:moveTo>
                    <a:pt x="3466" y="0"/>
                  </a:moveTo>
                  <a:cubicBezTo>
                    <a:pt x="2300" y="95"/>
                    <a:pt x="977" y="473"/>
                    <a:pt x="0" y="1197"/>
                  </a:cubicBezTo>
                  <a:lnTo>
                    <a:pt x="0" y="10302"/>
                  </a:lnTo>
                  <a:cubicBezTo>
                    <a:pt x="977" y="9578"/>
                    <a:pt x="2237" y="9200"/>
                    <a:pt x="3466" y="9105"/>
                  </a:cubicBezTo>
                  <a:lnTo>
                    <a:pt x="346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53"/>
            <p:cNvSpPr/>
            <p:nvPr/>
          </p:nvSpPr>
          <p:spPr>
            <a:xfrm>
              <a:off x="-40378075" y="3308400"/>
              <a:ext cx="157550" cy="248125"/>
            </a:xfrm>
            <a:custGeom>
              <a:avLst/>
              <a:gdLst/>
              <a:ahLst/>
              <a:cxnLst/>
              <a:rect l="l" t="t" r="r" b="b"/>
              <a:pathLst>
                <a:path w="6302" h="9925" extrusionOk="0">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7" name="Google Shape;1327;p53"/>
          <p:cNvGrpSpPr/>
          <p:nvPr/>
        </p:nvGrpSpPr>
        <p:grpSpPr>
          <a:xfrm>
            <a:off x="1596596" y="2594182"/>
            <a:ext cx="493208" cy="493185"/>
            <a:chOff x="-37385100" y="3949908"/>
            <a:chExt cx="321350" cy="318225"/>
          </a:xfrm>
        </p:grpSpPr>
        <p:sp>
          <p:nvSpPr>
            <p:cNvPr id="1328" name="Google Shape;1328;p53"/>
            <p:cNvSpPr/>
            <p:nvPr/>
          </p:nvSpPr>
          <p:spPr>
            <a:xfrm>
              <a:off x="-37190575" y="4145233"/>
              <a:ext cx="126825" cy="122900"/>
            </a:xfrm>
            <a:custGeom>
              <a:avLst/>
              <a:gdLst/>
              <a:ahLst/>
              <a:cxnLst/>
              <a:rect l="l" t="t" r="r" b="b"/>
              <a:pathLst>
                <a:path w="5073" h="4916" extrusionOk="0">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53"/>
            <p:cNvSpPr/>
            <p:nvPr/>
          </p:nvSpPr>
          <p:spPr>
            <a:xfrm>
              <a:off x="-37385100" y="3949908"/>
              <a:ext cx="248125" cy="248950"/>
            </a:xfrm>
            <a:custGeom>
              <a:avLst/>
              <a:gdLst/>
              <a:ahLst/>
              <a:cxnLst/>
              <a:rect l="l" t="t" r="r" b="b"/>
              <a:pathLst>
                <a:path w="9925" h="9958" extrusionOk="0">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0" name="Google Shape;1330;p53"/>
          <p:cNvGrpSpPr/>
          <p:nvPr/>
        </p:nvGrpSpPr>
        <p:grpSpPr>
          <a:xfrm>
            <a:off x="5234993" y="2649190"/>
            <a:ext cx="493207" cy="383170"/>
            <a:chOff x="-41526450" y="3653375"/>
            <a:chExt cx="315875" cy="247350"/>
          </a:xfrm>
        </p:grpSpPr>
        <p:sp>
          <p:nvSpPr>
            <p:cNvPr id="1331" name="Google Shape;1331;p53"/>
            <p:cNvSpPr/>
            <p:nvPr/>
          </p:nvSpPr>
          <p:spPr>
            <a:xfrm>
              <a:off x="-41526450" y="3860525"/>
              <a:ext cx="315875" cy="40200"/>
            </a:xfrm>
            <a:custGeom>
              <a:avLst/>
              <a:gdLst/>
              <a:ahLst/>
              <a:cxnLst/>
              <a:rect l="l" t="t" r="r" b="b"/>
              <a:pathLst>
                <a:path w="12635" h="1608" extrusionOk="0">
                  <a:moveTo>
                    <a:pt x="379" y="0"/>
                  </a:moveTo>
                  <a:cubicBezTo>
                    <a:pt x="159" y="0"/>
                    <a:pt x="1" y="189"/>
                    <a:pt x="1" y="378"/>
                  </a:cubicBezTo>
                  <a:cubicBezTo>
                    <a:pt x="1" y="1040"/>
                    <a:pt x="537" y="1607"/>
                    <a:pt x="1198" y="1607"/>
                  </a:cubicBezTo>
                  <a:lnTo>
                    <a:pt x="11406" y="1607"/>
                  </a:lnTo>
                  <a:cubicBezTo>
                    <a:pt x="12067" y="1607"/>
                    <a:pt x="12634" y="1072"/>
                    <a:pt x="12634" y="378"/>
                  </a:cubicBezTo>
                  <a:cubicBezTo>
                    <a:pt x="12603" y="158"/>
                    <a:pt x="12445" y="0"/>
                    <a:pt x="12193" y="0"/>
                  </a:cubicBezTo>
                  <a:lnTo>
                    <a:pt x="10965" y="0"/>
                  </a:lnTo>
                  <a:lnTo>
                    <a:pt x="10965" y="378"/>
                  </a:lnTo>
                  <a:cubicBezTo>
                    <a:pt x="10965" y="630"/>
                    <a:pt x="10776" y="819"/>
                    <a:pt x="10555" y="819"/>
                  </a:cubicBezTo>
                  <a:cubicBezTo>
                    <a:pt x="10303" y="819"/>
                    <a:pt x="10146" y="630"/>
                    <a:pt x="10146" y="378"/>
                  </a:cubicBezTo>
                  <a:lnTo>
                    <a:pt x="10146" y="0"/>
                  </a:lnTo>
                  <a:lnTo>
                    <a:pt x="9326" y="0"/>
                  </a:lnTo>
                  <a:lnTo>
                    <a:pt x="9326" y="378"/>
                  </a:lnTo>
                  <a:cubicBezTo>
                    <a:pt x="9326" y="630"/>
                    <a:pt x="9137" y="819"/>
                    <a:pt x="8917" y="819"/>
                  </a:cubicBezTo>
                  <a:cubicBezTo>
                    <a:pt x="8696" y="819"/>
                    <a:pt x="8507" y="630"/>
                    <a:pt x="8507" y="378"/>
                  </a:cubicBezTo>
                  <a:lnTo>
                    <a:pt x="850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53"/>
            <p:cNvSpPr/>
            <p:nvPr/>
          </p:nvSpPr>
          <p:spPr>
            <a:xfrm>
              <a:off x="-41506750" y="3653375"/>
              <a:ext cx="275700" cy="186700"/>
            </a:xfrm>
            <a:custGeom>
              <a:avLst/>
              <a:gdLst/>
              <a:ahLst/>
              <a:cxnLst/>
              <a:rect l="l" t="t" r="r" b="b"/>
              <a:pathLst>
                <a:path w="11028" h="7468" extrusionOk="0">
                  <a:moveTo>
                    <a:pt x="3794" y="1673"/>
                  </a:moveTo>
                  <a:cubicBezTo>
                    <a:pt x="3841" y="1673"/>
                    <a:pt x="3890" y="1682"/>
                    <a:pt x="3939" y="1702"/>
                  </a:cubicBezTo>
                  <a:lnTo>
                    <a:pt x="6428" y="2521"/>
                  </a:lnTo>
                  <a:cubicBezTo>
                    <a:pt x="6680" y="2616"/>
                    <a:pt x="6806" y="2994"/>
                    <a:pt x="6585" y="3214"/>
                  </a:cubicBezTo>
                  <a:lnTo>
                    <a:pt x="6018" y="3750"/>
                  </a:lnTo>
                  <a:lnTo>
                    <a:pt x="7404" y="5136"/>
                  </a:lnTo>
                  <a:cubicBezTo>
                    <a:pt x="7593" y="5262"/>
                    <a:pt x="7593" y="5514"/>
                    <a:pt x="7436" y="5671"/>
                  </a:cubicBezTo>
                  <a:cubicBezTo>
                    <a:pt x="7357" y="5750"/>
                    <a:pt x="7247" y="5790"/>
                    <a:pt x="7136" y="5790"/>
                  </a:cubicBezTo>
                  <a:cubicBezTo>
                    <a:pt x="7026" y="5790"/>
                    <a:pt x="6916" y="5750"/>
                    <a:pt x="6837" y="5671"/>
                  </a:cubicBezTo>
                  <a:lnTo>
                    <a:pt x="5451" y="4317"/>
                  </a:lnTo>
                  <a:lnTo>
                    <a:pt x="4915" y="4852"/>
                  </a:lnTo>
                  <a:cubicBezTo>
                    <a:pt x="4821" y="4947"/>
                    <a:pt x="4714" y="4988"/>
                    <a:pt x="4613" y="4988"/>
                  </a:cubicBezTo>
                  <a:cubicBezTo>
                    <a:pt x="4444" y="4988"/>
                    <a:pt x="4293" y="4872"/>
                    <a:pt x="4254" y="4695"/>
                  </a:cubicBezTo>
                  <a:lnTo>
                    <a:pt x="3435" y="2206"/>
                  </a:lnTo>
                  <a:cubicBezTo>
                    <a:pt x="3328" y="1940"/>
                    <a:pt x="3537" y="1673"/>
                    <a:pt x="3794" y="1673"/>
                  </a:cubicBezTo>
                  <a:close/>
                  <a:moveTo>
                    <a:pt x="1198" y="1"/>
                  </a:moveTo>
                  <a:cubicBezTo>
                    <a:pt x="536" y="1"/>
                    <a:pt x="1" y="568"/>
                    <a:pt x="1" y="1229"/>
                  </a:cubicBezTo>
                  <a:lnTo>
                    <a:pt x="1" y="7467"/>
                  </a:lnTo>
                  <a:lnTo>
                    <a:pt x="11027" y="7467"/>
                  </a:lnTo>
                  <a:lnTo>
                    <a:pt x="11027" y="1229"/>
                  </a:lnTo>
                  <a:cubicBezTo>
                    <a:pt x="11027" y="568"/>
                    <a:pt x="10460" y="1"/>
                    <a:pt x="97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3" name="Google Shape;1333;p53"/>
          <p:cNvGrpSpPr/>
          <p:nvPr/>
        </p:nvGrpSpPr>
        <p:grpSpPr>
          <a:xfrm>
            <a:off x="7057983" y="2943587"/>
            <a:ext cx="485625" cy="493185"/>
            <a:chOff x="-37804925" y="3953450"/>
            <a:chExt cx="315075" cy="318225"/>
          </a:xfrm>
        </p:grpSpPr>
        <p:sp>
          <p:nvSpPr>
            <p:cNvPr id="1334" name="Google Shape;1334;p53"/>
            <p:cNvSpPr/>
            <p:nvPr/>
          </p:nvSpPr>
          <p:spPr>
            <a:xfrm>
              <a:off x="-37614300" y="3955025"/>
              <a:ext cx="124450" cy="186200"/>
            </a:xfrm>
            <a:custGeom>
              <a:avLst/>
              <a:gdLst/>
              <a:ahLst/>
              <a:cxnLst/>
              <a:rect l="l" t="t" r="r" b="b"/>
              <a:pathLst>
                <a:path w="4978" h="7448" extrusionOk="0">
                  <a:moveTo>
                    <a:pt x="2489" y="820"/>
                  </a:moveTo>
                  <a:cubicBezTo>
                    <a:pt x="3403" y="820"/>
                    <a:pt x="4127" y="1576"/>
                    <a:pt x="4127" y="2490"/>
                  </a:cubicBezTo>
                  <a:cubicBezTo>
                    <a:pt x="4127" y="3372"/>
                    <a:pt x="3403" y="4128"/>
                    <a:pt x="2489" y="4128"/>
                  </a:cubicBezTo>
                  <a:cubicBezTo>
                    <a:pt x="1575" y="4128"/>
                    <a:pt x="819" y="3372"/>
                    <a:pt x="819" y="2490"/>
                  </a:cubicBezTo>
                  <a:cubicBezTo>
                    <a:pt x="819" y="1576"/>
                    <a:pt x="1575" y="820"/>
                    <a:pt x="2489" y="820"/>
                  </a:cubicBezTo>
                  <a:close/>
                  <a:moveTo>
                    <a:pt x="2489" y="1"/>
                  </a:moveTo>
                  <a:cubicBezTo>
                    <a:pt x="1103" y="1"/>
                    <a:pt x="0" y="1104"/>
                    <a:pt x="0" y="2490"/>
                  </a:cubicBezTo>
                  <a:cubicBezTo>
                    <a:pt x="0" y="3214"/>
                    <a:pt x="315" y="3845"/>
                    <a:pt x="819" y="4317"/>
                  </a:cubicBezTo>
                  <a:lnTo>
                    <a:pt x="819" y="7058"/>
                  </a:lnTo>
                  <a:cubicBezTo>
                    <a:pt x="819" y="7287"/>
                    <a:pt x="1012" y="7448"/>
                    <a:pt x="1225" y="7448"/>
                  </a:cubicBezTo>
                  <a:cubicBezTo>
                    <a:pt x="1334" y="7448"/>
                    <a:pt x="1448" y="7406"/>
                    <a:pt x="1544" y="7310"/>
                  </a:cubicBezTo>
                  <a:lnTo>
                    <a:pt x="2489" y="6365"/>
                  </a:lnTo>
                  <a:lnTo>
                    <a:pt x="3434" y="7310"/>
                  </a:lnTo>
                  <a:cubicBezTo>
                    <a:pt x="3530" y="7406"/>
                    <a:pt x="3640" y="7448"/>
                    <a:pt x="3744" y="7448"/>
                  </a:cubicBezTo>
                  <a:cubicBezTo>
                    <a:pt x="3948" y="7448"/>
                    <a:pt x="4127" y="7287"/>
                    <a:pt x="4127" y="7058"/>
                  </a:cubicBezTo>
                  <a:lnTo>
                    <a:pt x="4127" y="4317"/>
                  </a:lnTo>
                  <a:cubicBezTo>
                    <a:pt x="4663" y="3845"/>
                    <a:pt x="4978" y="3214"/>
                    <a:pt x="4978" y="2490"/>
                  </a:cubicBezTo>
                  <a:cubicBezTo>
                    <a:pt x="4978" y="1104"/>
                    <a:pt x="3875" y="1"/>
                    <a:pt x="24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53"/>
            <p:cNvSpPr/>
            <p:nvPr/>
          </p:nvSpPr>
          <p:spPr>
            <a:xfrm>
              <a:off x="-37761600" y="4230700"/>
              <a:ext cx="270175" cy="40975"/>
            </a:xfrm>
            <a:custGeom>
              <a:avLst/>
              <a:gdLst/>
              <a:ahLst/>
              <a:cxnLst/>
              <a:rect l="l" t="t" r="r" b="b"/>
              <a:pathLst>
                <a:path w="10807" h="1639" extrusionOk="0">
                  <a:moveTo>
                    <a:pt x="1450" y="1"/>
                  </a:moveTo>
                  <a:cubicBezTo>
                    <a:pt x="1292" y="788"/>
                    <a:pt x="662" y="1387"/>
                    <a:pt x="1" y="1639"/>
                  </a:cubicBezTo>
                  <a:lnTo>
                    <a:pt x="8822" y="1639"/>
                  </a:lnTo>
                  <a:cubicBezTo>
                    <a:pt x="9799" y="1639"/>
                    <a:pt x="10649" y="946"/>
                    <a:pt x="1080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53"/>
            <p:cNvSpPr/>
            <p:nvPr/>
          </p:nvSpPr>
          <p:spPr>
            <a:xfrm>
              <a:off x="-37804925" y="3953450"/>
              <a:ext cx="274125" cy="295675"/>
            </a:xfrm>
            <a:custGeom>
              <a:avLst/>
              <a:gdLst/>
              <a:ahLst/>
              <a:cxnLst/>
              <a:rect l="l" t="t" r="r" b="b"/>
              <a:pathLst>
                <a:path w="10965" h="11827" extrusionOk="0">
                  <a:moveTo>
                    <a:pt x="379" y="1"/>
                  </a:moveTo>
                  <a:cubicBezTo>
                    <a:pt x="158" y="1"/>
                    <a:pt x="1" y="221"/>
                    <a:pt x="1" y="411"/>
                  </a:cubicBezTo>
                  <a:lnTo>
                    <a:pt x="1" y="10618"/>
                  </a:lnTo>
                  <a:cubicBezTo>
                    <a:pt x="1" y="11280"/>
                    <a:pt x="537" y="11815"/>
                    <a:pt x="1198" y="11815"/>
                  </a:cubicBezTo>
                  <a:cubicBezTo>
                    <a:pt x="1247" y="11823"/>
                    <a:pt x="1295" y="11826"/>
                    <a:pt x="1342" y="11826"/>
                  </a:cubicBezTo>
                  <a:cubicBezTo>
                    <a:pt x="1912" y="11826"/>
                    <a:pt x="2395" y="11318"/>
                    <a:pt x="2395" y="10650"/>
                  </a:cubicBezTo>
                  <a:cubicBezTo>
                    <a:pt x="2395" y="10398"/>
                    <a:pt x="2584" y="10272"/>
                    <a:pt x="2836" y="10272"/>
                  </a:cubicBezTo>
                  <a:lnTo>
                    <a:pt x="10965" y="10272"/>
                  </a:lnTo>
                  <a:lnTo>
                    <a:pt x="10965" y="8255"/>
                  </a:lnTo>
                  <a:cubicBezTo>
                    <a:pt x="10807" y="8161"/>
                    <a:pt x="10650" y="8098"/>
                    <a:pt x="10492" y="7972"/>
                  </a:cubicBezTo>
                  <a:lnTo>
                    <a:pt x="10146" y="7625"/>
                  </a:lnTo>
                  <a:lnTo>
                    <a:pt x="9799" y="7972"/>
                  </a:lnTo>
                  <a:cubicBezTo>
                    <a:pt x="9547" y="8224"/>
                    <a:pt x="9232" y="8318"/>
                    <a:pt x="8917" y="8318"/>
                  </a:cubicBezTo>
                  <a:cubicBezTo>
                    <a:pt x="8255" y="8318"/>
                    <a:pt x="7720" y="7783"/>
                    <a:pt x="7720" y="7058"/>
                  </a:cubicBezTo>
                  <a:lnTo>
                    <a:pt x="7720" y="4664"/>
                  </a:lnTo>
                  <a:cubicBezTo>
                    <a:pt x="7184" y="4065"/>
                    <a:pt x="6869" y="3309"/>
                    <a:pt x="6869" y="2490"/>
                  </a:cubicBezTo>
                  <a:cubicBezTo>
                    <a:pt x="6869" y="1513"/>
                    <a:pt x="7310" y="600"/>
                    <a:pt x="80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37" name="Google Shape;1337;p53"/>
          <p:cNvSpPr txBox="1"/>
          <p:nvPr/>
        </p:nvSpPr>
        <p:spPr>
          <a:xfrm>
            <a:off x="2539198" y="3621600"/>
            <a:ext cx="2246400" cy="554100"/>
          </a:xfrm>
          <a:prstGeom prst="rect">
            <a:avLst/>
          </a:prstGeom>
          <a:noFill/>
          <a:ln>
            <a:noFill/>
          </a:ln>
        </p:spPr>
        <p:txBody>
          <a:bodyPr spcFirstLastPara="1" wrap="square" lIns="90000" tIns="91425" rIns="90000" bIns="91425" anchor="b" anchorCtr="0">
            <a:noAutofit/>
          </a:bodyPr>
          <a:lstStyle/>
          <a:p>
            <a:pPr marL="0" lvl="0" indent="0" algn="ctr" rtl="0">
              <a:spcBef>
                <a:spcPts val="0"/>
              </a:spcBef>
              <a:spcAft>
                <a:spcPts val="0"/>
              </a:spcAft>
              <a:buNone/>
            </a:pPr>
            <a:r>
              <a:rPr lang="en" sz="2400">
                <a:solidFill>
                  <a:schemeClr val="lt1"/>
                </a:solidFill>
                <a:latin typeface="Montserrat Black"/>
                <a:ea typeface="Montserrat Black"/>
                <a:cs typeface="Montserrat Black"/>
                <a:sym typeface="Montserrat Black"/>
              </a:rPr>
              <a:t>2ND TERM</a:t>
            </a:r>
            <a:endParaRPr sz="2400">
              <a:solidFill>
                <a:schemeClr val="lt1"/>
              </a:solidFill>
              <a:latin typeface="Montserrat Black"/>
              <a:ea typeface="Montserrat Black"/>
              <a:cs typeface="Montserrat Black"/>
              <a:sym typeface="Montserrat Black"/>
            </a:endParaRPr>
          </a:p>
        </p:txBody>
      </p:sp>
      <p:sp>
        <p:nvSpPr>
          <p:cNvPr id="1338" name="Google Shape;1338;p53"/>
          <p:cNvSpPr txBox="1"/>
          <p:nvPr/>
        </p:nvSpPr>
        <p:spPr>
          <a:xfrm>
            <a:off x="2539198" y="4099500"/>
            <a:ext cx="2246400" cy="504000"/>
          </a:xfrm>
          <a:prstGeom prst="rect">
            <a:avLst/>
          </a:prstGeom>
          <a:noFill/>
          <a:ln>
            <a:noFill/>
          </a:ln>
        </p:spPr>
        <p:txBody>
          <a:bodyPr spcFirstLastPara="1" wrap="square" lIns="90000" tIns="91425" rIns="90000" bIns="91425" anchor="t" anchorCtr="0">
            <a:noAutofit/>
          </a:bodyPr>
          <a:lstStyle/>
          <a:p>
            <a:pPr marL="0" lvl="0" indent="0" algn="ctr" rtl="0">
              <a:spcBef>
                <a:spcPts val="0"/>
              </a:spcBef>
              <a:spcAft>
                <a:spcPts val="0"/>
              </a:spcAft>
              <a:buNone/>
            </a:pPr>
            <a:r>
              <a:rPr lang="en">
                <a:solidFill>
                  <a:schemeClr val="dk1"/>
                </a:solidFill>
                <a:latin typeface="Montserrat Medium"/>
                <a:ea typeface="Montserrat Medium"/>
                <a:cs typeface="Montserrat Medium"/>
                <a:sym typeface="Montserrat Medium"/>
              </a:rPr>
              <a:t>Jupiter is the biggest planet of them all</a:t>
            </a:r>
            <a:endParaRPr>
              <a:solidFill>
                <a:schemeClr val="dk1"/>
              </a:solidFill>
              <a:latin typeface="Montserrat Medium"/>
              <a:ea typeface="Montserrat Medium"/>
              <a:cs typeface="Montserrat Medium"/>
              <a:sym typeface="Montserrat Medium"/>
            </a:endParaRPr>
          </a:p>
        </p:txBody>
      </p:sp>
      <p:sp>
        <p:nvSpPr>
          <p:cNvPr id="1339" name="Google Shape;1339;p53"/>
          <p:cNvSpPr txBox="1"/>
          <p:nvPr/>
        </p:nvSpPr>
        <p:spPr>
          <a:xfrm>
            <a:off x="6177595" y="3621600"/>
            <a:ext cx="2246400" cy="554100"/>
          </a:xfrm>
          <a:prstGeom prst="rect">
            <a:avLst/>
          </a:prstGeom>
          <a:noFill/>
          <a:ln>
            <a:noFill/>
          </a:ln>
        </p:spPr>
        <p:txBody>
          <a:bodyPr spcFirstLastPara="1" wrap="square" lIns="90000" tIns="91425" rIns="90000" bIns="91425" anchor="b" anchorCtr="0">
            <a:noAutofit/>
          </a:bodyPr>
          <a:lstStyle/>
          <a:p>
            <a:pPr marL="0" lvl="0" indent="0" algn="ctr" rtl="0">
              <a:spcBef>
                <a:spcPts val="0"/>
              </a:spcBef>
              <a:spcAft>
                <a:spcPts val="0"/>
              </a:spcAft>
              <a:buNone/>
            </a:pPr>
            <a:r>
              <a:rPr lang="en" sz="2400">
                <a:solidFill>
                  <a:schemeClr val="lt1"/>
                </a:solidFill>
                <a:latin typeface="Montserrat Black"/>
                <a:ea typeface="Montserrat Black"/>
                <a:cs typeface="Montserrat Black"/>
                <a:sym typeface="Montserrat Black"/>
              </a:rPr>
              <a:t>4TH TERM</a:t>
            </a:r>
            <a:endParaRPr sz="2400">
              <a:solidFill>
                <a:schemeClr val="lt1"/>
              </a:solidFill>
              <a:latin typeface="Montserrat Black"/>
              <a:ea typeface="Montserrat Black"/>
              <a:cs typeface="Montserrat Black"/>
              <a:sym typeface="Montserrat Black"/>
            </a:endParaRPr>
          </a:p>
        </p:txBody>
      </p:sp>
      <p:sp>
        <p:nvSpPr>
          <p:cNvPr id="1340" name="Google Shape;1340;p53"/>
          <p:cNvSpPr txBox="1"/>
          <p:nvPr/>
        </p:nvSpPr>
        <p:spPr>
          <a:xfrm>
            <a:off x="6177595" y="4099500"/>
            <a:ext cx="2246400" cy="504000"/>
          </a:xfrm>
          <a:prstGeom prst="rect">
            <a:avLst/>
          </a:prstGeom>
          <a:noFill/>
          <a:ln>
            <a:noFill/>
          </a:ln>
        </p:spPr>
        <p:txBody>
          <a:bodyPr spcFirstLastPara="1" wrap="square" lIns="90000" tIns="91425" rIns="90000" bIns="91425" anchor="t" anchorCtr="0">
            <a:noAutofit/>
          </a:bodyPr>
          <a:lstStyle/>
          <a:p>
            <a:pPr marL="0" lvl="0" indent="0" algn="ctr" rtl="0">
              <a:spcBef>
                <a:spcPts val="0"/>
              </a:spcBef>
              <a:spcAft>
                <a:spcPts val="0"/>
              </a:spcAft>
              <a:buNone/>
            </a:pPr>
            <a:r>
              <a:rPr lang="en">
                <a:solidFill>
                  <a:schemeClr val="dk1"/>
                </a:solidFill>
                <a:latin typeface="Montserrat Medium"/>
                <a:ea typeface="Montserrat Medium"/>
                <a:cs typeface="Montserrat Medium"/>
                <a:sym typeface="Montserrat Medium"/>
              </a:rPr>
              <a:t>Venus is the second planet from the Sun</a:t>
            </a:r>
            <a:endParaRPr>
              <a:solidFill>
                <a:schemeClr val="dk1"/>
              </a:solidFill>
              <a:latin typeface="Montserrat Medium"/>
              <a:ea typeface="Montserrat Medium"/>
              <a:cs typeface="Montserrat Medium"/>
              <a:sym typeface="Montserrat Medium"/>
            </a:endParaRPr>
          </a:p>
        </p:txBody>
      </p:sp>
      <p:sp>
        <p:nvSpPr>
          <p:cNvPr id="1341" name="Google Shape;1341;p53"/>
          <p:cNvSpPr txBox="1"/>
          <p:nvPr/>
        </p:nvSpPr>
        <p:spPr>
          <a:xfrm>
            <a:off x="720000" y="1284150"/>
            <a:ext cx="2246400" cy="554100"/>
          </a:xfrm>
          <a:prstGeom prst="rect">
            <a:avLst/>
          </a:prstGeom>
          <a:noFill/>
          <a:ln>
            <a:noFill/>
          </a:ln>
        </p:spPr>
        <p:txBody>
          <a:bodyPr spcFirstLastPara="1" wrap="square" lIns="90000" tIns="91425" rIns="90000" bIns="91425" anchor="b" anchorCtr="0">
            <a:noAutofit/>
          </a:bodyPr>
          <a:lstStyle/>
          <a:p>
            <a:pPr marL="0" lvl="0" indent="0" algn="ctr" rtl="0">
              <a:spcBef>
                <a:spcPts val="0"/>
              </a:spcBef>
              <a:spcAft>
                <a:spcPts val="0"/>
              </a:spcAft>
              <a:buNone/>
            </a:pPr>
            <a:r>
              <a:rPr lang="en" sz="2400">
                <a:solidFill>
                  <a:schemeClr val="lt1"/>
                </a:solidFill>
                <a:latin typeface="Montserrat Black"/>
                <a:ea typeface="Montserrat Black"/>
                <a:cs typeface="Montserrat Black"/>
                <a:sym typeface="Montserrat Black"/>
              </a:rPr>
              <a:t>1ST TERM</a:t>
            </a:r>
            <a:endParaRPr sz="2400">
              <a:solidFill>
                <a:schemeClr val="lt1"/>
              </a:solidFill>
              <a:latin typeface="Montserrat Black"/>
              <a:ea typeface="Montserrat Black"/>
              <a:cs typeface="Montserrat Black"/>
              <a:sym typeface="Montserrat Black"/>
            </a:endParaRPr>
          </a:p>
        </p:txBody>
      </p:sp>
      <p:sp>
        <p:nvSpPr>
          <p:cNvPr id="1342" name="Google Shape;1342;p53"/>
          <p:cNvSpPr txBox="1"/>
          <p:nvPr/>
        </p:nvSpPr>
        <p:spPr>
          <a:xfrm>
            <a:off x="720000" y="1762050"/>
            <a:ext cx="2246400" cy="504000"/>
          </a:xfrm>
          <a:prstGeom prst="rect">
            <a:avLst/>
          </a:prstGeom>
          <a:noFill/>
          <a:ln>
            <a:noFill/>
          </a:ln>
        </p:spPr>
        <p:txBody>
          <a:bodyPr spcFirstLastPara="1" wrap="square" lIns="90000" tIns="91425" rIns="90000" bIns="91425" anchor="t" anchorCtr="0">
            <a:noAutofit/>
          </a:bodyPr>
          <a:lstStyle/>
          <a:p>
            <a:pPr marL="0" lvl="0" indent="0" algn="ctr" rtl="0">
              <a:spcBef>
                <a:spcPts val="0"/>
              </a:spcBef>
              <a:spcAft>
                <a:spcPts val="0"/>
              </a:spcAft>
              <a:buNone/>
            </a:pPr>
            <a:r>
              <a:rPr lang="en">
                <a:solidFill>
                  <a:schemeClr val="dk1"/>
                </a:solidFill>
                <a:latin typeface="Montserrat Medium"/>
                <a:ea typeface="Montserrat Medium"/>
                <a:cs typeface="Montserrat Medium"/>
                <a:sym typeface="Montserrat Medium"/>
              </a:rPr>
              <a:t>Saturn is a gas giant and has several rings</a:t>
            </a:r>
            <a:endParaRPr>
              <a:solidFill>
                <a:schemeClr val="dk1"/>
              </a:solidFill>
              <a:latin typeface="Montserrat Medium"/>
              <a:ea typeface="Montserrat Medium"/>
              <a:cs typeface="Montserrat Medium"/>
              <a:sym typeface="Montserrat Medium"/>
            </a:endParaRPr>
          </a:p>
        </p:txBody>
      </p:sp>
      <p:sp>
        <p:nvSpPr>
          <p:cNvPr id="1343" name="Google Shape;1343;p53"/>
          <p:cNvSpPr txBox="1"/>
          <p:nvPr/>
        </p:nvSpPr>
        <p:spPr>
          <a:xfrm>
            <a:off x="4358397" y="1284150"/>
            <a:ext cx="2246400" cy="554100"/>
          </a:xfrm>
          <a:prstGeom prst="rect">
            <a:avLst/>
          </a:prstGeom>
          <a:noFill/>
          <a:ln>
            <a:noFill/>
          </a:ln>
        </p:spPr>
        <p:txBody>
          <a:bodyPr spcFirstLastPara="1" wrap="square" lIns="90000" tIns="91425" rIns="90000" bIns="91425" anchor="b" anchorCtr="0">
            <a:noAutofit/>
          </a:bodyPr>
          <a:lstStyle/>
          <a:p>
            <a:pPr marL="0" lvl="0" indent="0" algn="ctr" rtl="0">
              <a:spcBef>
                <a:spcPts val="0"/>
              </a:spcBef>
              <a:spcAft>
                <a:spcPts val="0"/>
              </a:spcAft>
              <a:buNone/>
            </a:pPr>
            <a:r>
              <a:rPr lang="en" sz="2400">
                <a:solidFill>
                  <a:schemeClr val="lt1"/>
                </a:solidFill>
                <a:latin typeface="Montserrat Black"/>
                <a:ea typeface="Montserrat Black"/>
                <a:cs typeface="Montserrat Black"/>
                <a:sym typeface="Montserrat Black"/>
              </a:rPr>
              <a:t>3RD TERM</a:t>
            </a:r>
            <a:endParaRPr sz="2400">
              <a:solidFill>
                <a:schemeClr val="lt1"/>
              </a:solidFill>
              <a:latin typeface="Montserrat Black"/>
              <a:ea typeface="Montserrat Black"/>
              <a:cs typeface="Montserrat Black"/>
              <a:sym typeface="Montserrat Black"/>
            </a:endParaRPr>
          </a:p>
        </p:txBody>
      </p:sp>
      <p:sp>
        <p:nvSpPr>
          <p:cNvPr id="1344" name="Google Shape;1344;p53"/>
          <p:cNvSpPr txBox="1"/>
          <p:nvPr/>
        </p:nvSpPr>
        <p:spPr>
          <a:xfrm>
            <a:off x="4358397" y="1762050"/>
            <a:ext cx="2246400" cy="504000"/>
          </a:xfrm>
          <a:prstGeom prst="rect">
            <a:avLst/>
          </a:prstGeom>
          <a:noFill/>
          <a:ln>
            <a:noFill/>
          </a:ln>
        </p:spPr>
        <p:txBody>
          <a:bodyPr spcFirstLastPara="1" wrap="square" lIns="90000" tIns="91425" rIns="90000" bIns="91425" anchor="t" anchorCtr="0">
            <a:noAutofit/>
          </a:bodyPr>
          <a:lstStyle/>
          <a:p>
            <a:pPr marL="0" lvl="0" indent="0" algn="ctr" rtl="0">
              <a:spcBef>
                <a:spcPts val="0"/>
              </a:spcBef>
              <a:spcAft>
                <a:spcPts val="0"/>
              </a:spcAft>
              <a:buNone/>
            </a:pPr>
            <a:r>
              <a:rPr lang="en">
                <a:solidFill>
                  <a:schemeClr val="dk1"/>
                </a:solidFill>
                <a:latin typeface="Montserrat Medium"/>
                <a:ea typeface="Montserrat Medium"/>
                <a:cs typeface="Montserrat Medium"/>
                <a:sym typeface="Montserrat Medium"/>
              </a:rPr>
              <a:t>Earth is the only planet that harbors life</a:t>
            </a:r>
            <a:endParaRPr>
              <a:solidFill>
                <a:schemeClr val="dk1"/>
              </a:solidFill>
              <a:latin typeface="Montserrat Medium"/>
              <a:ea typeface="Montserrat Medium"/>
              <a:cs typeface="Montserrat Medium"/>
              <a:sym typeface="Montserrat Medium"/>
            </a:endParaRPr>
          </a:p>
        </p:txBody>
      </p:sp>
      <p:grpSp>
        <p:nvGrpSpPr>
          <p:cNvPr id="1345" name="Google Shape;1345;p53"/>
          <p:cNvGrpSpPr/>
          <p:nvPr/>
        </p:nvGrpSpPr>
        <p:grpSpPr>
          <a:xfrm>
            <a:off x="-304800" y="3049236"/>
            <a:ext cx="2066584" cy="2399070"/>
            <a:chOff x="-304800" y="3049236"/>
            <a:chExt cx="2066584" cy="2399070"/>
          </a:xfrm>
        </p:grpSpPr>
        <p:sp>
          <p:nvSpPr>
            <p:cNvPr id="1346" name="Google Shape;1346;p53"/>
            <p:cNvSpPr/>
            <p:nvPr/>
          </p:nvSpPr>
          <p:spPr>
            <a:xfrm flipH="1">
              <a:off x="-304800" y="4424570"/>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53"/>
            <p:cNvSpPr/>
            <p:nvPr/>
          </p:nvSpPr>
          <p:spPr>
            <a:xfrm flipH="1">
              <a:off x="297617" y="3049236"/>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53"/>
            <p:cNvSpPr/>
            <p:nvPr/>
          </p:nvSpPr>
          <p:spPr>
            <a:xfrm flipH="1">
              <a:off x="76203" y="3429012"/>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9" name="Google Shape;1349;p53"/>
            <p:cNvGrpSpPr/>
            <p:nvPr/>
          </p:nvGrpSpPr>
          <p:grpSpPr>
            <a:xfrm>
              <a:off x="76202" y="3801695"/>
              <a:ext cx="1497384" cy="1264312"/>
              <a:chOff x="5949750" y="3656175"/>
              <a:chExt cx="668475" cy="564425"/>
            </a:xfrm>
          </p:grpSpPr>
          <p:sp>
            <p:nvSpPr>
              <p:cNvPr id="1350" name="Google Shape;1350;p53"/>
              <p:cNvSpPr/>
              <p:nvPr/>
            </p:nvSpPr>
            <p:spPr>
              <a:xfrm>
                <a:off x="5955325" y="3664675"/>
                <a:ext cx="640225" cy="555925"/>
              </a:xfrm>
              <a:custGeom>
                <a:avLst/>
                <a:gdLst/>
                <a:ahLst/>
                <a:cxnLst/>
                <a:rect l="l" t="t" r="r" b="b"/>
                <a:pathLst>
                  <a:path w="25609" h="22237" extrusionOk="0">
                    <a:moveTo>
                      <a:pt x="12805" y="0"/>
                    </a:moveTo>
                    <a:cubicBezTo>
                      <a:pt x="11896" y="720"/>
                      <a:pt x="8489" y="3183"/>
                      <a:pt x="4208" y="3253"/>
                    </a:cubicBezTo>
                    <a:cubicBezTo>
                      <a:pt x="4208" y="3253"/>
                      <a:pt x="0" y="17535"/>
                      <a:pt x="12805" y="22237"/>
                    </a:cubicBezTo>
                    <a:cubicBezTo>
                      <a:pt x="25609" y="17535"/>
                      <a:pt x="21401" y="3253"/>
                      <a:pt x="21401" y="3253"/>
                    </a:cubicBezTo>
                    <a:cubicBezTo>
                      <a:pt x="17118" y="3183"/>
                      <a:pt x="13713" y="723"/>
                      <a:pt x="128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53"/>
              <p:cNvSpPr/>
              <p:nvPr/>
            </p:nvSpPr>
            <p:spPr>
              <a:xfrm>
                <a:off x="5984325" y="3685325"/>
                <a:ext cx="582250" cy="513025"/>
              </a:xfrm>
              <a:custGeom>
                <a:avLst/>
                <a:gdLst/>
                <a:ahLst/>
                <a:cxnLst/>
                <a:rect l="l" t="t" r="r" b="b"/>
                <a:pathLst>
                  <a:path w="23290" h="20521" extrusionOk="0">
                    <a:moveTo>
                      <a:pt x="11643" y="764"/>
                    </a:moveTo>
                    <a:cubicBezTo>
                      <a:pt x="12681" y="1551"/>
                      <a:pt x="15527" y="3442"/>
                      <a:pt x="19072" y="3576"/>
                    </a:cubicBezTo>
                    <a:cubicBezTo>
                      <a:pt x="19480" y="5223"/>
                      <a:pt x="21749" y="16087"/>
                      <a:pt x="11643" y="19880"/>
                    </a:cubicBezTo>
                    <a:cubicBezTo>
                      <a:pt x="7095" y="18174"/>
                      <a:pt x="4468" y="14901"/>
                      <a:pt x="3834" y="10149"/>
                    </a:cubicBezTo>
                    <a:cubicBezTo>
                      <a:pt x="3426" y="7079"/>
                      <a:pt x="4024" y="4339"/>
                      <a:pt x="4215" y="3576"/>
                    </a:cubicBezTo>
                    <a:cubicBezTo>
                      <a:pt x="7761" y="3442"/>
                      <a:pt x="10608" y="1551"/>
                      <a:pt x="11643" y="764"/>
                    </a:cubicBezTo>
                    <a:close/>
                    <a:moveTo>
                      <a:pt x="11645" y="0"/>
                    </a:moveTo>
                    <a:lnTo>
                      <a:pt x="11459" y="149"/>
                    </a:lnTo>
                    <a:cubicBezTo>
                      <a:pt x="10641" y="797"/>
                      <a:pt x="7686" y="2922"/>
                      <a:pt x="3979" y="2982"/>
                    </a:cubicBezTo>
                    <a:lnTo>
                      <a:pt x="3759" y="2986"/>
                    </a:lnTo>
                    <a:lnTo>
                      <a:pt x="3696" y="3197"/>
                    </a:lnTo>
                    <a:cubicBezTo>
                      <a:pt x="3657" y="3326"/>
                      <a:pt x="1" y="16242"/>
                      <a:pt x="11542" y="20482"/>
                    </a:cubicBezTo>
                    <a:lnTo>
                      <a:pt x="11645" y="20520"/>
                    </a:lnTo>
                    <a:lnTo>
                      <a:pt x="11748" y="20482"/>
                    </a:lnTo>
                    <a:cubicBezTo>
                      <a:pt x="23289" y="16242"/>
                      <a:pt x="19633" y="3326"/>
                      <a:pt x="19594" y="3197"/>
                    </a:cubicBezTo>
                    <a:lnTo>
                      <a:pt x="19532" y="2986"/>
                    </a:lnTo>
                    <a:lnTo>
                      <a:pt x="19311" y="2982"/>
                    </a:lnTo>
                    <a:cubicBezTo>
                      <a:pt x="15605" y="2922"/>
                      <a:pt x="12650" y="797"/>
                      <a:pt x="11832" y="149"/>
                    </a:cubicBezTo>
                    <a:lnTo>
                      <a:pt x="116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53"/>
              <p:cNvSpPr/>
              <p:nvPr/>
            </p:nvSpPr>
            <p:spPr>
              <a:xfrm>
                <a:off x="6162875" y="3837925"/>
                <a:ext cx="235475" cy="184700"/>
              </a:xfrm>
              <a:custGeom>
                <a:avLst/>
                <a:gdLst/>
                <a:ahLst/>
                <a:cxnLst/>
                <a:rect l="l" t="t" r="r" b="b"/>
                <a:pathLst>
                  <a:path w="9419" h="7388" extrusionOk="0">
                    <a:moveTo>
                      <a:pt x="8378" y="0"/>
                    </a:moveTo>
                    <a:lnTo>
                      <a:pt x="3544" y="5535"/>
                    </a:lnTo>
                    <a:lnTo>
                      <a:pt x="802" y="3577"/>
                    </a:lnTo>
                    <a:lnTo>
                      <a:pt x="0" y="4703"/>
                    </a:lnTo>
                    <a:lnTo>
                      <a:pt x="3761" y="7387"/>
                    </a:lnTo>
                    <a:lnTo>
                      <a:pt x="9418" y="908"/>
                    </a:lnTo>
                    <a:lnTo>
                      <a:pt x="83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53"/>
              <p:cNvSpPr/>
              <p:nvPr/>
            </p:nvSpPr>
            <p:spPr>
              <a:xfrm>
                <a:off x="6360950" y="3678950"/>
                <a:ext cx="193650" cy="176475"/>
              </a:xfrm>
              <a:custGeom>
                <a:avLst/>
                <a:gdLst/>
                <a:ahLst/>
                <a:cxnLst/>
                <a:rect l="l" t="t" r="r" b="b"/>
                <a:pathLst>
                  <a:path w="7746" h="7059" extrusionOk="0">
                    <a:moveTo>
                      <a:pt x="3873" y="800"/>
                    </a:moveTo>
                    <a:cubicBezTo>
                      <a:pt x="4572" y="800"/>
                      <a:pt x="5270" y="1066"/>
                      <a:pt x="5803" y="1598"/>
                    </a:cubicBezTo>
                    <a:cubicBezTo>
                      <a:pt x="6868" y="2665"/>
                      <a:pt x="6868" y="4394"/>
                      <a:pt x="5803" y="5458"/>
                    </a:cubicBezTo>
                    <a:cubicBezTo>
                      <a:pt x="5270" y="5991"/>
                      <a:pt x="4572" y="6257"/>
                      <a:pt x="3873" y="6257"/>
                    </a:cubicBezTo>
                    <a:cubicBezTo>
                      <a:pt x="3175" y="6257"/>
                      <a:pt x="2477" y="5991"/>
                      <a:pt x="1944" y="5458"/>
                    </a:cubicBezTo>
                    <a:cubicBezTo>
                      <a:pt x="879" y="4394"/>
                      <a:pt x="879" y="2665"/>
                      <a:pt x="1944" y="1598"/>
                    </a:cubicBezTo>
                    <a:cubicBezTo>
                      <a:pt x="2477" y="1066"/>
                      <a:pt x="3175" y="800"/>
                      <a:pt x="3873" y="800"/>
                    </a:cubicBezTo>
                    <a:close/>
                    <a:moveTo>
                      <a:pt x="3873" y="0"/>
                    </a:moveTo>
                    <a:cubicBezTo>
                      <a:pt x="2970" y="0"/>
                      <a:pt x="2066" y="344"/>
                      <a:pt x="1378" y="1033"/>
                    </a:cubicBezTo>
                    <a:cubicBezTo>
                      <a:pt x="0" y="2413"/>
                      <a:pt x="0" y="4646"/>
                      <a:pt x="1378" y="6023"/>
                    </a:cubicBezTo>
                    <a:cubicBezTo>
                      <a:pt x="2066" y="6713"/>
                      <a:pt x="2970" y="7058"/>
                      <a:pt x="3873" y="7058"/>
                    </a:cubicBezTo>
                    <a:cubicBezTo>
                      <a:pt x="4776" y="7058"/>
                      <a:pt x="5679" y="6713"/>
                      <a:pt x="6368" y="6023"/>
                    </a:cubicBezTo>
                    <a:cubicBezTo>
                      <a:pt x="7745" y="4646"/>
                      <a:pt x="7745" y="2413"/>
                      <a:pt x="6368" y="1033"/>
                    </a:cubicBezTo>
                    <a:cubicBezTo>
                      <a:pt x="5679" y="344"/>
                      <a:pt x="4776" y="0"/>
                      <a:pt x="38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53"/>
              <p:cNvSpPr/>
              <p:nvPr/>
            </p:nvSpPr>
            <p:spPr>
              <a:xfrm>
                <a:off x="6382925" y="3698925"/>
                <a:ext cx="149725" cy="136450"/>
              </a:xfrm>
              <a:custGeom>
                <a:avLst/>
                <a:gdLst/>
                <a:ahLst/>
                <a:cxnLst/>
                <a:rect l="l" t="t" r="r" b="b"/>
                <a:pathLst>
                  <a:path w="5989" h="5458" extrusionOk="0">
                    <a:moveTo>
                      <a:pt x="2994" y="1"/>
                    </a:moveTo>
                    <a:cubicBezTo>
                      <a:pt x="2296" y="1"/>
                      <a:pt x="1598" y="267"/>
                      <a:pt x="1065" y="799"/>
                    </a:cubicBezTo>
                    <a:cubicBezTo>
                      <a:pt x="0" y="1866"/>
                      <a:pt x="0" y="3595"/>
                      <a:pt x="1065" y="4659"/>
                    </a:cubicBezTo>
                    <a:cubicBezTo>
                      <a:pt x="1598" y="5192"/>
                      <a:pt x="2296" y="5458"/>
                      <a:pt x="2994" y="5458"/>
                    </a:cubicBezTo>
                    <a:cubicBezTo>
                      <a:pt x="3693" y="5458"/>
                      <a:pt x="4391" y="5192"/>
                      <a:pt x="4924" y="4659"/>
                    </a:cubicBezTo>
                    <a:cubicBezTo>
                      <a:pt x="5989" y="3595"/>
                      <a:pt x="5989" y="1866"/>
                      <a:pt x="4924" y="799"/>
                    </a:cubicBezTo>
                    <a:cubicBezTo>
                      <a:pt x="4391" y="267"/>
                      <a:pt x="3693" y="1"/>
                      <a:pt x="29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53"/>
              <p:cNvSpPr/>
              <p:nvPr/>
            </p:nvSpPr>
            <p:spPr>
              <a:xfrm>
                <a:off x="6498325" y="3807700"/>
                <a:ext cx="119900" cy="119950"/>
              </a:xfrm>
              <a:custGeom>
                <a:avLst/>
                <a:gdLst/>
                <a:ahLst/>
                <a:cxnLst/>
                <a:rect l="l" t="t" r="r" b="b"/>
                <a:pathLst>
                  <a:path w="4796" h="4798" extrusionOk="0">
                    <a:moveTo>
                      <a:pt x="615" y="1"/>
                    </a:moveTo>
                    <a:lnTo>
                      <a:pt x="0" y="616"/>
                    </a:lnTo>
                    <a:lnTo>
                      <a:pt x="4181" y="4798"/>
                    </a:lnTo>
                    <a:lnTo>
                      <a:pt x="4796" y="4183"/>
                    </a:lnTo>
                    <a:lnTo>
                      <a:pt x="61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53"/>
              <p:cNvSpPr/>
              <p:nvPr/>
            </p:nvSpPr>
            <p:spPr>
              <a:xfrm>
                <a:off x="6587450" y="3896925"/>
                <a:ext cx="30775" cy="30725"/>
              </a:xfrm>
              <a:custGeom>
                <a:avLst/>
                <a:gdLst/>
                <a:ahLst/>
                <a:cxnLst/>
                <a:rect l="l" t="t" r="r" b="b"/>
                <a:pathLst>
                  <a:path w="1231" h="1229" extrusionOk="0">
                    <a:moveTo>
                      <a:pt x="616" y="0"/>
                    </a:moveTo>
                    <a:lnTo>
                      <a:pt x="1" y="615"/>
                    </a:lnTo>
                    <a:lnTo>
                      <a:pt x="616" y="1229"/>
                    </a:lnTo>
                    <a:lnTo>
                      <a:pt x="1231" y="614"/>
                    </a:lnTo>
                    <a:lnTo>
                      <a:pt x="6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53"/>
              <p:cNvSpPr/>
              <p:nvPr/>
            </p:nvSpPr>
            <p:spPr>
              <a:xfrm>
                <a:off x="6007625" y="4051950"/>
                <a:ext cx="134125" cy="129275"/>
              </a:xfrm>
              <a:custGeom>
                <a:avLst/>
                <a:gdLst/>
                <a:ahLst/>
                <a:cxnLst/>
                <a:rect l="l" t="t" r="r" b="b"/>
                <a:pathLst>
                  <a:path w="5365" h="5171" extrusionOk="0">
                    <a:moveTo>
                      <a:pt x="809" y="0"/>
                    </a:moveTo>
                    <a:cubicBezTo>
                      <a:pt x="363" y="0"/>
                      <a:pt x="0" y="364"/>
                      <a:pt x="0" y="808"/>
                    </a:cubicBezTo>
                    <a:lnTo>
                      <a:pt x="0" y="3288"/>
                    </a:lnTo>
                    <a:cubicBezTo>
                      <a:pt x="0" y="3733"/>
                      <a:pt x="363" y="4097"/>
                      <a:pt x="809" y="4097"/>
                    </a:cubicBezTo>
                    <a:lnTo>
                      <a:pt x="2499" y="4097"/>
                    </a:lnTo>
                    <a:lnTo>
                      <a:pt x="3487" y="5171"/>
                    </a:lnTo>
                    <a:lnTo>
                      <a:pt x="3487" y="4097"/>
                    </a:lnTo>
                    <a:lnTo>
                      <a:pt x="4556" y="4097"/>
                    </a:lnTo>
                    <a:cubicBezTo>
                      <a:pt x="5001" y="4097"/>
                      <a:pt x="5365" y="3733"/>
                      <a:pt x="5365" y="3288"/>
                    </a:cubicBezTo>
                    <a:lnTo>
                      <a:pt x="5365" y="808"/>
                    </a:lnTo>
                    <a:cubicBezTo>
                      <a:pt x="5365" y="364"/>
                      <a:pt x="5001" y="0"/>
                      <a:pt x="45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53"/>
              <p:cNvSpPr/>
              <p:nvPr/>
            </p:nvSpPr>
            <p:spPr>
              <a:xfrm>
                <a:off x="6037325" y="4096300"/>
                <a:ext cx="16350" cy="16350"/>
              </a:xfrm>
              <a:custGeom>
                <a:avLst/>
                <a:gdLst/>
                <a:ahLst/>
                <a:cxnLst/>
                <a:rect l="l" t="t" r="r" b="b"/>
                <a:pathLst>
                  <a:path w="654" h="654" extrusionOk="0">
                    <a:moveTo>
                      <a:pt x="327" y="1"/>
                    </a:moveTo>
                    <a:cubicBezTo>
                      <a:pt x="146" y="1"/>
                      <a:pt x="0" y="147"/>
                      <a:pt x="0" y="327"/>
                    </a:cubicBezTo>
                    <a:cubicBezTo>
                      <a:pt x="0" y="508"/>
                      <a:pt x="146" y="654"/>
                      <a:pt x="327" y="654"/>
                    </a:cubicBezTo>
                    <a:cubicBezTo>
                      <a:pt x="507" y="654"/>
                      <a:pt x="653" y="507"/>
                      <a:pt x="653" y="327"/>
                    </a:cubicBezTo>
                    <a:cubicBezTo>
                      <a:pt x="653" y="147"/>
                      <a:pt x="507" y="1"/>
                      <a:pt x="3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53"/>
              <p:cNvSpPr/>
              <p:nvPr/>
            </p:nvSpPr>
            <p:spPr>
              <a:xfrm>
                <a:off x="6066500" y="4096300"/>
                <a:ext cx="16350" cy="16350"/>
              </a:xfrm>
              <a:custGeom>
                <a:avLst/>
                <a:gdLst/>
                <a:ahLst/>
                <a:cxnLst/>
                <a:rect l="l" t="t" r="r" b="b"/>
                <a:pathLst>
                  <a:path w="654" h="654" extrusionOk="0">
                    <a:moveTo>
                      <a:pt x="327" y="1"/>
                    </a:moveTo>
                    <a:cubicBezTo>
                      <a:pt x="146" y="1"/>
                      <a:pt x="0" y="147"/>
                      <a:pt x="0" y="327"/>
                    </a:cubicBezTo>
                    <a:cubicBezTo>
                      <a:pt x="0" y="508"/>
                      <a:pt x="146" y="654"/>
                      <a:pt x="327" y="654"/>
                    </a:cubicBezTo>
                    <a:cubicBezTo>
                      <a:pt x="509" y="654"/>
                      <a:pt x="654" y="507"/>
                      <a:pt x="654" y="327"/>
                    </a:cubicBezTo>
                    <a:cubicBezTo>
                      <a:pt x="654" y="147"/>
                      <a:pt x="509" y="1"/>
                      <a:pt x="3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53"/>
              <p:cNvSpPr/>
              <p:nvPr/>
            </p:nvSpPr>
            <p:spPr>
              <a:xfrm>
                <a:off x="6095700" y="4096300"/>
                <a:ext cx="16375" cy="16350"/>
              </a:xfrm>
              <a:custGeom>
                <a:avLst/>
                <a:gdLst/>
                <a:ahLst/>
                <a:cxnLst/>
                <a:rect l="l" t="t" r="r" b="b"/>
                <a:pathLst>
                  <a:path w="655" h="654" extrusionOk="0">
                    <a:moveTo>
                      <a:pt x="327" y="1"/>
                    </a:moveTo>
                    <a:cubicBezTo>
                      <a:pt x="145" y="1"/>
                      <a:pt x="1" y="147"/>
                      <a:pt x="1" y="327"/>
                    </a:cubicBezTo>
                    <a:cubicBezTo>
                      <a:pt x="1" y="508"/>
                      <a:pt x="145" y="654"/>
                      <a:pt x="327" y="654"/>
                    </a:cubicBezTo>
                    <a:cubicBezTo>
                      <a:pt x="508" y="654"/>
                      <a:pt x="654" y="507"/>
                      <a:pt x="654" y="327"/>
                    </a:cubicBezTo>
                    <a:cubicBezTo>
                      <a:pt x="654" y="147"/>
                      <a:pt x="508" y="1"/>
                      <a:pt x="3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53"/>
              <p:cNvSpPr/>
              <p:nvPr/>
            </p:nvSpPr>
            <p:spPr>
              <a:xfrm>
                <a:off x="6087125" y="4154300"/>
                <a:ext cx="7700" cy="26900"/>
              </a:xfrm>
              <a:custGeom>
                <a:avLst/>
                <a:gdLst/>
                <a:ahLst/>
                <a:cxnLst/>
                <a:rect l="l" t="t" r="r" b="b"/>
                <a:pathLst>
                  <a:path w="308" h="1076" extrusionOk="0">
                    <a:moveTo>
                      <a:pt x="0" y="1"/>
                    </a:moveTo>
                    <a:lnTo>
                      <a:pt x="0" y="743"/>
                    </a:lnTo>
                    <a:lnTo>
                      <a:pt x="308" y="1076"/>
                    </a:lnTo>
                    <a:lnTo>
                      <a:pt x="3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53"/>
              <p:cNvSpPr/>
              <p:nvPr/>
            </p:nvSpPr>
            <p:spPr>
              <a:xfrm>
                <a:off x="6113875" y="4051950"/>
                <a:ext cx="27925" cy="102450"/>
              </a:xfrm>
              <a:custGeom>
                <a:avLst/>
                <a:gdLst/>
                <a:ahLst/>
                <a:cxnLst/>
                <a:rect l="l" t="t" r="r" b="b"/>
                <a:pathLst>
                  <a:path w="1117" h="4098" extrusionOk="0">
                    <a:moveTo>
                      <a:pt x="0" y="0"/>
                    </a:moveTo>
                    <a:cubicBezTo>
                      <a:pt x="445" y="0"/>
                      <a:pt x="809" y="364"/>
                      <a:pt x="809" y="808"/>
                    </a:cubicBezTo>
                    <a:lnTo>
                      <a:pt x="809" y="3288"/>
                    </a:lnTo>
                    <a:cubicBezTo>
                      <a:pt x="809" y="3733"/>
                      <a:pt x="445" y="4097"/>
                      <a:pt x="0" y="4097"/>
                    </a:cubicBezTo>
                    <a:lnTo>
                      <a:pt x="308" y="4097"/>
                    </a:lnTo>
                    <a:cubicBezTo>
                      <a:pt x="753" y="4097"/>
                      <a:pt x="1116" y="3733"/>
                      <a:pt x="1116" y="3288"/>
                    </a:cubicBezTo>
                    <a:lnTo>
                      <a:pt x="1116" y="808"/>
                    </a:lnTo>
                    <a:cubicBezTo>
                      <a:pt x="1115" y="364"/>
                      <a:pt x="751" y="0"/>
                      <a:pt x="3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53"/>
              <p:cNvSpPr/>
              <p:nvPr/>
            </p:nvSpPr>
            <p:spPr>
              <a:xfrm>
                <a:off x="6389525" y="4008225"/>
                <a:ext cx="174975" cy="174900"/>
              </a:xfrm>
              <a:custGeom>
                <a:avLst/>
                <a:gdLst/>
                <a:ahLst/>
                <a:cxnLst/>
                <a:rect l="l" t="t" r="r" b="b"/>
                <a:pathLst>
                  <a:path w="6999" h="6996" extrusionOk="0">
                    <a:moveTo>
                      <a:pt x="3498" y="0"/>
                    </a:moveTo>
                    <a:cubicBezTo>
                      <a:pt x="1567" y="0"/>
                      <a:pt x="0" y="1566"/>
                      <a:pt x="0" y="3498"/>
                    </a:cubicBezTo>
                    <a:cubicBezTo>
                      <a:pt x="0" y="5430"/>
                      <a:pt x="1566" y="6996"/>
                      <a:pt x="3498" y="6996"/>
                    </a:cubicBezTo>
                    <a:cubicBezTo>
                      <a:pt x="5431" y="6996"/>
                      <a:pt x="6998" y="5430"/>
                      <a:pt x="6998" y="3498"/>
                    </a:cubicBezTo>
                    <a:cubicBezTo>
                      <a:pt x="6998" y="1567"/>
                      <a:pt x="5430" y="0"/>
                      <a:pt x="34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53"/>
              <p:cNvSpPr/>
              <p:nvPr/>
            </p:nvSpPr>
            <p:spPr>
              <a:xfrm>
                <a:off x="6415225" y="4033900"/>
                <a:ext cx="123500" cy="123550"/>
              </a:xfrm>
              <a:custGeom>
                <a:avLst/>
                <a:gdLst/>
                <a:ahLst/>
                <a:cxnLst/>
                <a:rect l="l" t="t" r="r" b="b"/>
                <a:pathLst>
                  <a:path w="4940" h="4942" extrusionOk="0">
                    <a:moveTo>
                      <a:pt x="2470" y="1"/>
                    </a:moveTo>
                    <a:cubicBezTo>
                      <a:pt x="1105" y="1"/>
                      <a:pt x="1" y="1106"/>
                      <a:pt x="1" y="2471"/>
                    </a:cubicBezTo>
                    <a:cubicBezTo>
                      <a:pt x="1" y="3835"/>
                      <a:pt x="1107" y="4941"/>
                      <a:pt x="2470" y="4941"/>
                    </a:cubicBezTo>
                    <a:cubicBezTo>
                      <a:pt x="3834" y="4941"/>
                      <a:pt x="4940" y="3834"/>
                      <a:pt x="4940" y="2471"/>
                    </a:cubicBezTo>
                    <a:cubicBezTo>
                      <a:pt x="4940" y="1108"/>
                      <a:pt x="3834" y="3"/>
                      <a:pt x="24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53"/>
              <p:cNvSpPr/>
              <p:nvPr/>
            </p:nvSpPr>
            <p:spPr>
              <a:xfrm>
                <a:off x="6473175" y="4033975"/>
                <a:ext cx="65600" cy="123500"/>
              </a:xfrm>
              <a:custGeom>
                <a:avLst/>
                <a:gdLst/>
                <a:ahLst/>
                <a:cxnLst/>
                <a:rect l="l" t="t" r="r" b="b"/>
                <a:pathLst>
                  <a:path w="2624" h="4940" extrusionOk="0">
                    <a:moveTo>
                      <a:pt x="154" y="0"/>
                    </a:moveTo>
                    <a:cubicBezTo>
                      <a:pt x="103" y="0"/>
                      <a:pt x="52" y="5"/>
                      <a:pt x="1" y="8"/>
                    </a:cubicBezTo>
                    <a:cubicBezTo>
                      <a:pt x="1292" y="89"/>
                      <a:pt x="2316" y="1159"/>
                      <a:pt x="2316" y="2469"/>
                    </a:cubicBezTo>
                    <a:cubicBezTo>
                      <a:pt x="2316" y="3781"/>
                      <a:pt x="1292" y="4851"/>
                      <a:pt x="1" y="4932"/>
                    </a:cubicBezTo>
                    <a:cubicBezTo>
                      <a:pt x="52" y="4934"/>
                      <a:pt x="103" y="4939"/>
                      <a:pt x="154" y="4939"/>
                    </a:cubicBezTo>
                    <a:cubicBezTo>
                      <a:pt x="1519" y="4939"/>
                      <a:pt x="2623" y="3834"/>
                      <a:pt x="2623" y="2469"/>
                    </a:cubicBezTo>
                    <a:cubicBezTo>
                      <a:pt x="2623" y="1105"/>
                      <a:pt x="1516" y="0"/>
                      <a:pt x="1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53"/>
              <p:cNvSpPr/>
              <p:nvPr/>
            </p:nvSpPr>
            <p:spPr>
              <a:xfrm>
                <a:off x="6441500" y="4072600"/>
                <a:ext cx="72550" cy="48575"/>
              </a:xfrm>
              <a:custGeom>
                <a:avLst/>
                <a:gdLst/>
                <a:ahLst/>
                <a:cxnLst/>
                <a:rect l="l" t="t" r="r" b="b"/>
                <a:pathLst>
                  <a:path w="2902" h="1943" extrusionOk="0">
                    <a:moveTo>
                      <a:pt x="2674" y="0"/>
                    </a:moveTo>
                    <a:lnTo>
                      <a:pt x="970" y="1490"/>
                    </a:lnTo>
                    <a:lnTo>
                      <a:pt x="223" y="858"/>
                    </a:lnTo>
                    <a:lnTo>
                      <a:pt x="1" y="1119"/>
                    </a:lnTo>
                    <a:lnTo>
                      <a:pt x="976" y="1943"/>
                    </a:lnTo>
                    <a:lnTo>
                      <a:pt x="2901" y="261"/>
                    </a:lnTo>
                    <a:lnTo>
                      <a:pt x="26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53"/>
              <p:cNvSpPr/>
              <p:nvPr/>
            </p:nvSpPr>
            <p:spPr>
              <a:xfrm>
                <a:off x="5974575" y="3656175"/>
                <a:ext cx="110200" cy="108350"/>
              </a:xfrm>
              <a:custGeom>
                <a:avLst/>
                <a:gdLst/>
                <a:ahLst/>
                <a:cxnLst/>
                <a:rect l="l" t="t" r="r" b="b"/>
                <a:pathLst>
                  <a:path w="4408" h="4334" extrusionOk="0">
                    <a:moveTo>
                      <a:pt x="2514" y="569"/>
                    </a:moveTo>
                    <a:cubicBezTo>
                      <a:pt x="3243" y="569"/>
                      <a:pt x="3839" y="1163"/>
                      <a:pt x="3839" y="1895"/>
                    </a:cubicBezTo>
                    <a:lnTo>
                      <a:pt x="3839" y="2437"/>
                    </a:lnTo>
                    <a:cubicBezTo>
                      <a:pt x="3839" y="3169"/>
                      <a:pt x="3245" y="3765"/>
                      <a:pt x="2514" y="3765"/>
                    </a:cubicBezTo>
                    <a:lnTo>
                      <a:pt x="1899" y="3765"/>
                    </a:lnTo>
                    <a:cubicBezTo>
                      <a:pt x="1166" y="3765"/>
                      <a:pt x="570" y="3170"/>
                      <a:pt x="570" y="2437"/>
                    </a:cubicBezTo>
                    <a:lnTo>
                      <a:pt x="570" y="1895"/>
                    </a:lnTo>
                    <a:cubicBezTo>
                      <a:pt x="570" y="1165"/>
                      <a:pt x="1166" y="569"/>
                      <a:pt x="1899" y="569"/>
                    </a:cubicBezTo>
                    <a:close/>
                    <a:moveTo>
                      <a:pt x="1896" y="0"/>
                    </a:moveTo>
                    <a:cubicBezTo>
                      <a:pt x="851" y="0"/>
                      <a:pt x="0" y="849"/>
                      <a:pt x="0" y="1895"/>
                    </a:cubicBezTo>
                    <a:lnTo>
                      <a:pt x="0" y="2437"/>
                    </a:lnTo>
                    <a:cubicBezTo>
                      <a:pt x="0" y="3484"/>
                      <a:pt x="851" y="4334"/>
                      <a:pt x="1896" y="4334"/>
                    </a:cubicBezTo>
                    <a:lnTo>
                      <a:pt x="2511" y="4334"/>
                    </a:lnTo>
                    <a:cubicBezTo>
                      <a:pt x="3558" y="4334"/>
                      <a:pt x="4408" y="3484"/>
                      <a:pt x="4408" y="2437"/>
                    </a:cubicBezTo>
                    <a:lnTo>
                      <a:pt x="4408" y="1895"/>
                    </a:lnTo>
                    <a:cubicBezTo>
                      <a:pt x="4408" y="851"/>
                      <a:pt x="3558" y="0"/>
                      <a:pt x="25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53"/>
              <p:cNvSpPr/>
              <p:nvPr/>
            </p:nvSpPr>
            <p:spPr>
              <a:xfrm>
                <a:off x="5949750" y="3718325"/>
                <a:ext cx="159900" cy="159875"/>
              </a:xfrm>
              <a:custGeom>
                <a:avLst/>
                <a:gdLst/>
                <a:ahLst/>
                <a:cxnLst/>
                <a:rect l="l" t="t" r="r" b="b"/>
                <a:pathLst>
                  <a:path w="6396" h="6395" extrusionOk="0">
                    <a:moveTo>
                      <a:pt x="1861" y="0"/>
                    </a:moveTo>
                    <a:cubicBezTo>
                      <a:pt x="837" y="0"/>
                      <a:pt x="0" y="838"/>
                      <a:pt x="0" y="1859"/>
                    </a:cubicBezTo>
                    <a:lnTo>
                      <a:pt x="0" y="4535"/>
                    </a:lnTo>
                    <a:cubicBezTo>
                      <a:pt x="0" y="5559"/>
                      <a:pt x="838" y="6395"/>
                      <a:pt x="1861" y="6395"/>
                    </a:cubicBezTo>
                    <a:lnTo>
                      <a:pt x="4536" y="6395"/>
                    </a:lnTo>
                    <a:cubicBezTo>
                      <a:pt x="5559" y="6395"/>
                      <a:pt x="6396" y="5559"/>
                      <a:pt x="6396" y="4535"/>
                    </a:cubicBezTo>
                    <a:lnTo>
                      <a:pt x="6396" y="1859"/>
                    </a:lnTo>
                    <a:cubicBezTo>
                      <a:pt x="6396" y="835"/>
                      <a:pt x="5559" y="0"/>
                      <a:pt x="45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53"/>
              <p:cNvSpPr/>
              <p:nvPr/>
            </p:nvSpPr>
            <p:spPr>
              <a:xfrm>
                <a:off x="5959800" y="3728400"/>
                <a:ext cx="149850" cy="149825"/>
              </a:xfrm>
              <a:custGeom>
                <a:avLst/>
                <a:gdLst/>
                <a:ahLst/>
                <a:cxnLst/>
                <a:rect l="l" t="t" r="r" b="b"/>
                <a:pathLst>
                  <a:path w="5994" h="5993" extrusionOk="0">
                    <a:moveTo>
                      <a:pt x="5284" y="1"/>
                    </a:moveTo>
                    <a:lnTo>
                      <a:pt x="5284" y="1"/>
                    </a:lnTo>
                    <a:cubicBezTo>
                      <a:pt x="5535" y="317"/>
                      <a:pt x="5687" y="717"/>
                      <a:pt x="5687" y="1150"/>
                    </a:cubicBezTo>
                    <a:lnTo>
                      <a:pt x="5687" y="3826"/>
                    </a:lnTo>
                    <a:cubicBezTo>
                      <a:pt x="5687" y="4850"/>
                      <a:pt x="4850" y="5685"/>
                      <a:pt x="3826" y="5685"/>
                    </a:cubicBezTo>
                    <a:lnTo>
                      <a:pt x="1151" y="5685"/>
                    </a:lnTo>
                    <a:cubicBezTo>
                      <a:pt x="717" y="5685"/>
                      <a:pt x="318" y="5535"/>
                      <a:pt x="1" y="5284"/>
                    </a:cubicBezTo>
                    <a:lnTo>
                      <a:pt x="1" y="5284"/>
                    </a:lnTo>
                    <a:cubicBezTo>
                      <a:pt x="341" y="5715"/>
                      <a:pt x="867" y="5993"/>
                      <a:pt x="1456" y="5993"/>
                    </a:cubicBezTo>
                    <a:lnTo>
                      <a:pt x="4132" y="5993"/>
                    </a:lnTo>
                    <a:cubicBezTo>
                      <a:pt x="5156" y="5993"/>
                      <a:pt x="5991" y="5157"/>
                      <a:pt x="5991" y="4134"/>
                    </a:cubicBezTo>
                    <a:lnTo>
                      <a:pt x="5991" y="1457"/>
                    </a:lnTo>
                    <a:cubicBezTo>
                      <a:pt x="5994" y="867"/>
                      <a:pt x="5715" y="341"/>
                      <a:pt x="52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53"/>
              <p:cNvSpPr/>
              <p:nvPr/>
            </p:nvSpPr>
            <p:spPr>
              <a:xfrm>
                <a:off x="6005700" y="3755950"/>
                <a:ext cx="47975" cy="94550"/>
              </a:xfrm>
              <a:custGeom>
                <a:avLst/>
                <a:gdLst/>
                <a:ahLst/>
                <a:cxnLst/>
                <a:rect l="l" t="t" r="r" b="b"/>
                <a:pathLst>
                  <a:path w="1919" h="3782" extrusionOk="0">
                    <a:moveTo>
                      <a:pt x="959" y="0"/>
                    </a:moveTo>
                    <a:cubicBezTo>
                      <a:pt x="430" y="0"/>
                      <a:pt x="1" y="430"/>
                      <a:pt x="1" y="960"/>
                    </a:cubicBezTo>
                    <a:cubicBezTo>
                      <a:pt x="1" y="1339"/>
                      <a:pt x="222" y="1665"/>
                      <a:pt x="542" y="1820"/>
                    </a:cubicBezTo>
                    <a:lnTo>
                      <a:pt x="66" y="3619"/>
                    </a:lnTo>
                    <a:cubicBezTo>
                      <a:pt x="48" y="3708"/>
                      <a:pt x="107" y="3781"/>
                      <a:pt x="199" y="3781"/>
                    </a:cubicBezTo>
                    <a:lnTo>
                      <a:pt x="1719" y="3781"/>
                    </a:lnTo>
                    <a:cubicBezTo>
                      <a:pt x="1810" y="3781"/>
                      <a:pt x="1871" y="3708"/>
                      <a:pt x="1851" y="3619"/>
                    </a:cubicBezTo>
                    <a:lnTo>
                      <a:pt x="1374" y="1820"/>
                    </a:lnTo>
                    <a:cubicBezTo>
                      <a:pt x="1696" y="1666"/>
                      <a:pt x="1918" y="1341"/>
                      <a:pt x="1918" y="960"/>
                    </a:cubicBezTo>
                    <a:cubicBezTo>
                      <a:pt x="1918" y="430"/>
                      <a:pt x="1489" y="0"/>
                      <a:pt x="9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1" name="Google Shape;1371;p53"/>
            <p:cNvSpPr/>
            <p:nvPr/>
          </p:nvSpPr>
          <p:spPr>
            <a:xfrm flipH="1">
              <a:off x="1573565" y="4878637"/>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2" name="Google Shape;1372;p53"/>
          <p:cNvGrpSpPr/>
          <p:nvPr/>
        </p:nvGrpSpPr>
        <p:grpSpPr>
          <a:xfrm>
            <a:off x="7133528" y="76211"/>
            <a:ext cx="1934291" cy="1739805"/>
            <a:chOff x="7133528" y="76211"/>
            <a:chExt cx="1934291" cy="1739805"/>
          </a:xfrm>
        </p:grpSpPr>
        <p:sp>
          <p:nvSpPr>
            <p:cNvPr id="1373" name="Google Shape;1373;p53"/>
            <p:cNvSpPr/>
            <p:nvPr/>
          </p:nvSpPr>
          <p:spPr>
            <a:xfrm flipH="1">
              <a:off x="8374848"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74" name="Google Shape;1374;p53"/>
            <p:cNvGrpSpPr/>
            <p:nvPr/>
          </p:nvGrpSpPr>
          <p:grpSpPr>
            <a:xfrm>
              <a:off x="7370564" y="228600"/>
              <a:ext cx="1322552" cy="1020264"/>
              <a:chOff x="7370564" y="228600"/>
              <a:chExt cx="1322552" cy="1020264"/>
            </a:xfrm>
          </p:grpSpPr>
          <p:sp>
            <p:nvSpPr>
              <p:cNvPr id="1375" name="Google Shape;1375;p53"/>
              <p:cNvSpPr/>
              <p:nvPr/>
            </p:nvSpPr>
            <p:spPr>
              <a:xfrm>
                <a:off x="7667868" y="370056"/>
                <a:ext cx="1025248" cy="781312"/>
              </a:xfrm>
              <a:custGeom>
                <a:avLst/>
                <a:gdLst/>
                <a:ahLst/>
                <a:cxnLst/>
                <a:rect l="l" t="t" r="r" b="b"/>
                <a:pathLst>
                  <a:path w="18308" h="13952" extrusionOk="0">
                    <a:moveTo>
                      <a:pt x="1051" y="1"/>
                    </a:moveTo>
                    <a:cubicBezTo>
                      <a:pt x="443" y="1"/>
                      <a:pt x="1" y="495"/>
                      <a:pt x="70" y="1099"/>
                    </a:cubicBezTo>
                    <a:lnTo>
                      <a:pt x="1401" y="12852"/>
                    </a:lnTo>
                    <a:cubicBezTo>
                      <a:pt x="1470" y="13457"/>
                      <a:pt x="2024" y="13952"/>
                      <a:pt x="2632" y="13952"/>
                    </a:cubicBezTo>
                    <a:lnTo>
                      <a:pt x="15688" y="13952"/>
                    </a:lnTo>
                    <a:cubicBezTo>
                      <a:pt x="16296" y="13952"/>
                      <a:pt x="16860" y="13458"/>
                      <a:pt x="16942" y="12855"/>
                    </a:cubicBezTo>
                    <a:lnTo>
                      <a:pt x="18228" y="3289"/>
                    </a:lnTo>
                    <a:cubicBezTo>
                      <a:pt x="18308" y="2686"/>
                      <a:pt x="17877" y="2193"/>
                      <a:pt x="17268" y="2193"/>
                    </a:cubicBezTo>
                    <a:lnTo>
                      <a:pt x="10627" y="2193"/>
                    </a:lnTo>
                    <a:lnTo>
                      <a:pt x="10627" y="2194"/>
                    </a:lnTo>
                    <a:cubicBezTo>
                      <a:pt x="10019" y="2194"/>
                      <a:pt x="9520" y="1701"/>
                      <a:pt x="9520" y="1097"/>
                    </a:cubicBezTo>
                    <a:cubicBezTo>
                      <a:pt x="9520" y="494"/>
                      <a:pt x="9023" y="1"/>
                      <a:pt x="84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53"/>
              <p:cNvSpPr/>
              <p:nvPr/>
            </p:nvSpPr>
            <p:spPr>
              <a:xfrm>
                <a:off x="7769004" y="427904"/>
                <a:ext cx="822472" cy="782096"/>
              </a:xfrm>
              <a:custGeom>
                <a:avLst/>
                <a:gdLst/>
                <a:ahLst/>
                <a:cxnLst/>
                <a:rect l="l" t="t" r="r" b="b"/>
                <a:pathLst>
                  <a:path w="14687" h="13966" extrusionOk="0">
                    <a:moveTo>
                      <a:pt x="0" y="0"/>
                    </a:moveTo>
                    <a:lnTo>
                      <a:pt x="0" y="13965"/>
                    </a:lnTo>
                    <a:lnTo>
                      <a:pt x="14686" y="13965"/>
                    </a:lnTo>
                    <a:lnTo>
                      <a:pt x="1468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53"/>
              <p:cNvSpPr/>
              <p:nvPr/>
            </p:nvSpPr>
            <p:spPr>
              <a:xfrm>
                <a:off x="7667868" y="467440"/>
                <a:ext cx="1025248" cy="781368"/>
              </a:xfrm>
              <a:custGeom>
                <a:avLst/>
                <a:gdLst/>
                <a:ahLst/>
                <a:cxnLst/>
                <a:rect l="l" t="t" r="r" b="b"/>
                <a:pathLst>
                  <a:path w="18308" h="13953" extrusionOk="0">
                    <a:moveTo>
                      <a:pt x="1051" y="0"/>
                    </a:moveTo>
                    <a:cubicBezTo>
                      <a:pt x="443" y="0"/>
                      <a:pt x="1" y="495"/>
                      <a:pt x="70" y="1099"/>
                    </a:cubicBezTo>
                    <a:lnTo>
                      <a:pt x="1401" y="12852"/>
                    </a:lnTo>
                    <a:cubicBezTo>
                      <a:pt x="1470" y="13458"/>
                      <a:pt x="2024" y="13953"/>
                      <a:pt x="2632" y="13953"/>
                    </a:cubicBezTo>
                    <a:lnTo>
                      <a:pt x="15688" y="13953"/>
                    </a:lnTo>
                    <a:cubicBezTo>
                      <a:pt x="16296" y="13953"/>
                      <a:pt x="16860" y="13459"/>
                      <a:pt x="16942" y="12856"/>
                    </a:cubicBezTo>
                    <a:lnTo>
                      <a:pt x="18228" y="3289"/>
                    </a:lnTo>
                    <a:cubicBezTo>
                      <a:pt x="18308" y="2686"/>
                      <a:pt x="17877" y="2192"/>
                      <a:pt x="17268" y="2192"/>
                    </a:cubicBezTo>
                    <a:lnTo>
                      <a:pt x="10627" y="2192"/>
                    </a:lnTo>
                    <a:lnTo>
                      <a:pt x="10627" y="2195"/>
                    </a:lnTo>
                    <a:cubicBezTo>
                      <a:pt x="10019" y="2195"/>
                      <a:pt x="9520" y="1700"/>
                      <a:pt x="9520" y="1097"/>
                    </a:cubicBezTo>
                    <a:cubicBezTo>
                      <a:pt x="9520" y="493"/>
                      <a:pt x="9023" y="0"/>
                      <a:pt x="841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53"/>
              <p:cNvSpPr/>
              <p:nvPr/>
            </p:nvSpPr>
            <p:spPr>
              <a:xfrm>
                <a:off x="8513860" y="590304"/>
                <a:ext cx="179200" cy="658560"/>
              </a:xfrm>
              <a:custGeom>
                <a:avLst/>
                <a:gdLst/>
                <a:ahLst/>
                <a:cxnLst/>
                <a:rect l="l" t="t" r="r" b="b"/>
                <a:pathLst>
                  <a:path w="3200" h="11760" extrusionOk="0">
                    <a:moveTo>
                      <a:pt x="1580" y="1"/>
                    </a:moveTo>
                    <a:cubicBezTo>
                      <a:pt x="2189" y="1"/>
                      <a:pt x="2622" y="494"/>
                      <a:pt x="2540" y="1098"/>
                    </a:cubicBezTo>
                    <a:lnTo>
                      <a:pt x="1253" y="10663"/>
                    </a:lnTo>
                    <a:cubicBezTo>
                      <a:pt x="1173" y="11265"/>
                      <a:pt x="609" y="11760"/>
                      <a:pt x="0" y="11760"/>
                    </a:cubicBezTo>
                    <a:lnTo>
                      <a:pt x="580" y="11760"/>
                    </a:lnTo>
                    <a:cubicBezTo>
                      <a:pt x="1188" y="11760"/>
                      <a:pt x="1752" y="11267"/>
                      <a:pt x="1834" y="10663"/>
                    </a:cubicBezTo>
                    <a:lnTo>
                      <a:pt x="3120" y="1098"/>
                    </a:lnTo>
                    <a:cubicBezTo>
                      <a:pt x="3200" y="494"/>
                      <a:pt x="2769"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53"/>
              <p:cNvSpPr/>
              <p:nvPr/>
            </p:nvSpPr>
            <p:spPr>
              <a:xfrm>
                <a:off x="8106684" y="467496"/>
                <a:ext cx="156464" cy="122976"/>
              </a:xfrm>
              <a:custGeom>
                <a:avLst/>
                <a:gdLst/>
                <a:ahLst/>
                <a:cxnLst/>
                <a:rect l="l" t="t" r="r" b="b"/>
                <a:pathLst>
                  <a:path w="2794" h="2196" extrusionOk="0">
                    <a:moveTo>
                      <a:pt x="3" y="0"/>
                    </a:moveTo>
                    <a:cubicBezTo>
                      <a:pt x="2" y="0"/>
                      <a:pt x="1" y="0"/>
                      <a:pt x="1" y="0"/>
                    </a:cubicBezTo>
                    <a:lnTo>
                      <a:pt x="5" y="0"/>
                    </a:lnTo>
                    <a:cubicBezTo>
                      <a:pt x="5" y="0"/>
                      <a:pt x="4" y="0"/>
                      <a:pt x="3" y="0"/>
                    </a:cubicBezTo>
                    <a:close/>
                    <a:moveTo>
                      <a:pt x="5" y="0"/>
                    </a:moveTo>
                    <a:lnTo>
                      <a:pt x="5" y="0"/>
                    </a:lnTo>
                    <a:cubicBezTo>
                      <a:pt x="609" y="2"/>
                      <a:pt x="1106" y="495"/>
                      <a:pt x="1106" y="1098"/>
                    </a:cubicBezTo>
                    <a:cubicBezTo>
                      <a:pt x="1106" y="1702"/>
                      <a:pt x="1605" y="2195"/>
                      <a:pt x="2213" y="2195"/>
                    </a:cubicBezTo>
                    <a:lnTo>
                      <a:pt x="2794" y="2195"/>
                    </a:lnTo>
                    <a:cubicBezTo>
                      <a:pt x="2185" y="2195"/>
                      <a:pt x="1687" y="1702"/>
                      <a:pt x="1687" y="1098"/>
                    </a:cubicBezTo>
                    <a:cubicBezTo>
                      <a:pt x="1687" y="494"/>
                      <a:pt x="1188" y="0"/>
                      <a:pt x="58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53"/>
              <p:cNvSpPr/>
              <p:nvPr/>
            </p:nvSpPr>
            <p:spPr>
              <a:xfrm>
                <a:off x="7370564" y="228600"/>
                <a:ext cx="667296" cy="579544"/>
              </a:xfrm>
              <a:custGeom>
                <a:avLst/>
                <a:gdLst/>
                <a:ahLst/>
                <a:cxnLst/>
                <a:rect l="l" t="t" r="r" b="b"/>
                <a:pathLst>
                  <a:path w="11916" h="10349" extrusionOk="0">
                    <a:moveTo>
                      <a:pt x="5958" y="0"/>
                    </a:moveTo>
                    <a:cubicBezTo>
                      <a:pt x="5535" y="337"/>
                      <a:pt x="3949" y="1480"/>
                      <a:pt x="1957" y="1514"/>
                    </a:cubicBezTo>
                    <a:cubicBezTo>
                      <a:pt x="1957" y="1514"/>
                      <a:pt x="0" y="8160"/>
                      <a:pt x="5958" y="10348"/>
                    </a:cubicBezTo>
                    <a:cubicBezTo>
                      <a:pt x="11916" y="8160"/>
                      <a:pt x="9958" y="1514"/>
                      <a:pt x="9958" y="1514"/>
                    </a:cubicBezTo>
                    <a:cubicBezTo>
                      <a:pt x="7966" y="1482"/>
                      <a:pt x="6381" y="337"/>
                      <a:pt x="59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53"/>
              <p:cNvSpPr/>
              <p:nvPr/>
            </p:nvSpPr>
            <p:spPr>
              <a:xfrm>
                <a:off x="7581740" y="405056"/>
                <a:ext cx="258888" cy="203112"/>
              </a:xfrm>
              <a:custGeom>
                <a:avLst/>
                <a:gdLst/>
                <a:ahLst/>
                <a:cxnLst/>
                <a:rect l="l" t="t" r="r" b="b"/>
                <a:pathLst>
                  <a:path w="4623" h="3627" extrusionOk="0">
                    <a:moveTo>
                      <a:pt x="4111" y="1"/>
                    </a:moveTo>
                    <a:lnTo>
                      <a:pt x="1740" y="2717"/>
                    </a:lnTo>
                    <a:lnTo>
                      <a:pt x="395" y="1759"/>
                    </a:lnTo>
                    <a:lnTo>
                      <a:pt x="0" y="2310"/>
                    </a:lnTo>
                    <a:lnTo>
                      <a:pt x="1845" y="3627"/>
                    </a:lnTo>
                    <a:lnTo>
                      <a:pt x="4623" y="448"/>
                    </a:lnTo>
                    <a:lnTo>
                      <a:pt x="411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53"/>
              <p:cNvSpPr/>
              <p:nvPr/>
            </p:nvSpPr>
            <p:spPr>
              <a:xfrm>
                <a:off x="7615844" y="308512"/>
                <a:ext cx="422016" cy="499632"/>
              </a:xfrm>
              <a:custGeom>
                <a:avLst/>
                <a:gdLst/>
                <a:ahLst/>
                <a:cxnLst/>
                <a:rect l="l" t="t" r="r" b="b"/>
                <a:pathLst>
                  <a:path w="7536" h="8922" extrusionOk="0">
                    <a:moveTo>
                      <a:pt x="4694" y="0"/>
                    </a:moveTo>
                    <a:cubicBezTo>
                      <a:pt x="4798" y="2523"/>
                      <a:pt x="4170" y="6286"/>
                      <a:pt x="1" y="8130"/>
                    </a:cubicBezTo>
                    <a:cubicBezTo>
                      <a:pt x="453" y="8431"/>
                      <a:pt x="973" y="8700"/>
                      <a:pt x="1577" y="8921"/>
                    </a:cubicBezTo>
                    <a:cubicBezTo>
                      <a:pt x="7536" y="6733"/>
                      <a:pt x="5578" y="87"/>
                      <a:pt x="5578" y="87"/>
                    </a:cubicBezTo>
                    <a:cubicBezTo>
                      <a:pt x="5274" y="82"/>
                      <a:pt x="4977" y="50"/>
                      <a:pt x="46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53"/>
              <p:cNvSpPr/>
              <p:nvPr/>
            </p:nvSpPr>
            <p:spPr>
              <a:xfrm>
                <a:off x="7456852" y="1020832"/>
                <a:ext cx="632912" cy="135800"/>
              </a:xfrm>
              <a:custGeom>
                <a:avLst/>
                <a:gdLst/>
                <a:ahLst/>
                <a:cxnLst/>
                <a:rect l="l" t="t" r="r" b="b"/>
                <a:pathLst>
                  <a:path w="11302" h="2425" extrusionOk="0">
                    <a:moveTo>
                      <a:pt x="1632" y="0"/>
                    </a:moveTo>
                    <a:cubicBezTo>
                      <a:pt x="736" y="0"/>
                      <a:pt x="0" y="545"/>
                      <a:pt x="0" y="1212"/>
                    </a:cubicBezTo>
                    <a:cubicBezTo>
                      <a:pt x="0" y="1878"/>
                      <a:pt x="734" y="2424"/>
                      <a:pt x="1632" y="2424"/>
                    </a:cubicBezTo>
                    <a:lnTo>
                      <a:pt x="9671" y="2424"/>
                    </a:lnTo>
                    <a:cubicBezTo>
                      <a:pt x="10569" y="2424"/>
                      <a:pt x="11302" y="1878"/>
                      <a:pt x="11302" y="1212"/>
                    </a:cubicBezTo>
                    <a:cubicBezTo>
                      <a:pt x="11302" y="545"/>
                      <a:pt x="10569" y="0"/>
                      <a:pt x="96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53"/>
              <p:cNvSpPr/>
              <p:nvPr/>
            </p:nvSpPr>
            <p:spPr>
              <a:xfrm>
                <a:off x="7520357" y="1057176"/>
                <a:ext cx="68824" cy="70784"/>
              </a:xfrm>
              <a:custGeom>
                <a:avLst/>
                <a:gdLst/>
                <a:ahLst/>
                <a:cxnLst/>
                <a:rect l="l" t="t" r="r" b="b"/>
                <a:pathLst>
                  <a:path w="1229" h="1264" extrusionOk="0">
                    <a:moveTo>
                      <a:pt x="513" y="1"/>
                    </a:moveTo>
                    <a:lnTo>
                      <a:pt x="516" y="457"/>
                    </a:lnTo>
                    <a:lnTo>
                      <a:pt x="106" y="217"/>
                    </a:lnTo>
                    <a:lnTo>
                      <a:pt x="0" y="406"/>
                    </a:lnTo>
                    <a:lnTo>
                      <a:pt x="405" y="630"/>
                    </a:lnTo>
                    <a:lnTo>
                      <a:pt x="0" y="857"/>
                    </a:lnTo>
                    <a:lnTo>
                      <a:pt x="106" y="1044"/>
                    </a:lnTo>
                    <a:lnTo>
                      <a:pt x="516" y="803"/>
                    </a:lnTo>
                    <a:lnTo>
                      <a:pt x="513" y="1264"/>
                    </a:lnTo>
                    <a:lnTo>
                      <a:pt x="716" y="1264"/>
                    </a:lnTo>
                    <a:lnTo>
                      <a:pt x="712" y="803"/>
                    </a:lnTo>
                    <a:lnTo>
                      <a:pt x="1122" y="1044"/>
                    </a:lnTo>
                    <a:lnTo>
                      <a:pt x="1229" y="857"/>
                    </a:lnTo>
                    <a:lnTo>
                      <a:pt x="825" y="630"/>
                    </a:lnTo>
                    <a:lnTo>
                      <a:pt x="1229" y="406"/>
                    </a:lnTo>
                    <a:lnTo>
                      <a:pt x="1122" y="217"/>
                    </a:lnTo>
                    <a:lnTo>
                      <a:pt x="712" y="457"/>
                    </a:lnTo>
                    <a:lnTo>
                      <a:pt x="7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53"/>
              <p:cNvSpPr/>
              <p:nvPr/>
            </p:nvSpPr>
            <p:spPr>
              <a:xfrm>
                <a:off x="7633421" y="1057176"/>
                <a:ext cx="68768" cy="70784"/>
              </a:xfrm>
              <a:custGeom>
                <a:avLst/>
                <a:gdLst/>
                <a:ahLst/>
                <a:cxnLst/>
                <a:rect l="l" t="t" r="r" b="b"/>
                <a:pathLst>
                  <a:path w="1228" h="1264" extrusionOk="0">
                    <a:moveTo>
                      <a:pt x="513" y="1"/>
                    </a:moveTo>
                    <a:lnTo>
                      <a:pt x="517" y="457"/>
                    </a:lnTo>
                    <a:lnTo>
                      <a:pt x="107" y="217"/>
                    </a:lnTo>
                    <a:lnTo>
                      <a:pt x="0" y="406"/>
                    </a:lnTo>
                    <a:lnTo>
                      <a:pt x="406" y="630"/>
                    </a:lnTo>
                    <a:lnTo>
                      <a:pt x="0" y="857"/>
                    </a:lnTo>
                    <a:lnTo>
                      <a:pt x="107" y="1044"/>
                    </a:lnTo>
                    <a:lnTo>
                      <a:pt x="517" y="803"/>
                    </a:lnTo>
                    <a:lnTo>
                      <a:pt x="513" y="1264"/>
                    </a:lnTo>
                    <a:lnTo>
                      <a:pt x="716" y="1264"/>
                    </a:lnTo>
                    <a:lnTo>
                      <a:pt x="714" y="803"/>
                    </a:lnTo>
                    <a:lnTo>
                      <a:pt x="714" y="803"/>
                    </a:lnTo>
                    <a:lnTo>
                      <a:pt x="1121" y="1044"/>
                    </a:lnTo>
                    <a:lnTo>
                      <a:pt x="1228" y="857"/>
                    </a:lnTo>
                    <a:lnTo>
                      <a:pt x="824" y="630"/>
                    </a:lnTo>
                    <a:lnTo>
                      <a:pt x="1228" y="406"/>
                    </a:lnTo>
                    <a:lnTo>
                      <a:pt x="1121" y="217"/>
                    </a:lnTo>
                    <a:lnTo>
                      <a:pt x="714" y="457"/>
                    </a:lnTo>
                    <a:lnTo>
                      <a:pt x="7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53"/>
              <p:cNvSpPr/>
              <p:nvPr/>
            </p:nvSpPr>
            <p:spPr>
              <a:xfrm>
                <a:off x="7746597" y="1057176"/>
                <a:ext cx="68656" cy="70784"/>
              </a:xfrm>
              <a:custGeom>
                <a:avLst/>
                <a:gdLst/>
                <a:ahLst/>
                <a:cxnLst/>
                <a:rect l="l" t="t" r="r" b="b"/>
                <a:pathLst>
                  <a:path w="1226" h="1264" extrusionOk="0">
                    <a:moveTo>
                      <a:pt x="513" y="1"/>
                    </a:moveTo>
                    <a:lnTo>
                      <a:pt x="516" y="457"/>
                    </a:lnTo>
                    <a:lnTo>
                      <a:pt x="106" y="217"/>
                    </a:lnTo>
                    <a:lnTo>
                      <a:pt x="1" y="406"/>
                    </a:lnTo>
                    <a:lnTo>
                      <a:pt x="407" y="630"/>
                    </a:lnTo>
                    <a:lnTo>
                      <a:pt x="1" y="857"/>
                    </a:lnTo>
                    <a:lnTo>
                      <a:pt x="106" y="1044"/>
                    </a:lnTo>
                    <a:lnTo>
                      <a:pt x="516" y="803"/>
                    </a:lnTo>
                    <a:lnTo>
                      <a:pt x="513" y="1264"/>
                    </a:lnTo>
                    <a:lnTo>
                      <a:pt x="715" y="1264"/>
                    </a:lnTo>
                    <a:lnTo>
                      <a:pt x="712" y="803"/>
                    </a:lnTo>
                    <a:lnTo>
                      <a:pt x="712" y="803"/>
                    </a:lnTo>
                    <a:lnTo>
                      <a:pt x="1121" y="1044"/>
                    </a:lnTo>
                    <a:lnTo>
                      <a:pt x="1226" y="857"/>
                    </a:lnTo>
                    <a:lnTo>
                      <a:pt x="822" y="630"/>
                    </a:lnTo>
                    <a:lnTo>
                      <a:pt x="1226" y="406"/>
                    </a:lnTo>
                    <a:lnTo>
                      <a:pt x="1121" y="217"/>
                    </a:lnTo>
                    <a:lnTo>
                      <a:pt x="712" y="457"/>
                    </a:lnTo>
                    <a:lnTo>
                      <a:pt x="71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53"/>
              <p:cNvSpPr/>
              <p:nvPr/>
            </p:nvSpPr>
            <p:spPr>
              <a:xfrm>
                <a:off x="7859436" y="1057176"/>
                <a:ext cx="68824" cy="70784"/>
              </a:xfrm>
              <a:custGeom>
                <a:avLst/>
                <a:gdLst/>
                <a:ahLst/>
                <a:cxnLst/>
                <a:rect l="l" t="t" r="r" b="b"/>
                <a:pathLst>
                  <a:path w="1229" h="1264" extrusionOk="0">
                    <a:moveTo>
                      <a:pt x="512" y="1"/>
                    </a:moveTo>
                    <a:lnTo>
                      <a:pt x="516" y="457"/>
                    </a:lnTo>
                    <a:lnTo>
                      <a:pt x="516" y="457"/>
                    </a:lnTo>
                    <a:lnTo>
                      <a:pt x="106" y="217"/>
                    </a:lnTo>
                    <a:lnTo>
                      <a:pt x="0" y="406"/>
                    </a:lnTo>
                    <a:lnTo>
                      <a:pt x="407" y="630"/>
                    </a:lnTo>
                    <a:lnTo>
                      <a:pt x="0" y="857"/>
                    </a:lnTo>
                    <a:lnTo>
                      <a:pt x="106" y="1044"/>
                    </a:lnTo>
                    <a:lnTo>
                      <a:pt x="516" y="803"/>
                    </a:lnTo>
                    <a:lnTo>
                      <a:pt x="512" y="1264"/>
                    </a:lnTo>
                    <a:lnTo>
                      <a:pt x="716" y="1264"/>
                    </a:lnTo>
                    <a:lnTo>
                      <a:pt x="714" y="803"/>
                    </a:lnTo>
                    <a:lnTo>
                      <a:pt x="1124" y="1044"/>
                    </a:lnTo>
                    <a:lnTo>
                      <a:pt x="1229" y="857"/>
                    </a:lnTo>
                    <a:lnTo>
                      <a:pt x="825" y="630"/>
                    </a:lnTo>
                    <a:lnTo>
                      <a:pt x="1229" y="406"/>
                    </a:lnTo>
                    <a:lnTo>
                      <a:pt x="1124" y="217"/>
                    </a:lnTo>
                    <a:lnTo>
                      <a:pt x="714" y="457"/>
                    </a:lnTo>
                    <a:lnTo>
                      <a:pt x="7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53"/>
              <p:cNvSpPr/>
              <p:nvPr/>
            </p:nvSpPr>
            <p:spPr>
              <a:xfrm>
                <a:off x="7972501" y="1057176"/>
                <a:ext cx="68824" cy="70784"/>
              </a:xfrm>
              <a:custGeom>
                <a:avLst/>
                <a:gdLst/>
                <a:ahLst/>
                <a:cxnLst/>
                <a:rect l="l" t="t" r="r" b="b"/>
                <a:pathLst>
                  <a:path w="1229" h="1264" extrusionOk="0">
                    <a:moveTo>
                      <a:pt x="513" y="1"/>
                    </a:moveTo>
                    <a:lnTo>
                      <a:pt x="517" y="457"/>
                    </a:lnTo>
                    <a:lnTo>
                      <a:pt x="517" y="457"/>
                    </a:lnTo>
                    <a:lnTo>
                      <a:pt x="107" y="217"/>
                    </a:lnTo>
                    <a:lnTo>
                      <a:pt x="0" y="406"/>
                    </a:lnTo>
                    <a:lnTo>
                      <a:pt x="406" y="630"/>
                    </a:lnTo>
                    <a:lnTo>
                      <a:pt x="0" y="857"/>
                    </a:lnTo>
                    <a:lnTo>
                      <a:pt x="107" y="1044"/>
                    </a:lnTo>
                    <a:lnTo>
                      <a:pt x="517" y="803"/>
                    </a:lnTo>
                    <a:lnTo>
                      <a:pt x="513" y="1264"/>
                    </a:lnTo>
                    <a:lnTo>
                      <a:pt x="716" y="1264"/>
                    </a:lnTo>
                    <a:lnTo>
                      <a:pt x="714" y="803"/>
                    </a:lnTo>
                    <a:lnTo>
                      <a:pt x="1124" y="1044"/>
                    </a:lnTo>
                    <a:lnTo>
                      <a:pt x="1229" y="857"/>
                    </a:lnTo>
                    <a:lnTo>
                      <a:pt x="825" y="630"/>
                    </a:lnTo>
                    <a:lnTo>
                      <a:pt x="1229" y="406"/>
                    </a:lnTo>
                    <a:lnTo>
                      <a:pt x="1124" y="217"/>
                    </a:lnTo>
                    <a:lnTo>
                      <a:pt x="714" y="457"/>
                    </a:lnTo>
                    <a:lnTo>
                      <a:pt x="7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89" name="Google Shape;1389;p53"/>
            <p:cNvSpPr/>
            <p:nvPr/>
          </p:nvSpPr>
          <p:spPr>
            <a:xfrm flipH="1">
              <a:off x="7133528" y="228600"/>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53"/>
            <p:cNvSpPr/>
            <p:nvPr/>
          </p:nvSpPr>
          <p:spPr>
            <a:xfrm flipH="1">
              <a:off x="8497777" y="1436248"/>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53"/>
            <p:cNvSpPr/>
            <p:nvPr/>
          </p:nvSpPr>
          <p:spPr>
            <a:xfrm flipH="1">
              <a:off x="8879600" y="1248875"/>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95"/>
        <p:cNvGrpSpPr/>
        <p:nvPr/>
      </p:nvGrpSpPr>
      <p:grpSpPr>
        <a:xfrm>
          <a:off x="0" y="0"/>
          <a:ext cx="0" cy="0"/>
          <a:chOff x="0" y="0"/>
          <a:chExt cx="0" cy="0"/>
        </a:xfrm>
      </p:grpSpPr>
      <p:sp>
        <p:nvSpPr>
          <p:cNvPr id="1396" name="Google Shape;1396;p54"/>
          <p:cNvSpPr txBox="1">
            <a:spLocks noGrp="1"/>
          </p:cNvSpPr>
          <p:nvPr>
            <p:ph type="title"/>
          </p:nvPr>
        </p:nvSpPr>
        <p:spPr>
          <a:xfrm>
            <a:off x="720000" y="540000"/>
            <a:ext cx="7704000" cy="676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ENROLLMENT PROCESS</a:t>
            </a:r>
            <a:endParaRPr/>
          </a:p>
        </p:txBody>
      </p:sp>
      <p:sp>
        <p:nvSpPr>
          <p:cNvPr id="1397" name="Google Shape;1397;p54"/>
          <p:cNvSpPr/>
          <p:nvPr/>
        </p:nvSpPr>
        <p:spPr>
          <a:xfrm>
            <a:off x="4724400" y="1409650"/>
            <a:ext cx="864000" cy="8640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98" name="Google Shape;1398;p54"/>
          <p:cNvSpPr/>
          <p:nvPr/>
        </p:nvSpPr>
        <p:spPr>
          <a:xfrm>
            <a:off x="4724400" y="3739500"/>
            <a:ext cx="864000" cy="8640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99" name="Google Shape;1399;p54"/>
          <p:cNvSpPr/>
          <p:nvPr/>
        </p:nvSpPr>
        <p:spPr>
          <a:xfrm>
            <a:off x="3555600" y="2579225"/>
            <a:ext cx="864000" cy="864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cxnSp>
        <p:nvCxnSpPr>
          <p:cNvPr id="1400" name="Google Shape;1400;p54"/>
          <p:cNvCxnSpPr>
            <a:stCxn id="1397" idx="2"/>
            <a:endCxn id="1399" idx="0"/>
          </p:cNvCxnSpPr>
          <p:nvPr/>
        </p:nvCxnSpPr>
        <p:spPr>
          <a:xfrm flipH="1">
            <a:off x="3987600" y="1841650"/>
            <a:ext cx="736800" cy="737700"/>
          </a:xfrm>
          <a:prstGeom prst="curvedConnector2">
            <a:avLst/>
          </a:prstGeom>
          <a:noFill/>
          <a:ln w="19050" cap="flat" cmpd="sng">
            <a:solidFill>
              <a:schemeClr val="lt2"/>
            </a:solidFill>
            <a:prstDash val="solid"/>
            <a:round/>
            <a:headEnd type="none" w="med" len="med"/>
            <a:tailEnd type="none" w="med" len="med"/>
          </a:ln>
        </p:spPr>
      </p:cxnSp>
      <p:cxnSp>
        <p:nvCxnSpPr>
          <p:cNvPr id="1401" name="Google Shape;1401;p54"/>
          <p:cNvCxnSpPr>
            <a:stCxn id="1399" idx="6"/>
            <a:endCxn id="1398" idx="0"/>
          </p:cNvCxnSpPr>
          <p:nvPr/>
        </p:nvCxnSpPr>
        <p:spPr>
          <a:xfrm>
            <a:off x="4419600" y="3011525"/>
            <a:ext cx="736800" cy="728100"/>
          </a:xfrm>
          <a:prstGeom prst="curvedConnector2">
            <a:avLst/>
          </a:prstGeom>
          <a:noFill/>
          <a:ln w="19050" cap="flat" cmpd="sng">
            <a:solidFill>
              <a:schemeClr val="lt2"/>
            </a:solidFill>
            <a:prstDash val="solid"/>
            <a:round/>
            <a:headEnd type="none" w="med" len="med"/>
            <a:tailEnd type="none" w="med" len="med"/>
          </a:ln>
        </p:spPr>
      </p:cxnSp>
      <p:sp>
        <p:nvSpPr>
          <p:cNvPr id="1402" name="Google Shape;1402;p54"/>
          <p:cNvSpPr txBox="1"/>
          <p:nvPr/>
        </p:nvSpPr>
        <p:spPr>
          <a:xfrm>
            <a:off x="5664600" y="1273725"/>
            <a:ext cx="2246400" cy="554100"/>
          </a:xfrm>
          <a:prstGeom prst="rect">
            <a:avLst/>
          </a:prstGeom>
          <a:noFill/>
          <a:ln>
            <a:noFill/>
          </a:ln>
        </p:spPr>
        <p:txBody>
          <a:bodyPr spcFirstLastPara="1" wrap="square" lIns="90000" tIns="91425" rIns="90000" bIns="91425" anchor="b" anchorCtr="0">
            <a:noAutofit/>
          </a:bodyPr>
          <a:lstStyle/>
          <a:p>
            <a:pPr marL="0" lvl="0" indent="0" algn="l" rtl="0">
              <a:spcBef>
                <a:spcPts val="0"/>
              </a:spcBef>
              <a:spcAft>
                <a:spcPts val="0"/>
              </a:spcAft>
              <a:buNone/>
            </a:pPr>
            <a:r>
              <a:rPr lang="en" sz="2400">
                <a:solidFill>
                  <a:schemeClr val="lt1"/>
                </a:solidFill>
                <a:latin typeface="Montserrat Black"/>
                <a:ea typeface="Montserrat Black"/>
                <a:cs typeface="Montserrat Black"/>
                <a:sym typeface="Montserrat Black"/>
              </a:rPr>
              <a:t>STEP 1</a:t>
            </a:r>
            <a:endParaRPr sz="2400">
              <a:solidFill>
                <a:schemeClr val="lt1"/>
              </a:solidFill>
              <a:latin typeface="Montserrat Black"/>
              <a:ea typeface="Montserrat Black"/>
              <a:cs typeface="Montserrat Black"/>
              <a:sym typeface="Montserrat Black"/>
            </a:endParaRPr>
          </a:p>
        </p:txBody>
      </p:sp>
      <p:sp>
        <p:nvSpPr>
          <p:cNvPr id="1403" name="Google Shape;1403;p54"/>
          <p:cNvSpPr txBox="1"/>
          <p:nvPr/>
        </p:nvSpPr>
        <p:spPr>
          <a:xfrm>
            <a:off x="5664600" y="1751625"/>
            <a:ext cx="2246400" cy="504000"/>
          </a:xfrm>
          <a:prstGeom prst="rect">
            <a:avLst/>
          </a:prstGeom>
          <a:noFill/>
          <a:ln>
            <a:noFill/>
          </a:ln>
        </p:spPr>
        <p:txBody>
          <a:bodyPr spcFirstLastPara="1" wrap="square" lIns="90000" tIns="91425" rIns="90000" bIns="91425" anchor="t" anchorCtr="0">
            <a:noAutofit/>
          </a:bodyPr>
          <a:lstStyle/>
          <a:p>
            <a:pPr marL="0" lvl="0" indent="0" algn="l" rtl="0">
              <a:spcBef>
                <a:spcPts val="0"/>
              </a:spcBef>
              <a:spcAft>
                <a:spcPts val="0"/>
              </a:spcAft>
              <a:buNone/>
            </a:pPr>
            <a:r>
              <a:rPr lang="en">
                <a:solidFill>
                  <a:schemeClr val="dk1"/>
                </a:solidFill>
                <a:latin typeface="Montserrat Medium"/>
                <a:ea typeface="Montserrat Medium"/>
                <a:cs typeface="Montserrat Medium"/>
                <a:sym typeface="Montserrat Medium"/>
              </a:rPr>
              <a:t>Saturn is a gas giant and has several rings</a:t>
            </a:r>
            <a:endParaRPr>
              <a:solidFill>
                <a:schemeClr val="dk1"/>
              </a:solidFill>
              <a:latin typeface="Montserrat Medium"/>
              <a:ea typeface="Montserrat Medium"/>
              <a:cs typeface="Montserrat Medium"/>
              <a:sym typeface="Montserrat Medium"/>
            </a:endParaRPr>
          </a:p>
        </p:txBody>
      </p:sp>
      <p:sp>
        <p:nvSpPr>
          <p:cNvPr id="1404" name="Google Shape;1404;p54"/>
          <p:cNvSpPr txBox="1"/>
          <p:nvPr/>
        </p:nvSpPr>
        <p:spPr>
          <a:xfrm>
            <a:off x="5664600" y="3608825"/>
            <a:ext cx="2246400" cy="554100"/>
          </a:xfrm>
          <a:prstGeom prst="rect">
            <a:avLst/>
          </a:prstGeom>
          <a:noFill/>
          <a:ln>
            <a:noFill/>
          </a:ln>
        </p:spPr>
        <p:txBody>
          <a:bodyPr spcFirstLastPara="1" wrap="square" lIns="90000" tIns="91425" rIns="90000" bIns="91425" anchor="b" anchorCtr="0">
            <a:noAutofit/>
          </a:bodyPr>
          <a:lstStyle/>
          <a:p>
            <a:pPr marL="0" lvl="0" indent="0" algn="l" rtl="0">
              <a:spcBef>
                <a:spcPts val="0"/>
              </a:spcBef>
              <a:spcAft>
                <a:spcPts val="0"/>
              </a:spcAft>
              <a:buNone/>
            </a:pPr>
            <a:r>
              <a:rPr lang="en" sz="2400">
                <a:solidFill>
                  <a:schemeClr val="lt1"/>
                </a:solidFill>
                <a:latin typeface="Montserrat Black"/>
                <a:ea typeface="Montserrat Black"/>
                <a:cs typeface="Montserrat Black"/>
                <a:sym typeface="Montserrat Black"/>
              </a:rPr>
              <a:t>STEP 3</a:t>
            </a:r>
            <a:endParaRPr sz="2400">
              <a:solidFill>
                <a:schemeClr val="lt1"/>
              </a:solidFill>
              <a:latin typeface="Montserrat Black"/>
              <a:ea typeface="Montserrat Black"/>
              <a:cs typeface="Montserrat Black"/>
              <a:sym typeface="Montserrat Black"/>
            </a:endParaRPr>
          </a:p>
        </p:txBody>
      </p:sp>
      <p:sp>
        <p:nvSpPr>
          <p:cNvPr id="1405" name="Google Shape;1405;p54"/>
          <p:cNvSpPr txBox="1"/>
          <p:nvPr/>
        </p:nvSpPr>
        <p:spPr>
          <a:xfrm>
            <a:off x="5664600" y="4086725"/>
            <a:ext cx="2246400" cy="504000"/>
          </a:xfrm>
          <a:prstGeom prst="rect">
            <a:avLst/>
          </a:prstGeom>
          <a:noFill/>
          <a:ln>
            <a:noFill/>
          </a:ln>
        </p:spPr>
        <p:txBody>
          <a:bodyPr spcFirstLastPara="1" wrap="square" lIns="90000" tIns="91425" rIns="90000" bIns="91425" anchor="t" anchorCtr="0">
            <a:noAutofit/>
          </a:bodyPr>
          <a:lstStyle/>
          <a:p>
            <a:pPr marL="0" lvl="0" indent="0" algn="l" rtl="0">
              <a:spcBef>
                <a:spcPts val="0"/>
              </a:spcBef>
              <a:spcAft>
                <a:spcPts val="0"/>
              </a:spcAft>
              <a:buNone/>
            </a:pPr>
            <a:r>
              <a:rPr lang="en">
                <a:solidFill>
                  <a:schemeClr val="dk1"/>
                </a:solidFill>
                <a:latin typeface="Montserrat Medium"/>
                <a:ea typeface="Montserrat Medium"/>
                <a:cs typeface="Montserrat Medium"/>
                <a:sym typeface="Montserrat Medium"/>
              </a:rPr>
              <a:t>Jupiter is the biggest planet of them all</a:t>
            </a:r>
            <a:endParaRPr>
              <a:solidFill>
                <a:schemeClr val="dk1"/>
              </a:solidFill>
              <a:latin typeface="Montserrat Medium"/>
              <a:ea typeface="Montserrat Medium"/>
              <a:cs typeface="Montserrat Medium"/>
              <a:sym typeface="Montserrat Medium"/>
            </a:endParaRPr>
          </a:p>
        </p:txBody>
      </p:sp>
      <p:sp>
        <p:nvSpPr>
          <p:cNvPr id="1406" name="Google Shape;1406;p54"/>
          <p:cNvSpPr txBox="1"/>
          <p:nvPr/>
        </p:nvSpPr>
        <p:spPr>
          <a:xfrm>
            <a:off x="1233000" y="2441550"/>
            <a:ext cx="2246400" cy="554100"/>
          </a:xfrm>
          <a:prstGeom prst="rect">
            <a:avLst/>
          </a:prstGeom>
          <a:noFill/>
          <a:ln>
            <a:noFill/>
          </a:ln>
        </p:spPr>
        <p:txBody>
          <a:bodyPr spcFirstLastPara="1" wrap="square" lIns="90000" tIns="91425" rIns="90000" bIns="91425" anchor="b" anchorCtr="0">
            <a:noAutofit/>
          </a:bodyPr>
          <a:lstStyle/>
          <a:p>
            <a:pPr marL="0" lvl="0" indent="0" algn="r" rtl="0">
              <a:spcBef>
                <a:spcPts val="0"/>
              </a:spcBef>
              <a:spcAft>
                <a:spcPts val="0"/>
              </a:spcAft>
              <a:buNone/>
            </a:pPr>
            <a:r>
              <a:rPr lang="en" sz="2400">
                <a:solidFill>
                  <a:schemeClr val="lt1"/>
                </a:solidFill>
                <a:latin typeface="Montserrat Black"/>
                <a:ea typeface="Montserrat Black"/>
                <a:cs typeface="Montserrat Black"/>
                <a:sym typeface="Montserrat Black"/>
              </a:rPr>
              <a:t>STEP 2</a:t>
            </a:r>
            <a:endParaRPr sz="2400">
              <a:solidFill>
                <a:schemeClr val="lt1"/>
              </a:solidFill>
              <a:latin typeface="Montserrat Black"/>
              <a:ea typeface="Montserrat Black"/>
              <a:cs typeface="Montserrat Black"/>
              <a:sym typeface="Montserrat Black"/>
            </a:endParaRPr>
          </a:p>
        </p:txBody>
      </p:sp>
      <p:sp>
        <p:nvSpPr>
          <p:cNvPr id="1407" name="Google Shape;1407;p54"/>
          <p:cNvSpPr txBox="1"/>
          <p:nvPr/>
        </p:nvSpPr>
        <p:spPr>
          <a:xfrm>
            <a:off x="1233000" y="2919450"/>
            <a:ext cx="2246400" cy="504000"/>
          </a:xfrm>
          <a:prstGeom prst="rect">
            <a:avLst/>
          </a:prstGeom>
          <a:noFill/>
          <a:ln>
            <a:noFill/>
          </a:ln>
        </p:spPr>
        <p:txBody>
          <a:bodyPr spcFirstLastPara="1" wrap="square" lIns="90000" tIns="91425" rIns="90000" bIns="91425" anchor="t" anchorCtr="0">
            <a:noAutofit/>
          </a:bodyPr>
          <a:lstStyle/>
          <a:p>
            <a:pPr marL="0" lvl="0" indent="0" algn="r" rtl="0">
              <a:spcBef>
                <a:spcPts val="0"/>
              </a:spcBef>
              <a:spcAft>
                <a:spcPts val="0"/>
              </a:spcAft>
              <a:buNone/>
            </a:pPr>
            <a:r>
              <a:rPr lang="en">
                <a:solidFill>
                  <a:schemeClr val="dk1"/>
                </a:solidFill>
                <a:latin typeface="Montserrat Medium"/>
                <a:ea typeface="Montserrat Medium"/>
                <a:cs typeface="Montserrat Medium"/>
                <a:sym typeface="Montserrat Medium"/>
              </a:rPr>
              <a:t>Venus is the second planet from the Sun</a:t>
            </a:r>
            <a:endParaRPr>
              <a:solidFill>
                <a:schemeClr val="dk1"/>
              </a:solidFill>
              <a:latin typeface="Montserrat Medium"/>
              <a:ea typeface="Montserrat Medium"/>
              <a:cs typeface="Montserrat Medium"/>
              <a:sym typeface="Montserrat Medium"/>
            </a:endParaRPr>
          </a:p>
        </p:txBody>
      </p:sp>
      <p:grpSp>
        <p:nvGrpSpPr>
          <p:cNvPr id="1408" name="Google Shape;1408;p54"/>
          <p:cNvGrpSpPr/>
          <p:nvPr/>
        </p:nvGrpSpPr>
        <p:grpSpPr>
          <a:xfrm>
            <a:off x="4909802" y="1595052"/>
            <a:ext cx="493196" cy="493196"/>
            <a:chOff x="900750" y="1436075"/>
            <a:chExt cx="481825" cy="481825"/>
          </a:xfrm>
        </p:grpSpPr>
        <p:sp>
          <p:nvSpPr>
            <p:cNvPr id="1409" name="Google Shape;1409;p54"/>
            <p:cNvSpPr/>
            <p:nvPr/>
          </p:nvSpPr>
          <p:spPr>
            <a:xfrm>
              <a:off x="900750" y="1627500"/>
              <a:ext cx="481825" cy="290400"/>
            </a:xfrm>
            <a:custGeom>
              <a:avLst/>
              <a:gdLst/>
              <a:ahLst/>
              <a:cxnLst/>
              <a:rect l="l" t="t" r="r" b="b"/>
              <a:pathLst>
                <a:path w="19273" h="11616" extrusionOk="0">
                  <a:moveTo>
                    <a:pt x="0" y="1"/>
                  </a:moveTo>
                  <a:lnTo>
                    <a:pt x="0" y="9920"/>
                  </a:lnTo>
                  <a:cubicBezTo>
                    <a:pt x="0" y="10856"/>
                    <a:pt x="759" y="11612"/>
                    <a:pt x="1696" y="11615"/>
                  </a:cubicBezTo>
                  <a:lnTo>
                    <a:pt x="17580" y="11615"/>
                  </a:lnTo>
                  <a:cubicBezTo>
                    <a:pt x="18513" y="11612"/>
                    <a:pt x="19272" y="10856"/>
                    <a:pt x="19272" y="9920"/>
                  </a:cubicBezTo>
                  <a:lnTo>
                    <a:pt x="19272" y="1"/>
                  </a:lnTo>
                  <a:lnTo>
                    <a:pt x="9977" y="6948"/>
                  </a:lnTo>
                  <a:cubicBezTo>
                    <a:pt x="9877" y="7020"/>
                    <a:pt x="9760" y="7059"/>
                    <a:pt x="9636" y="7059"/>
                  </a:cubicBezTo>
                  <a:cubicBezTo>
                    <a:pt x="9513" y="7059"/>
                    <a:pt x="9395" y="7020"/>
                    <a:pt x="9299" y="6948"/>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10" name="Google Shape;1410;p54"/>
            <p:cNvSpPr/>
            <p:nvPr/>
          </p:nvSpPr>
          <p:spPr>
            <a:xfrm>
              <a:off x="1296950" y="1549900"/>
              <a:ext cx="71550" cy="105850"/>
            </a:xfrm>
            <a:custGeom>
              <a:avLst/>
              <a:gdLst/>
              <a:ahLst/>
              <a:cxnLst/>
              <a:rect l="l" t="t" r="r" b="b"/>
              <a:pathLst>
                <a:path w="2862" h="4234" extrusionOk="0">
                  <a:moveTo>
                    <a:pt x="0" y="0"/>
                  </a:moveTo>
                  <a:lnTo>
                    <a:pt x="0" y="4234"/>
                  </a:lnTo>
                  <a:lnTo>
                    <a:pt x="2861" y="2117"/>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11" name="Google Shape;1411;p54"/>
            <p:cNvSpPr/>
            <p:nvPr/>
          </p:nvSpPr>
          <p:spPr>
            <a:xfrm>
              <a:off x="914900" y="1549900"/>
              <a:ext cx="71550" cy="105850"/>
            </a:xfrm>
            <a:custGeom>
              <a:avLst/>
              <a:gdLst/>
              <a:ahLst/>
              <a:cxnLst/>
              <a:rect l="l" t="t" r="r" b="b"/>
              <a:pathLst>
                <a:path w="2862" h="4234" extrusionOk="0">
                  <a:moveTo>
                    <a:pt x="2861" y="0"/>
                  </a:moveTo>
                  <a:lnTo>
                    <a:pt x="0" y="2117"/>
                  </a:lnTo>
                  <a:lnTo>
                    <a:pt x="2861" y="4234"/>
                  </a:lnTo>
                  <a:lnTo>
                    <a:pt x="286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12" name="Google Shape;1412;p54"/>
            <p:cNvSpPr/>
            <p:nvPr/>
          </p:nvSpPr>
          <p:spPr>
            <a:xfrm>
              <a:off x="1014650" y="1436075"/>
              <a:ext cx="254100" cy="336150"/>
            </a:xfrm>
            <a:custGeom>
              <a:avLst/>
              <a:gdLst/>
              <a:ahLst/>
              <a:cxnLst/>
              <a:rect l="l" t="t" r="r" b="b"/>
              <a:pathLst>
                <a:path w="10164" h="13446" extrusionOk="0">
                  <a:moveTo>
                    <a:pt x="8468" y="3424"/>
                  </a:moveTo>
                  <a:cubicBezTo>
                    <a:pt x="8781" y="3424"/>
                    <a:pt x="9031" y="3677"/>
                    <a:pt x="9031" y="3990"/>
                  </a:cubicBezTo>
                  <a:cubicBezTo>
                    <a:pt x="9031" y="4300"/>
                    <a:pt x="8781" y="4553"/>
                    <a:pt x="8468" y="4553"/>
                  </a:cubicBezTo>
                  <a:lnTo>
                    <a:pt x="1693" y="4553"/>
                  </a:lnTo>
                  <a:cubicBezTo>
                    <a:pt x="1379" y="4553"/>
                    <a:pt x="1130" y="4300"/>
                    <a:pt x="1130" y="3990"/>
                  </a:cubicBezTo>
                  <a:cubicBezTo>
                    <a:pt x="1130" y="3677"/>
                    <a:pt x="1379" y="3424"/>
                    <a:pt x="1693" y="3424"/>
                  </a:cubicBezTo>
                  <a:close/>
                  <a:moveTo>
                    <a:pt x="8468" y="5682"/>
                  </a:moveTo>
                  <a:cubicBezTo>
                    <a:pt x="8781" y="5682"/>
                    <a:pt x="9031" y="5935"/>
                    <a:pt x="9031" y="6248"/>
                  </a:cubicBezTo>
                  <a:cubicBezTo>
                    <a:pt x="9031" y="6559"/>
                    <a:pt x="8781" y="6812"/>
                    <a:pt x="8468" y="6812"/>
                  </a:cubicBezTo>
                  <a:lnTo>
                    <a:pt x="1693" y="6812"/>
                  </a:lnTo>
                  <a:cubicBezTo>
                    <a:pt x="1379" y="6812"/>
                    <a:pt x="1130" y="6559"/>
                    <a:pt x="1130" y="6248"/>
                  </a:cubicBezTo>
                  <a:cubicBezTo>
                    <a:pt x="1130" y="5935"/>
                    <a:pt x="1379" y="5682"/>
                    <a:pt x="1693" y="5682"/>
                  </a:cubicBezTo>
                  <a:close/>
                  <a:moveTo>
                    <a:pt x="5080" y="7941"/>
                  </a:moveTo>
                  <a:cubicBezTo>
                    <a:pt x="5393" y="7941"/>
                    <a:pt x="5643" y="8194"/>
                    <a:pt x="5643" y="8507"/>
                  </a:cubicBezTo>
                  <a:cubicBezTo>
                    <a:pt x="5643" y="8817"/>
                    <a:pt x="5393" y="9070"/>
                    <a:pt x="5080" y="9070"/>
                  </a:cubicBezTo>
                  <a:lnTo>
                    <a:pt x="1693" y="9070"/>
                  </a:lnTo>
                  <a:cubicBezTo>
                    <a:pt x="1379" y="9070"/>
                    <a:pt x="1130" y="8817"/>
                    <a:pt x="1130" y="8507"/>
                  </a:cubicBezTo>
                  <a:cubicBezTo>
                    <a:pt x="1130" y="8194"/>
                    <a:pt x="1379" y="7941"/>
                    <a:pt x="1693" y="7941"/>
                  </a:cubicBezTo>
                  <a:close/>
                  <a:moveTo>
                    <a:pt x="563" y="0"/>
                  </a:moveTo>
                  <a:cubicBezTo>
                    <a:pt x="250" y="0"/>
                    <a:pt x="0" y="250"/>
                    <a:pt x="0" y="563"/>
                  </a:cubicBezTo>
                  <a:lnTo>
                    <a:pt x="0" y="9636"/>
                  </a:lnTo>
                  <a:lnTo>
                    <a:pt x="5080" y="13445"/>
                  </a:lnTo>
                  <a:lnTo>
                    <a:pt x="10163" y="9636"/>
                  </a:lnTo>
                  <a:lnTo>
                    <a:pt x="10163" y="563"/>
                  </a:lnTo>
                  <a:cubicBezTo>
                    <a:pt x="10163" y="250"/>
                    <a:pt x="9910" y="0"/>
                    <a:pt x="95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413" name="Google Shape;1413;p54"/>
          <p:cNvGrpSpPr/>
          <p:nvPr/>
        </p:nvGrpSpPr>
        <p:grpSpPr>
          <a:xfrm>
            <a:off x="4909810" y="3926792"/>
            <a:ext cx="493181" cy="489415"/>
            <a:chOff x="898875" y="4399275"/>
            <a:chExt cx="483700" cy="481850"/>
          </a:xfrm>
        </p:grpSpPr>
        <p:sp>
          <p:nvSpPr>
            <p:cNvPr id="1414" name="Google Shape;1414;p54"/>
            <p:cNvSpPr/>
            <p:nvPr/>
          </p:nvSpPr>
          <p:spPr>
            <a:xfrm>
              <a:off x="992750" y="4642900"/>
              <a:ext cx="145300" cy="144100"/>
            </a:xfrm>
            <a:custGeom>
              <a:avLst/>
              <a:gdLst/>
              <a:ahLst/>
              <a:cxnLst/>
              <a:rect l="l" t="t" r="r" b="b"/>
              <a:pathLst>
                <a:path w="5812" h="5764" extrusionOk="0">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15" name="Google Shape;1415;p54"/>
            <p:cNvSpPr/>
            <p:nvPr/>
          </p:nvSpPr>
          <p:spPr>
            <a:xfrm>
              <a:off x="1138025" y="4763350"/>
              <a:ext cx="25" cy="25"/>
            </a:xfrm>
            <a:custGeom>
              <a:avLst/>
              <a:gdLst/>
              <a:ahLst/>
              <a:cxnLst/>
              <a:rect l="l" t="t" r="r" b="b"/>
              <a:pathLst>
                <a:path w="1" h="1" extrusionOk="0">
                  <a:moveTo>
                    <a:pt x="1" y="0"/>
                  </a:move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16" name="Google Shape;1416;p54"/>
            <p:cNvSpPr/>
            <p:nvPr/>
          </p:nvSpPr>
          <p:spPr>
            <a:xfrm>
              <a:off x="1269550" y="4399275"/>
              <a:ext cx="113025" cy="112125"/>
            </a:xfrm>
            <a:custGeom>
              <a:avLst/>
              <a:gdLst/>
              <a:ahLst/>
              <a:cxnLst/>
              <a:rect l="l" t="t" r="r" b="b"/>
              <a:pathLst>
                <a:path w="4521" h="4485" extrusionOk="0">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17" name="Google Shape;1417;p54"/>
            <p:cNvSpPr/>
            <p:nvPr/>
          </p:nvSpPr>
          <p:spPr>
            <a:xfrm>
              <a:off x="1161975" y="4531175"/>
              <a:ext cx="91400" cy="84350"/>
            </a:xfrm>
            <a:custGeom>
              <a:avLst/>
              <a:gdLst/>
              <a:ahLst/>
              <a:cxnLst/>
              <a:rect l="l" t="t" r="r" b="b"/>
              <a:pathLst>
                <a:path w="3656" h="3374" extrusionOk="0">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18" name="Google Shape;1418;p54"/>
            <p:cNvSpPr/>
            <p:nvPr/>
          </p:nvSpPr>
          <p:spPr>
            <a:xfrm>
              <a:off x="1031050" y="4411100"/>
              <a:ext cx="338650" cy="338725"/>
            </a:xfrm>
            <a:custGeom>
              <a:avLst/>
              <a:gdLst/>
              <a:ahLst/>
              <a:cxnLst/>
              <a:rect l="l" t="t" r="r" b="b"/>
              <a:pathLst>
                <a:path w="13546" h="13549" extrusionOk="0">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19" name="Google Shape;1419;p54"/>
            <p:cNvSpPr/>
            <p:nvPr/>
          </p:nvSpPr>
          <p:spPr>
            <a:xfrm>
              <a:off x="1130500" y="4740450"/>
              <a:ext cx="108950" cy="111250"/>
            </a:xfrm>
            <a:custGeom>
              <a:avLst/>
              <a:gdLst/>
              <a:ahLst/>
              <a:cxnLst/>
              <a:rect l="l" t="t" r="r" b="b"/>
              <a:pathLst>
                <a:path w="4358" h="4450" extrusionOk="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20" name="Google Shape;1420;p54"/>
            <p:cNvSpPr/>
            <p:nvPr/>
          </p:nvSpPr>
          <p:spPr>
            <a:xfrm>
              <a:off x="927325" y="4539825"/>
              <a:ext cx="114150" cy="109800"/>
            </a:xfrm>
            <a:custGeom>
              <a:avLst/>
              <a:gdLst/>
              <a:ahLst/>
              <a:cxnLst/>
              <a:rect l="l" t="t" r="r" b="b"/>
              <a:pathLst>
                <a:path w="4566" h="4392" extrusionOk="0">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21" name="Google Shape;1421;p54"/>
            <p:cNvSpPr/>
            <p:nvPr/>
          </p:nvSpPr>
          <p:spPr>
            <a:xfrm>
              <a:off x="898875" y="4711550"/>
              <a:ext cx="170825" cy="169575"/>
            </a:xfrm>
            <a:custGeom>
              <a:avLst/>
              <a:gdLst/>
              <a:ahLst/>
              <a:cxnLst/>
              <a:rect l="l" t="t" r="r" b="b"/>
              <a:pathLst>
                <a:path w="6833" h="6783" extrusionOk="0">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422" name="Google Shape;1422;p54"/>
          <p:cNvGrpSpPr/>
          <p:nvPr/>
        </p:nvGrpSpPr>
        <p:grpSpPr>
          <a:xfrm>
            <a:off x="3741002" y="2764927"/>
            <a:ext cx="493196" cy="493196"/>
            <a:chOff x="1492675" y="4992125"/>
            <a:chExt cx="481825" cy="481825"/>
          </a:xfrm>
        </p:grpSpPr>
        <p:sp>
          <p:nvSpPr>
            <p:cNvPr id="1423" name="Google Shape;1423;p54"/>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24" name="Google Shape;1424;p54"/>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425" name="Google Shape;1425;p54"/>
          <p:cNvGrpSpPr/>
          <p:nvPr/>
        </p:nvGrpSpPr>
        <p:grpSpPr>
          <a:xfrm>
            <a:off x="76190" y="76211"/>
            <a:ext cx="1399466" cy="1919431"/>
            <a:chOff x="76190" y="76211"/>
            <a:chExt cx="1399466" cy="1919431"/>
          </a:xfrm>
        </p:grpSpPr>
        <p:sp>
          <p:nvSpPr>
            <p:cNvPr id="1426" name="Google Shape;1426;p54"/>
            <p:cNvSpPr/>
            <p:nvPr/>
          </p:nvSpPr>
          <p:spPr>
            <a:xfrm>
              <a:off x="76190"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7" name="Google Shape;1427;p54"/>
            <p:cNvGrpSpPr/>
            <p:nvPr/>
          </p:nvGrpSpPr>
          <p:grpSpPr>
            <a:xfrm>
              <a:off x="228600" y="228600"/>
              <a:ext cx="1023557" cy="1199891"/>
              <a:chOff x="112075" y="-185574"/>
              <a:chExt cx="1023557" cy="1199891"/>
            </a:xfrm>
          </p:grpSpPr>
          <p:sp>
            <p:nvSpPr>
              <p:cNvPr id="1428" name="Google Shape;1428;p54"/>
              <p:cNvSpPr/>
              <p:nvPr/>
            </p:nvSpPr>
            <p:spPr>
              <a:xfrm>
                <a:off x="112075" y="-185574"/>
                <a:ext cx="1023557" cy="437592"/>
              </a:xfrm>
              <a:custGeom>
                <a:avLst/>
                <a:gdLst/>
                <a:ahLst/>
                <a:cxnLst/>
                <a:rect l="l" t="t" r="r" b="b"/>
                <a:pathLst>
                  <a:path w="28277" h="12089" extrusionOk="0">
                    <a:moveTo>
                      <a:pt x="14140" y="1"/>
                    </a:moveTo>
                    <a:lnTo>
                      <a:pt x="0" y="12088"/>
                    </a:lnTo>
                    <a:lnTo>
                      <a:pt x="28277" y="12088"/>
                    </a:lnTo>
                    <a:lnTo>
                      <a:pt x="141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54"/>
              <p:cNvSpPr/>
              <p:nvPr/>
            </p:nvSpPr>
            <p:spPr>
              <a:xfrm>
                <a:off x="112075" y="251967"/>
                <a:ext cx="1023557" cy="651881"/>
              </a:xfrm>
              <a:custGeom>
                <a:avLst/>
                <a:gdLst/>
                <a:ahLst/>
                <a:cxnLst/>
                <a:rect l="l" t="t" r="r" b="b"/>
                <a:pathLst>
                  <a:path w="28277" h="18009" extrusionOk="0">
                    <a:moveTo>
                      <a:pt x="0" y="0"/>
                    </a:moveTo>
                    <a:lnTo>
                      <a:pt x="0" y="18008"/>
                    </a:lnTo>
                    <a:lnTo>
                      <a:pt x="28277" y="18008"/>
                    </a:lnTo>
                    <a:lnTo>
                      <a:pt x="282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54"/>
              <p:cNvSpPr/>
              <p:nvPr/>
            </p:nvSpPr>
            <p:spPr>
              <a:xfrm>
                <a:off x="112075" y="251967"/>
                <a:ext cx="1023557" cy="437628"/>
              </a:xfrm>
              <a:custGeom>
                <a:avLst/>
                <a:gdLst/>
                <a:ahLst/>
                <a:cxnLst/>
                <a:rect l="l" t="t" r="r" b="b"/>
                <a:pathLst>
                  <a:path w="28277" h="12090" extrusionOk="0">
                    <a:moveTo>
                      <a:pt x="0" y="0"/>
                    </a:moveTo>
                    <a:lnTo>
                      <a:pt x="14140" y="12089"/>
                    </a:lnTo>
                    <a:lnTo>
                      <a:pt x="282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54"/>
              <p:cNvSpPr/>
              <p:nvPr/>
            </p:nvSpPr>
            <p:spPr>
              <a:xfrm>
                <a:off x="245386" y="33233"/>
                <a:ext cx="756926" cy="656369"/>
              </a:xfrm>
              <a:custGeom>
                <a:avLst/>
                <a:gdLst/>
                <a:ahLst/>
                <a:cxnLst/>
                <a:rect l="l" t="t" r="r" b="b"/>
                <a:pathLst>
                  <a:path w="20911" h="18133" extrusionOk="0">
                    <a:moveTo>
                      <a:pt x="1" y="1"/>
                    </a:moveTo>
                    <a:lnTo>
                      <a:pt x="1" y="9194"/>
                    </a:lnTo>
                    <a:lnTo>
                      <a:pt x="10457" y="18132"/>
                    </a:lnTo>
                    <a:lnTo>
                      <a:pt x="20910" y="9194"/>
                    </a:lnTo>
                    <a:lnTo>
                      <a:pt x="2091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54"/>
              <p:cNvSpPr/>
              <p:nvPr/>
            </p:nvSpPr>
            <p:spPr>
              <a:xfrm>
                <a:off x="636561" y="450251"/>
                <a:ext cx="499055" cy="453591"/>
              </a:xfrm>
              <a:custGeom>
                <a:avLst/>
                <a:gdLst/>
                <a:ahLst/>
                <a:cxnLst/>
                <a:rect l="l" t="t" r="r" b="b"/>
                <a:pathLst>
                  <a:path w="13787" h="12531" extrusionOk="0">
                    <a:moveTo>
                      <a:pt x="861" y="1"/>
                    </a:moveTo>
                    <a:cubicBezTo>
                      <a:pt x="403" y="1"/>
                      <a:pt x="0" y="582"/>
                      <a:pt x="428" y="976"/>
                    </a:cubicBezTo>
                    <a:cubicBezTo>
                      <a:pt x="4626" y="4829"/>
                      <a:pt x="8828" y="8680"/>
                      <a:pt x="13028" y="12530"/>
                    </a:cubicBezTo>
                    <a:lnTo>
                      <a:pt x="13787" y="12530"/>
                    </a:lnTo>
                    <a:lnTo>
                      <a:pt x="13787" y="11659"/>
                    </a:lnTo>
                    <a:cubicBezTo>
                      <a:pt x="9606" y="7825"/>
                      <a:pt x="5426" y="3993"/>
                      <a:pt x="1247" y="159"/>
                    </a:cubicBezTo>
                    <a:cubicBezTo>
                      <a:pt x="1126" y="48"/>
                      <a:pt x="991" y="1"/>
                      <a:pt x="8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54"/>
              <p:cNvSpPr/>
              <p:nvPr/>
            </p:nvSpPr>
            <p:spPr>
              <a:xfrm>
                <a:off x="112075" y="450251"/>
                <a:ext cx="502566" cy="453627"/>
              </a:xfrm>
              <a:custGeom>
                <a:avLst/>
                <a:gdLst/>
                <a:ahLst/>
                <a:cxnLst/>
                <a:rect l="l" t="t" r="r" b="b"/>
                <a:pathLst>
                  <a:path w="13884" h="12532" extrusionOk="0">
                    <a:moveTo>
                      <a:pt x="13023" y="1"/>
                    </a:moveTo>
                    <a:cubicBezTo>
                      <a:pt x="12893" y="1"/>
                      <a:pt x="12758" y="48"/>
                      <a:pt x="12637" y="159"/>
                    </a:cubicBezTo>
                    <a:lnTo>
                      <a:pt x="0" y="11748"/>
                    </a:lnTo>
                    <a:lnTo>
                      <a:pt x="0" y="12531"/>
                    </a:lnTo>
                    <a:lnTo>
                      <a:pt x="856" y="12531"/>
                    </a:lnTo>
                    <a:cubicBezTo>
                      <a:pt x="5055" y="8680"/>
                      <a:pt x="9256" y="4829"/>
                      <a:pt x="13455" y="977"/>
                    </a:cubicBezTo>
                    <a:cubicBezTo>
                      <a:pt x="13884" y="582"/>
                      <a:pt x="13481" y="1"/>
                      <a:pt x="130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54"/>
              <p:cNvSpPr/>
              <p:nvPr/>
            </p:nvSpPr>
            <p:spPr>
              <a:xfrm>
                <a:off x="415763" y="175195"/>
                <a:ext cx="416199" cy="409502"/>
              </a:xfrm>
              <a:custGeom>
                <a:avLst/>
                <a:gdLst/>
                <a:ahLst/>
                <a:cxnLst/>
                <a:rect l="l" t="t" r="r" b="b"/>
                <a:pathLst>
                  <a:path w="11498" h="11313" extrusionOk="0">
                    <a:moveTo>
                      <a:pt x="6551" y="1486"/>
                    </a:moveTo>
                    <a:cubicBezTo>
                      <a:pt x="8461" y="1486"/>
                      <a:pt x="10014" y="3039"/>
                      <a:pt x="10014" y="4949"/>
                    </a:cubicBezTo>
                    <a:lnTo>
                      <a:pt x="10014" y="6366"/>
                    </a:lnTo>
                    <a:cubicBezTo>
                      <a:pt x="10014" y="8275"/>
                      <a:pt x="8462" y="9828"/>
                      <a:pt x="6551" y="9828"/>
                    </a:cubicBezTo>
                    <a:lnTo>
                      <a:pt x="4946" y="9828"/>
                    </a:lnTo>
                    <a:cubicBezTo>
                      <a:pt x="3038" y="9828"/>
                      <a:pt x="1484" y="8275"/>
                      <a:pt x="1484" y="6366"/>
                    </a:cubicBezTo>
                    <a:lnTo>
                      <a:pt x="1484" y="4949"/>
                    </a:lnTo>
                    <a:cubicBezTo>
                      <a:pt x="1484" y="3039"/>
                      <a:pt x="3038" y="1486"/>
                      <a:pt x="4946" y="1486"/>
                    </a:cubicBezTo>
                    <a:close/>
                    <a:moveTo>
                      <a:pt x="4946" y="1"/>
                    </a:moveTo>
                    <a:cubicBezTo>
                      <a:pt x="2220" y="1"/>
                      <a:pt x="1" y="2220"/>
                      <a:pt x="1" y="4949"/>
                    </a:cubicBezTo>
                    <a:lnTo>
                      <a:pt x="1" y="6366"/>
                    </a:lnTo>
                    <a:cubicBezTo>
                      <a:pt x="1" y="9094"/>
                      <a:pt x="2220" y="11313"/>
                      <a:pt x="4946" y="11313"/>
                    </a:cubicBezTo>
                    <a:lnTo>
                      <a:pt x="6551" y="11313"/>
                    </a:lnTo>
                    <a:cubicBezTo>
                      <a:pt x="9278" y="11313"/>
                      <a:pt x="11498" y="9094"/>
                      <a:pt x="11498" y="6366"/>
                    </a:cubicBezTo>
                    <a:lnTo>
                      <a:pt x="11498" y="4949"/>
                    </a:lnTo>
                    <a:cubicBezTo>
                      <a:pt x="11498" y="2220"/>
                      <a:pt x="9278" y="1"/>
                      <a:pt x="6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54"/>
              <p:cNvSpPr/>
              <p:nvPr/>
            </p:nvSpPr>
            <p:spPr>
              <a:xfrm>
                <a:off x="321797" y="410182"/>
                <a:ext cx="604100" cy="604028"/>
              </a:xfrm>
              <a:custGeom>
                <a:avLst/>
                <a:gdLst/>
                <a:ahLst/>
                <a:cxnLst/>
                <a:rect l="l" t="t" r="r" b="b"/>
                <a:pathLst>
                  <a:path w="16689" h="16687" extrusionOk="0">
                    <a:moveTo>
                      <a:pt x="4853" y="0"/>
                    </a:moveTo>
                    <a:cubicBezTo>
                      <a:pt x="2184" y="0"/>
                      <a:pt x="1" y="2183"/>
                      <a:pt x="1" y="4851"/>
                    </a:cubicBezTo>
                    <a:lnTo>
                      <a:pt x="1" y="11836"/>
                    </a:lnTo>
                    <a:cubicBezTo>
                      <a:pt x="1" y="14504"/>
                      <a:pt x="2183" y="16686"/>
                      <a:pt x="4853" y="16686"/>
                    </a:cubicBezTo>
                    <a:lnTo>
                      <a:pt x="11836" y="16686"/>
                    </a:lnTo>
                    <a:cubicBezTo>
                      <a:pt x="14505" y="16686"/>
                      <a:pt x="16688" y="14504"/>
                      <a:pt x="16688" y="11836"/>
                    </a:cubicBezTo>
                    <a:lnTo>
                      <a:pt x="16688" y="4851"/>
                    </a:lnTo>
                    <a:cubicBezTo>
                      <a:pt x="16688" y="2184"/>
                      <a:pt x="14506" y="0"/>
                      <a:pt x="1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54"/>
              <p:cNvSpPr/>
              <p:nvPr/>
            </p:nvSpPr>
            <p:spPr>
              <a:xfrm>
                <a:off x="359875" y="448152"/>
                <a:ext cx="566057" cy="566165"/>
              </a:xfrm>
              <a:custGeom>
                <a:avLst/>
                <a:gdLst/>
                <a:ahLst/>
                <a:cxnLst/>
                <a:rect l="l" t="t" r="r" b="b"/>
                <a:pathLst>
                  <a:path w="15638" h="15641" extrusionOk="0">
                    <a:moveTo>
                      <a:pt x="13784" y="1"/>
                    </a:moveTo>
                    <a:lnTo>
                      <a:pt x="13784" y="1"/>
                    </a:lnTo>
                    <a:cubicBezTo>
                      <a:pt x="14440" y="829"/>
                      <a:pt x="14833" y="1869"/>
                      <a:pt x="14833" y="3001"/>
                    </a:cubicBezTo>
                    <a:lnTo>
                      <a:pt x="14833" y="9987"/>
                    </a:lnTo>
                    <a:cubicBezTo>
                      <a:pt x="14833" y="12655"/>
                      <a:pt x="12653" y="14839"/>
                      <a:pt x="9983" y="14839"/>
                    </a:cubicBezTo>
                    <a:lnTo>
                      <a:pt x="3001" y="14839"/>
                    </a:lnTo>
                    <a:cubicBezTo>
                      <a:pt x="1869" y="14839"/>
                      <a:pt x="828" y="14444"/>
                      <a:pt x="1" y="13788"/>
                    </a:cubicBezTo>
                    <a:lnTo>
                      <a:pt x="1" y="13788"/>
                    </a:lnTo>
                    <a:cubicBezTo>
                      <a:pt x="891" y="14913"/>
                      <a:pt x="2264" y="15640"/>
                      <a:pt x="3802" y="15640"/>
                    </a:cubicBezTo>
                    <a:lnTo>
                      <a:pt x="10787" y="15640"/>
                    </a:lnTo>
                    <a:cubicBezTo>
                      <a:pt x="13455" y="15640"/>
                      <a:pt x="15637" y="13457"/>
                      <a:pt x="15637" y="10788"/>
                    </a:cubicBezTo>
                    <a:lnTo>
                      <a:pt x="15637" y="3805"/>
                    </a:lnTo>
                    <a:cubicBezTo>
                      <a:pt x="15636" y="2265"/>
                      <a:pt x="14910" y="891"/>
                      <a:pt x="137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54"/>
              <p:cNvSpPr/>
              <p:nvPr/>
            </p:nvSpPr>
            <p:spPr>
              <a:xfrm>
                <a:off x="533184" y="552397"/>
                <a:ext cx="181313" cy="357125"/>
              </a:xfrm>
              <a:custGeom>
                <a:avLst/>
                <a:gdLst/>
                <a:ahLst/>
                <a:cxnLst/>
                <a:rect l="l" t="t" r="r" b="b"/>
                <a:pathLst>
                  <a:path w="5009" h="9866" extrusionOk="0">
                    <a:moveTo>
                      <a:pt x="2506" y="0"/>
                    </a:moveTo>
                    <a:cubicBezTo>
                      <a:pt x="1122" y="0"/>
                      <a:pt x="0" y="1121"/>
                      <a:pt x="0" y="2503"/>
                    </a:cubicBezTo>
                    <a:cubicBezTo>
                      <a:pt x="0" y="3495"/>
                      <a:pt x="583" y="4344"/>
                      <a:pt x="1418" y="4751"/>
                    </a:cubicBezTo>
                    <a:lnTo>
                      <a:pt x="173" y="9441"/>
                    </a:lnTo>
                    <a:cubicBezTo>
                      <a:pt x="125" y="9674"/>
                      <a:pt x="281" y="9866"/>
                      <a:pt x="522" y="9866"/>
                    </a:cubicBezTo>
                    <a:lnTo>
                      <a:pt x="4488" y="9866"/>
                    </a:lnTo>
                    <a:cubicBezTo>
                      <a:pt x="4726" y="9866"/>
                      <a:pt x="4884" y="9674"/>
                      <a:pt x="4836" y="9441"/>
                    </a:cubicBezTo>
                    <a:lnTo>
                      <a:pt x="3591" y="4749"/>
                    </a:lnTo>
                    <a:cubicBezTo>
                      <a:pt x="4426" y="4344"/>
                      <a:pt x="5008" y="3495"/>
                      <a:pt x="5008" y="2503"/>
                    </a:cubicBezTo>
                    <a:cubicBezTo>
                      <a:pt x="5008" y="1121"/>
                      <a:pt x="3889" y="0"/>
                      <a:pt x="25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8" name="Google Shape;1438;p54"/>
            <p:cNvSpPr/>
            <p:nvPr/>
          </p:nvSpPr>
          <p:spPr>
            <a:xfrm>
              <a:off x="264421" y="1615874"/>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54"/>
            <p:cNvSpPr/>
            <p:nvPr/>
          </p:nvSpPr>
          <p:spPr>
            <a:xfrm>
              <a:off x="1254225" y="20237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54"/>
            <p:cNvSpPr/>
            <p:nvPr/>
          </p:nvSpPr>
          <p:spPr>
            <a:xfrm>
              <a:off x="76200" y="1428501"/>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1" name="Google Shape;1441;p54"/>
          <p:cNvGrpSpPr/>
          <p:nvPr/>
        </p:nvGrpSpPr>
        <p:grpSpPr>
          <a:xfrm>
            <a:off x="7719950" y="3194036"/>
            <a:ext cx="1728859" cy="2254270"/>
            <a:chOff x="7719950" y="3194036"/>
            <a:chExt cx="1728859" cy="2254270"/>
          </a:xfrm>
        </p:grpSpPr>
        <p:sp>
          <p:nvSpPr>
            <p:cNvPr id="1442" name="Google Shape;1442;p54"/>
            <p:cNvSpPr/>
            <p:nvPr/>
          </p:nvSpPr>
          <p:spPr>
            <a:xfrm>
              <a:off x="8425286" y="4424570"/>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3" name="Google Shape;1443;p54"/>
            <p:cNvGrpSpPr/>
            <p:nvPr/>
          </p:nvGrpSpPr>
          <p:grpSpPr>
            <a:xfrm>
              <a:off x="7908170" y="3794092"/>
              <a:ext cx="1083430" cy="1196998"/>
              <a:chOff x="3659795" y="-1688508"/>
              <a:chExt cx="1083430" cy="1196998"/>
            </a:xfrm>
          </p:grpSpPr>
          <p:sp>
            <p:nvSpPr>
              <p:cNvPr id="1444" name="Google Shape;1444;p54"/>
              <p:cNvSpPr/>
              <p:nvPr/>
            </p:nvSpPr>
            <p:spPr>
              <a:xfrm>
                <a:off x="3823238" y="-1688508"/>
                <a:ext cx="756333" cy="856201"/>
              </a:xfrm>
              <a:custGeom>
                <a:avLst/>
                <a:gdLst/>
                <a:ahLst/>
                <a:cxnLst/>
                <a:rect l="l" t="t" r="r" b="b"/>
                <a:pathLst>
                  <a:path w="14991" h="16978" extrusionOk="0">
                    <a:moveTo>
                      <a:pt x="0" y="0"/>
                    </a:moveTo>
                    <a:lnTo>
                      <a:pt x="0" y="16978"/>
                    </a:lnTo>
                    <a:lnTo>
                      <a:pt x="14991" y="16978"/>
                    </a:lnTo>
                    <a:lnTo>
                      <a:pt x="14991" y="3647"/>
                    </a:lnTo>
                    <a:lnTo>
                      <a:pt x="1161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54"/>
              <p:cNvSpPr/>
              <p:nvPr/>
            </p:nvSpPr>
            <p:spPr>
              <a:xfrm>
                <a:off x="4409885" y="-1688508"/>
                <a:ext cx="170328" cy="183969"/>
              </a:xfrm>
              <a:custGeom>
                <a:avLst/>
                <a:gdLst/>
                <a:ahLst/>
                <a:cxnLst/>
                <a:rect l="l" t="t" r="r" b="b"/>
                <a:pathLst>
                  <a:path w="3376" h="3648" extrusionOk="0">
                    <a:moveTo>
                      <a:pt x="0" y="0"/>
                    </a:moveTo>
                    <a:lnTo>
                      <a:pt x="0" y="3647"/>
                    </a:lnTo>
                    <a:lnTo>
                      <a:pt x="3376" y="3647"/>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54"/>
              <p:cNvSpPr/>
              <p:nvPr/>
            </p:nvSpPr>
            <p:spPr>
              <a:xfrm>
                <a:off x="3905565" y="-1562481"/>
                <a:ext cx="424608" cy="24156"/>
              </a:xfrm>
              <a:custGeom>
                <a:avLst/>
                <a:gdLst/>
                <a:ahLst/>
                <a:cxnLst/>
                <a:rect l="l" t="t" r="r" b="b"/>
                <a:pathLst>
                  <a:path w="8416" h="479" extrusionOk="0">
                    <a:moveTo>
                      <a:pt x="0" y="0"/>
                    </a:moveTo>
                    <a:lnTo>
                      <a:pt x="0" y="478"/>
                    </a:lnTo>
                    <a:lnTo>
                      <a:pt x="8415" y="478"/>
                    </a:lnTo>
                    <a:lnTo>
                      <a:pt x="841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54"/>
              <p:cNvSpPr/>
              <p:nvPr/>
            </p:nvSpPr>
            <p:spPr>
              <a:xfrm>
                <a:off x="3905565" y="-1477503"/>
                <a:ext cx="424608" cy="24106"/>
              </a:xfrm>
              <a:custGeom>
                <a:avLst/>
                <a:gdLst/>
                <a:ahLst/>
                <a:cxnLst/>
                <a:rect l="l" t="t" r="r" b="b"/>
                <a:pathLst>
                  <a:path w="8416" h="478" extrusionOk="0">
                    <a:moveTo>
                      <a:pt x="0" y="0"/>
                    </a:moveTo>
                    <a:lnTo>
                      <a:pt x="0" y="477"/>
                    </a:lnTo>
                    <a:lnTo>
                      <a:pt x="8415" y="477"/>
                    </a:lnTo>
                    <a:lnTo>
                      <a:pt x="841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54"/>
              <p:cNvSpPr/>
              <p:nvPr/>
            </p:nvSpPr>
            <p:spPr>
              <a:xfrm>
                <a:off x="3905565" y="-1392475"/>
                <a:ext cx="605733" cy="24106"/>
              </a:xfrm>
              <a:custGeom>
                <a:avLst/>
                <a:gdLst/>
                <a:ahLst/>
                <a:cxnLst/>
                <a:rect l="l" t="t" r="r" b="b"/>
                <a:pathLst>
                  <a:path w="12006" h="478" extrusionOk="0">
                    <a:moveTo>
                      <a:pt x="0" y="0"/>
                    </a:moveTo>
                    <a:lnTo>
                      <a:pt x="0" y="477"/>
                    </a:lnTo>
                    <a:lnTo>
                      <a:pt x="12006" y="477"/>
                    </a:lnTo>
                    <a:lnTo>
                      <a:pt x="120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54"/>
              <p:cNvSpPr/>
              <p:nvPr/>
            </p:nvSpPr>
            <p:spPr>
              <a:xfrm>
                <a:off x="3905565" y="-1307548"/>
                <a:ext cx="605733" cy="24106"/>
              </a:xfrm>
              <a:custGeom>
                <a:avLst/>
                <a:gdLst/>
                <a:ahLst/>
                <a:cxnLst/>
                <a:rect l="l" t="t" r="r" b="b"/>
                <a:pathLst>
                  <a:path w="12006" h="478" extrusionOk="0">
                    <a:moveTo>
                      <a:pt x="0" y="0"/>
                    </a:moveTo>
                    <a:lnTo>
                      <a:pt x="0" y="477"/>
                    </a:lnTo>
                    <a:lnTo>
                      <a:pt x="12006" y="477"/>
                    </a:lnTo>
                    <a:lnTo>
                      <a:pt x="120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54"/>
              <p:cNvSpPr/>
              <p:nvPr/>
            </p:nvSpPr>
            <p:spPr>
              <a:xfrm>
                <a:off x="3905565" y="-1222519"/>
                <a:ext cx="605733" cy="24106"/>
              </a:xfrm>
              <a:custGeom>
                <a:avLst/>
                <a:gdLst/>
                <a:ahLst/>
                <a:cxnLst/>
                <a:rect l="l" t="t" r="r" b="b"/>
                <a:pathLst>
                  <a:path w="12006" h="478" extrusionOk="0">
                    <a:moveTo>
                      <a:pt x="0" y="0"/>
                    </a:moveTo>
                    <a:lnTo>
                      <a:pt x="0" y="477"/>
                    </a:lnTo>
                    <a:lnTo>
                      <a:pt x="12006" y="477"/>
                    </a:lnTo>
                    <a:lnTo>
                      <a:pt x="120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54"/>
              <p:cNvSpPr/>
              <p:nvPr/>
            </p:nvSpPr>
            <p:spPr>
              <a:xfrm>
                <a:off x="3905565" y="-1137592"/>
                <a:ext cx="605733" cy="24055"/>
              </a:xfrm>
              <a:custGeom>
                <a:avLst/>
                <a:gdLst/>
                <a:ahLst/>
                <a:cxnLst/>
                <a:rect l="l" t="t" r="r" b="b"/>
                <a:pathLst>
                  <a:path w="12006" h="477" extrusionOk="0">
                    <a:moveTo>
                      <a:pt x="0" y="0"/>
                    </a:moveTo>
                    <a:lnTo>
                      <a:pt x="0" y="476"/>
                    </a:lnTo>
                    <a:lnTo>
                      <a:pt x="12006" y="476"/>
                    </a:lnTo>
                    <a:lnTo>
                      <a:pt x="120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54"/>
              <p:cNvSpPr/>
              <p:nvPr/>
            </p:nvSpPr>
            <p:spPr>
              <a:xfrm>
                <a:off x="3905565" y="-1052564"/>
                <a:ext cx="605733" cy="24156"/>
              </a:xfrm>
              <a:custGeom>
                <a:avLst/>
                <a:gdLst/>
                <a:ahLst/>
                <a:cxnLst/>
                <a:rect l="l" t="t" r="r" b="b"/>
                <a:pathLst>
                  <a:path w="12006" h="479" extrusionOk="0">
                    <a:moveTo>
                      <a:pt x="0" y="0"/>
                    </a:moveTo>
                    <a:lnTo>
                      <a:pt x="0" y="478"/>
                    </a:lnTo>
                    <a:lnTo>
                      <a:pt x="12006" y="478"/>
                    </a:lnTo>
                    <a:lnTo>
                      <a:pt x="120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54"/>
              <p:cNvSpPr/>
              <p:nvPr/>
            </p:nvSpPr>
            <p:spPr>
              <a:xfrm>
                <a:off x="3905565" y="-967586"/>
                <a:ext cx="605733" cy="24106"/>
              </a:xfrm>
              <a:custGeom>
                <a:avLst/>
                <a:gdLst/>
                <a:ahLst/>
                <a:cxnLst/>
                <a:rect l="l" t="t" r="r" b="b"/>
                <a:pathLst>
                  <a:path w="12006" h="478" extrusionOk="0">
                    <a:moveTo>
                      <a:pt x="0" y="0"/>
                    </a:moveTo>
                    <a:lnTo>
                      <a:pt x="0" y="477"/>
                    </a:lnTo>
                    <a:lnTo>
                      <a:pt x="12006" y="477"/>
                    </a:lnTo>
                    <a:lnTo>
                      <a:pt x="120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54"/>
              <p:cNvSpPr/>
              <p:nvPr/>
            </p:nvSpPr>
            <p:spPr>
              <a:xfrm>
                <a:off x="3717525" y="-1425092"/>
                <a:ext cx="1025699" cy="781514"/>
              </a:xfrm>
              <a:custGeom>
                <a:avLst/>
                <a:gdLst/>
                <a:ahLst/>
                <a:cxnLst/>
                <a:rect l="l" t="t" r="r" b="b"/>
                <a:pathLst>
                  <a:path w="20330" h="15497" extrusionOk="0">
                    <a:moveTo>
                      <a:pt x="1167" y="0"/>
                    </a:moveTo>
                    <a:cubicBezTo>
                      <a:pt x="491" y="0"/>
                      <a:pt x="0" y="549"/>
                      <a:pt x="76" y="1221"/>
                    </a:cubicBezTo>
                    <a:lnTo>
                      <a:pt x="1554" y="14275"/>
                    </a:lnTo>
                    <a:cubicBezTo>
                      <a:pt x="1629" y="14947"/>
                      <a:pt x="2245" y="15496"/>
                      <a:pt x="2921" y="15496"/>
                    </a:cubicBezTo>
                    <a:lnTo>
                      <a:pt x="17421" y="15496"/>
                    </a:lnTo>
                    <a:cubicBezTo>
                      <a:pt x="18097" y="15496"/>
                      <a:pt x="18724" y="14948"/>
                      <a:pt x="18813" y="14278"/>
                    </a:cubicBezTo>
                    <a:lnTo>
                      <a:pt x="20241" y="3653"/>
                    </a:lnTo>
                    <a:cubicBezTo>
                      <a:pt x="20330" y="2985"/>
                      <a:pt x="19851" y="2437"/>
                      <a:pt x="19176" y="2437"/>
                    </a:cubicBezTo>
                    <a:lnTo>
                      <a:pt x="11801" y="2437"/>
                    </a:lnTo>
                    <a:lnTo>
                      <a:pt x="11801" y="2438"/>
                    </a:lnTo>
                    <a:cubicBezTo>
                      <a:pt x="11126" y="2438"/>
                      <a:pt x="10573" y="1890"/>
                      <a:pt x="10573" y="1220"/>
                    </a:cubicBezTo>
                    <a:cubicBezTo>
                      <a:pt x="10573" y="549"/>
                      <a:pt x="10020" y="0"/>
                      <a:pt x="93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54"/>
              <p:cNvSpPr/>
              <p:nvPr/>
            </p:nvSpPr>
            <p:spPr>
              <a:xfrm>
                <a:off x="3659795" y="-1425092"/>
                <a:ext cx="1025699" cy="781564"/>
              </a:xfrm>
              <a:custGeom>
                <a:avLst/>
                <a:gdLst/>
                <a:ahLst/>
                <a:cxnLst/>
                <a:rect l="l" t="t" r="r" b="b"/>
                <a:pathLst>
                  <a:path w="20330" h="15498" extrusionOk="0">
                    <a:moveTo>
                      <a:pt x="1167" y="0"/>
                    </a:moveTo>
                    <a:cubicBezTo>
                      <a:pt x="491" y="0"/>
                      <a:pt x="1" y="549"/>
                      <a:pt x="77" y="1221"/>
                    </a:cubicBezTo>
                    <a:lnTo>
                      <a:pt x="1553" y="14276"/>
                    </a:lnTo>
                    <a:cubicBezTo>
                      <a:pt x="1628" y="14948"/>
                      <a:pt x="2244" y="15497"/>
                      <a:pt x="2920" y="15497"/>
                    </a:cubicBezTo>
                    <a:lnTo>
                      <a:pt x="17420" y="15497"/>
                    </a:lnTo>
                    <a:cubicBezTo>
                      <a:pt x="18096" y="15497"/>
                      <a:pt x="18724" y="14949"/>
                      <a:pt x="18812" y="14279"/>
                    </a:cubicBezTo>
                    <a:lnTo>
                      <a:pt x="20241" y="3654"/>
                    </a:lnTo>
                    <a:cubicBezTo>
                      <a:pt x="20329" y="2986"/>
                      <a:pt x="19850" y="2438"/>
                      <a:pt x="19174" y="2438"/>
                    </a:cubicBezTo>
                    <a:lnTo>
                      <a:pt x="11802" y="2438"/>
                    </a:lnTo>
                    <a:cubicBezTo>
                      <a:pt x="11127" y="2438"/>
                      <a:pt x="10574" y="1890"/>
                      <a:pt x="10574" y="1220"/>
                    </a:cubicBezTo>
                    <a:cubicBezTo>
                      <a:pt x="10574" y="549"/>
                      <a:pt x="10020" y="0"/>
                      <a:pt x="93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54"/>
              <p:cNvSpPr/>
              <p:nvPr/>
            </p:nvSpPr>
            <p:spPr>
              <a:xfrm>
                <a:off x="3792478" y="-1201262"/>
                <a:ext cx="817734" cy="709752"/>
              </a:xfrm>
              <a:custGeom>
                <a:avLst/>
                <a:gdLst/>
                <a:ahLst/>
                <a:cxnLst/>
                <a:rect l="l" t="t" r="r" b="b"/>
                <a:pathLst>
                  <a:path w="16208" h="14074" extrusionOk="0">
                    <a:moveTo>
                      <a:pt x="8104" y="1"/>
                    </a:moveTo>
                    <a:cubicBezTo>
                      <a:pt x="7529" y="457"/>
                      <a:pt x="5372" y="2015"/>
                      <a:pt x="2663" y="2058"/>
                    </a:cubicBezTo>
                    <a:cubicBezTo>
                      <a:pt x="2663" y="2058"/>
                      <a:pt x="1" y="11097"/>
                      <a:pt x="8104" y="14073"/>
                    </a:cubicBezTo>
                    <a:cubicBezTo>
                      <a:pt x="16207" y="11095"/>
                      <a:pt x="13545" y="2058"/>
                      <a:pt x="13545" y="2058"/>
                    </a:cubicBezTo>
                    <a:cubicBezTo>
                      <a:pt x="10835" y="2015"/>
                      <a:pt x="8680" y="457"/>
                      <a:pt x="81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54"/>
              <p:cNvSpPr/>
              <p:nvPr/>
            </p:nvSpPr>
            <p:spPr>
              <a:xfrm>
                <a:off x="4111485" y="-1029085"/>
                <a:ext cx="180469" cy="177514"/>
              </a:xfrm>
              <a:custGeom>
                <a:avLst/>
                <a:gdLst/>
                <a:ahLst/>
                <a:cxnLst/>
                <a:rect l="l" t="t" r="r" b="b"/>
                <a:pathLst>
                  <a:path w="3577" h="3520" extrusionOk="0">
                    <a:moveTo>
                      <a:pt x="2037" y="465"/>
                    </a:moveTo>
                    <a:cubicBezTo>
                      <a:pt x="2630" y="465"/>
                      <a:pt x="3114" y="947"/>
                      <a:pt x="3114" y="1542"/>
                    </a:cubicBezTo>
                    <a:lnTo>
                      <a:pt x="3114" y="1981"/>
                    </a:lnTo>
                    <a:cubicBezTo>
                      <a:pt x="3114" y="2575"/>
                      <a:pt x="2630" y="3058"/>
                      <a:pt x="2037" y="3058"/>
                    </a:cubicBezTo>
                    <a:lnTo>
                      <a:pt x="1539" y="3058"/>
                    </a:lnTo>
                    <a:cubicBezTo>
                      <a:pt x="945" y="3058"/>
                      <a:pt x="463" y="2576"/>
                      <a:pt x="463" y="1981"/>
                    </a:cubicBezTo>
                    <a:lnTo>
                      <a:pt x="463" y="1542"/>
                    </a:lnTo>
                    <a:cubicBezTo>
                      <a:pt x="463" y="947"/>
                      <a:pt x="945" y="465"/>
                      <a:pt x="1539" y="465"/>
                    </a:cubicBezTo>
                    <a:close/>
                    <a:moveTo>
                      <a:pt x="1539" y="1"/>
                    </a:moveTo>
                    <a:cubicBezTo>
                      <a:pt x="691" y="1"/>
                      <a:pt x="1" y="692"/>
                      <a:pt x="1" y="1540"/>
                    </a:cubicBezTo>
                    <a:lnTo>
                      <a:pt x="1" y="1980"/>
                    </a:lnTo>
                    <a:cubicBezTo>
                      <a:pt x="1" y="2828"/>
                      <a:pt x="691" y="3519"/>
                      <a:pt x="1539" y="3519"/>
                    </a:cubicBezTo>
                    <a:lnTo>
                      <a:pt x="2037" y="3519"/>
                    </a:lnTo>
                    <a:cubicBezTo>
                      <a:pt x="2885" y="3519"/>
                      <a:pt x="3576" y="2828"/>
                      <a:pt x="3576" y="1980"/>
                    </a:cubicBezTo>
                    <a:lnTo>
                      <a:pt x="3576" y="1540"/>
                    </a:lnTo>
                    <a:cubicBezTo>
                      <a:pt x="3576" y="690"/>
                      <a:pt x="2885" y="1"/>
                      <a:pt x="20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54"/>
              <p:cNvSpPr/>
              <p:nvPr/>
            </p:nvSpPr>
            <p:spPr>
              <a:xfrm>
                <a:off x="4070776" y="-927193"/>
                <a:ext cx="261748" cy="261782"/>
              </a:xfrm>
              <a:custGeom>
                <a:avLst/>
                <a:gdLst/>
                <a:ahLst/>
                <a:cxnLst/>
                <a:rect l="l" t="t" r="r" b="b"/>
                <a:pathLst>
                  <a:path w="5188" h="5191" extrusionOk="0">
                    <a:moveTo>
                      <a:pt x="1508" y="1"/>
                    </a:moveTo>
                    <a:cubicBezTo>
                      <a:pt x="678" y="1"/>
                      <a:pt x="0" y="680"/>
                      <a:pt x="0" y="1509"/>
                    </a:cubicBezTo>
                    <a:lnTo>
                      <a:pt x="0" y="3683"/>
                    </a:lnTo>
                    <a:cubicBezTo>
                      <a:pt x="0" y="4511"/>
                      <a:pt x="678" y="5191"/>
                      <a:pt x="1508" y="5191"/>
                    </a:cubicBezTo>
                    <a:lnTo>
                      <a:pt x="3679" y="5191"/>
                    </a:lnTo>
                    <a:cubicBezTo>
                      <a:pt x="4509" y="5191"/>
                      <a:pt x="5188" y="4511"/>
                      <a:pt x="5188" y="3683"/>
                    </a:cubicBezTo>
                    <a:lnTo>
                      <a:pt x="5188" y="1509"/>
                    </a:lnTo>
                    <a:cubicBezTo>
                      <a:pt x="5188" y="680"/>
                      <a:pt x="4509" y="1"/>
                      <a:pt x="36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54"/>
              <p:cNvSpPr/>
              <p:nvPr/>
            </p:nvSpPr>
            <p:spPr>
              <a:xfrm>
                <a:off x="4087191" y="-910581"/>
                <a:ext cx="245351" cy="245241"/>
              </a:xfrm>
              <a:custGeom>
                <a:avLst/>
                <a:gdLst/>
                <a:ahLst/>
                <a:cxnLst/>
                <a:rect l="l" t="t" r="r" b="b"/>
                <a:pathLst>
                  <a:path w="4863" h="4863" extrusionOk="0">
                    <a:moveTo>
                      <a:pt x="4288" y="0"/>
                    </a:moveTo>
                    <a:lnTo>
                      <a:pt x="4288" y="0"/>
                    </a:lnTo>
                    <a:cubicBezTo>
                      <a:pt x="4492" y="258"/>
                      <a:pt x="4616" y="580"/>
                      <a:pt x="4616" y="933"/>
                    </a:cubicBezTo>
                    <a:lnTo>
                      <a:pt x="4616" y="3104"/>
                    </a:lnTo>
                    <a:cubicBezTo>
                      <a:pt x="4616" y="3935"/>
                      <a:pt x="3937" y="4613"/>
                      <a:pt x="3108" y="4613"/>
                    </a:cubicBezTo>
                    <a:lnTo>
                      <a:pt x="935" y="4613"/>
                    </a:lnTo>
                    <a:cubicBezTo>
                      <a:pt x="583" y="4613"/>
                      <a:pt x="261" y="4491"/>
                      <a:pt x="1" y="4287"/>
                    </a:cubicBezTo>
                    <a:lnTo>
                      <a:pt x="1" y="4287"/>
                    </a:lnTo>
                    <a:cubicBezTo>
                      <a:pt x="278" y="4635"/>
                      <a:pt x="704" y="4863"/>
                      <a:pt x="1183" y="4863"/>
                    </a:cubicBezTo>
                    <a:lnTo>
                      <a:pt x="3354" y="4863"/>
                    </a:lnTo>
                    <a:cubicBezTo>
                      <a:pt x="4184" y="4863"/>
                      <a:pt x="4863" y="4183"/>
                      <a:pt x="4863" y="3355"/>
                    </a:cubicBezTo>
                    <a:lnTo>
                      <a:pt x="4863" y="1182"/>
                    </a:lnTo>
                    <a:cubicBezTo>
                      <a:pt x="4863" y="704"/>
                      <a:pt x="4639" y="277"/>
                      <a:pt x="428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54"/>
              <p:cNvSpPr/>
              <p:nvPr/>
            </p:nvSpPr>
            <p:spPr>
              <a:xfrm>
                <a:off x="4162447" y="-865492"/>
                <a:ext cx="78605" cy="154770"/>
              </a:xfrm>
              <a:custGeom>
                <a:avLst/>
                <a:gdLst/>
                <a:ahLst/>
                <a:cxnLst/>
                <a:rect l="l" t="t" r="r" b="b"/>
                <a:pathLst>
                  <a:path w="1558" h="3069" extrusionOk="0">
                    <a:moveTo>
                      <a:pt x="779" y="0"/>
                    </a:moveTo>
                    <a:cubicBezTo>
                      <a:pt x="348" y="0"/>
                      <a:pt x="1" y="349"/>
                      <a:pt x="1" y="780"/>
                    </a:cubicBezTo>
                    <a:cubicBezTo>
                      <a:pt x="1" y="1089"/>
                      <a:pt x="181" y="1354"/>
                      <a:pt x="441" y="1479"/>
                    </a:cubicBezTo>
                    <a:lnTo>
                      <a:pt x="54" y="2937"/>
                    </a:lnTo>
                    <a:cubicBezTo>
                      <a:pt x="38" y="3010"/>
                      <a:pt x="87" y="3068"/>
                      <a:pt x="162" y="3068"/>
                    </a:cubicBezTo>
                    <a:lnTo>
                      <a:pt x="1395" y="3068"/>
                    </a:lnTo>
                    <a:cubicBezTo>
                      <a:pt x="1469" y="3068"/>
                      <a:pt x="1517" y="3010"/>
                      <a:pt x="1504" y="2937"/>
                    </a:cubicBezTo>
                    <a:lnTo>
                      <a:pt x="1117" y="1479"/>
                    </a:lnTo>
                    <a:cubicBezTo>
                      <a:pt x="1376" y="1352"/>
                      <a:pt x="1557" y="1089"/>
                      <a:pt x="1557" y="780"/>
                    </a:cubicBezTo>
                    <a:cubicBezTo>
                      <a:pt x="1557" y="349"/>
                      <a:pt x="1208" y="0"/>
                      <a:pt x="7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61" name="Google Shape;1461;p54"/>
            <p:cNvSpPr/>
            <p:nvPr/>
          </p:nvSpPr>
          <p:spPr>
            <a:xfrm>
              <a:off x="8388346" y="3194036"/>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54"/>
            <p:cNvSpPr/>
            <p:nvPr/>
          </p:nvSpPr>
          <p:spPr>
            <a:xfrm>
              <a:off x="8770175" y="3573812"/>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54"/>
            <p:cNvSpPr/>
            <p:nvPr/>
          </p:nvSpPr>
          <p:spPr>
            <a:xfrm>
              <a:off x="7719950" y="4803737"/>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59"/>
        <p:cNvGrpSpPr/>
        <p:nvPr/>
      </p:nvGrpSpPr>
      <p:grpSpPr>
        <a:xfrm>
          <a:off x="0" y="0"/>
          <a:ext cx="0" cy="0"/>
          <a:chOff x="0" y="0"/>
          <a:chExt cx="0" cy="0"/>
        </a:xfrm>
      </p:grpSpPr>
      <p:sp>
        <p:nvSpPr>
          <p:cNvPr id="1560" name="Google Shape;1560;p56"/>
          <p:cNvSpPr txBox="1">
            <a:spLocks noGrp="1"/>
          </p:cNvSpPr>
          <p:nvPr>
            <p:ph type="title"/>
          </p:nvPr>
        </p:nvSpPr>
        <p:spPr>
          <a:xfrm>
            <a:off x="720000" y="540000"/>
            <a:ext cx="7704000" cy="676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SPECIAL REMINDERS</a:t>
            </a:r>
            <a:endParaRPr/>
          </a:p>
        </p:txBody>
      </p:sp>
      <p:sp>
        <p:nvSpPr>
          <p:cNvPr id="1561" name="Google Shape;1561;p56"/>
          <p:cNvSpPr txBox="1">
            <a:spLocks noGrp="1"/>
          </p:cNvSpPr>
          <p:nvPr>
            <p:ph type="body" idx="1"/>
          </p:nvPr>
        </p:nvSpPr>
        <p:spPr>
          <a:xfrm>
            <a:off x="2092350" y="1404788"/>
            <a:ext cx="4959300" cy="2852700"/>
          </a:xfrm>
          <a:prstGeom prst="rect">
            <a:avLst/>
          </a:prstGeom>
        </p:spPr>
        <p:txBody>
          <a:bodyPr spcFirstLastPara="1" wrap="square" lIns="90000" tIns="91425" rIns="90000" bIns="91425" anchor="t" anchorCtr="0">
            <a:noAutofit/>
          </a:bodyPr>
          <a:lstStyle/>
          <a:p>
            <a:pPr marL="457200" lvl="0" indent="-317500" algn="l" rtl="0">
              <a:spcBef>
                <a:spcPts val="0"/>
              </a:spcBef>
              <a:spcAft>
                <a:spcPts val="0"/>
              </a:spcAft>
              <a:buClr>
                <a:schemeClr val="lt2"/>
              </a:buClr>
              <a:buSzPts val="1400"/>
              <a:buChar char="●"/>
            </a:pPr>
            <a:r>
              <a:rPr lang="en"/>
              <a:t>Mercury is the closest planet to the Sun and the smallest one in the Solar System</a:t>
            </a:r>
            <a:endParaRPr/>
          </a:p>
          <a:p>
            <a:pPr marL="457200" lvl="0" indent="-317500" algn="l" rtl="0">
              <a:spcBef>
                <a:spcPts val="1000"/>
              </a:spcBef>
              <a:spcAft>
                <a:spcPts val="0"/>
              </a:spcAft>
              <a:buClr>
                <a:schemeClr val="lt2"/>
              </a:buClr>
              <a:buSzPts val="1400"/>
              <a:buChar char="●"/>
            </a:pPr>
            <a:r>
              <a:rPr lang="en"/>
              <a:t>Mars is a cold place. It's full of iron oxide dust, which gives the planet its reddish cast</a:t>
            </a:r>
            <a:endParaRPr/>
          </a:p>
          <a:p>
            <a:pPr marL="457200" lvl="0" indent="-317500" algn="l" rtl="0">
              <a:spcBef>
                <a:spcPts val="1000"/>
              </a:spcBef>
              <a:spcAft>
                <a:spcPts val="0"/>
              </a:spcAft>
              <a:buClr>
                <a:schemeClr val="lt2"/>
              </a:buClr>
              <a:buSzPts val="1400"/>
              <a:buChar char="●"/>
            </a:pPr>
            <a:r>
              <a:rPr lang="en"/>
              <a:t>Saturn is a gas giant and has several rings. It's composed mostly of hydrogen and helium</a:t>
            </a:r>
            <a:endParaRPr/>
          </a:p>
          <a:p>
            <a:pPr marL="457200" lvl="0" indent="-317500" algn="l" rtl="0">
              <a:spcBef>
                <a:spcPts val="1000"/>
              </a:spcBef>
              <a:spcAft>
                <a:spcPts val="0"/>
              </a:spcAft>
              <a:buClr>
                <a:schemeClr val="lt2"/>
              </a:buClr>
              <a:buSzPts val="1400"/>
              <a:buChar char="●"/>
            </a:pPr>
            <a:r>
              <a:rPr lang="en"/>
              <a:t>Earth is the third planet from the Sun and the only one that harbors life in the Solar System</a:t>
            </a:r>
            <a:endParaRPr/>
          </a:p>
          <a:p>
            <a:pPr marL="457200" lvl="0" indent="-317500" algn="l" rtl="0">
              <a:spcBef>
                <a:spcPts val="1000"/>
              </a:spcBef>
              <a:spcAft>
                <a:spcPts val="0"/>
              </a:spcAft>
              <a:buClr>
                <a:schemeClr val="lt2"/>
              </a:buClr>
              <a:buSzPts val="1400"/>
              <a:buChar char="●"/>
            </a:pPr>
            <a:r>
              <a:rPr lang="en"/>
              <a:t>Venus is terribly hot, even hotter than Mercury, and its atmosphere is extremely poisonous</a:t>
            </a:r>
            <a:endParaRPr/>
          </a:p>
        </p:txBody>
      </p:sp>
      <p:grpSp>
        <p:nvGrpSpPr>
          <p:cNvPr id="1562" name="Google Shape;1562;p56"/>
          <p:cNvGrpSpPr/>
          <p:nvPr/>
        </p:nvGrpSpPr>
        <p:grpSpPr>
          <a:xfrm>
            <a:off x="7501615" y="3168387"/>
            <a:ext cx="1947195" cy="2279919"/>
            <a:chOff x="7501615" y="3168387"/>
            <a:chExt cx="1947195" cy="2279919"/>
          </a:xfrm>
        </p:grpSpPr>
        <p:sp>
          <p:nvSpPr>
            <p:cNvPr id="1563" name="Google Shape;1563;p56"/>
            <p:cNvSpPr/>
            <p:nvPr/>
          </p:nvSpPr>
          <p:spPr>
            <a:xfrm>
              <a:off x="8425286" y="4424570"/>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p:cNvSpPr/>
            <p:nvPr/>
          </p:nvSpPr>
          <p:spPr>
            <a:xfrm>
              <a:off x="8555238" y="335576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p:cNvSpPr/>
            <p:nvPr/>
          </p:nvSpPr>
          <p:spPr>
            <a:xfrm>
              <a:off x="8369442" y="3168387"/>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p:cNvSpPr/>
            <p:nvPr/>
          </p:nvSpPr>
          <p:spPr>
            <a:xfrm flipH="1">
              <a:off x="7501615" y="4803737"/>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67" name="Google Shape;1567;p56"/>
            <p:cNvGrpSpPr/>
            <p:nvPr/>
          </p:nvGrpSpPr>
          <p:grpSpPr>
            <a:xfrm>
              <a:off x="7501625" y="3735518"/>
              <a:ext cx="1489976" cy="1255570"/>
              <a:chOff x="616175" y="1570092"/>
              <a:chExt cx="1489976" cy="1255570"/>
            </a:xfrm>
          </p:grpSpPr>
          <p:sp>
            <p:nvSpPr>
              <p:cNvPr id="1568" name="Google Shape;1568;p56"/>
              <p:cNvSpPr/>
              <p:nvPr/>
            </p:nvSpPr>
            <p:spPr>
              <a:xfrm>
                <a:off x="667023" y="1570092"/>
                <a:ext cx="1439129" cy="1249757"/>
              </a:xfrm>
              <a:custGeom>
                <a:avLst/>
                <a:gdLst/>
                <a:ahLst/>
                <a:cxnLst/>
                <a:rect l="l" t="t" r="r" b="b"/>
                <a:pathLst>
                  <a:path w="61898" h="53753" extrusionOk="0">
                    <a:moveTo>
                      <a:pt x="30950" y="0"/>
                    </a:moveTo>
                    <a:cubicBezTo>
                      <a:pt x="28754" y="1744"/>
                      <a:pt x="20519" y="7692"/>
                      <a:pt x="10168" y="7862"/>
                    </a:cubicBezTo>
                    <a:cubicBezTo>
                      <a:pt x="10168" y="7862"/>
                      <a:pt x="1" y="42385"/>
                      <a:pt x="30950" y="53752"/>
                    </a:cubicBezTo>
                    <a:cubicBezTo>
                      <a:pt x="61898" y="42385"/>
                      <a:pt x="51730" y="7862"/>
                      <a:pt x="51730" y="7862"/>
                    </a:cubicBezTo>
                    <a:cubicBezTo>
                      <a:pt x="41380" y="7692"/>
                      <a:pt x="33146" y="1744"/>
                      <a:pt x="309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p:cNvSpPr/>
              <p:nvPr/>
            </p:nvSpPr>
            <p:spPr>
              <a:xfrm>
                <a:off x="1122607" y="1950811"/>
                <a:ext cx="558232" cy="437844"/>
              </a:xfrm>
              <a:custGeom>
                <a:avLst/>
                <a:gdLst/>
                <a:ahLst/>
                <a:cxnLst/>
                <a:rect l="l" t="t" r="r" b="b"/>
                <a:pathLst>
                  <a:path w="24010" h="18832" extrusionOk="0">
                    <a:moveTo>
                      <a:pt x="21357" y="1"/>
                    </a:moveTo>
                    <a:lnTo>
                      <a:pt x="9034" y="14110"/>
                    </a:lnTo>
                    <a:lnTo>
                      <a:pt x="2048" y="9121"/>
                    </a:lnTo>
                    <a:lnTo>
                      <a:pt x="0" y="11987"/>
                    </a:lnTo>
                    <a:lnTo>
                      <a:pt x="9587" y="18831"/>
                    </a:lnTo>
                    <a:lnTo>
                      <a:pt x="24009" y="2319"/>
                    </a:lnTo>
                    <a:lnTo>
                      <a:pt x="213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p:cNvSpPr/>
              <p:nvPr/>
            </p:nvSpPr>
            <p:spPr>
              <a:xfrm>
                <a:off x="1196239" y="1742421"/>
                <a:ext cx="909912" cy="1077428"/>
              </a:xfrm>
              <a:custGeom>
                <a:avLst/>
                <a:gdLst/>
                <a:ahLst/>
                <a:cxnLst/>
                <a:rect l="l" t="t" r="r" b="b"/>
                <a:pathLst>
                  <a:path w="39136" h="46341" extrusionOk="0">
                    <a:moveTo>
                      <a:pt x="24380" y="0"/>
                    </a:moveTo>
                    <a:cubicBezTo>
                      <a:pt x="24919" y="13103"/>
                      <a:pt x="21662" y="32654"/>
                      <a:pt x="0" y="42228"/>
                    </a:cubicBezTo>
                    <a:cubicBezTo>
                      <a:pt x="2344" y="43794"/>
                      <a:pt x="5052" y="45188"/>
                      <a:pt x="8188" y="46340"/>
                    </a:cubicBezTo>
                    <a:cubicBezTo>
                      <a:pt x="39136" y="34973"/>
                      <a:pt x="28968" y="450"/>
                      <a:pt x="28968" y="450"/>
                    </a:cubicBezTo>
                    <a:cubicBezTo>
                      <a:pt x="27384" y="423"/>
                      <a:pt x="25851" y="260"/>
                      <a:pt x="243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p:cNvSpPr/>
              <p:nvPr/>
            </p:nvSpPr>
            <p:spPr>
              <a:xfrm>
                <a:off x="684646" y="1942580"/>
                <a:ext cx="303273" cy="298344"/>
              </a:xfrm>
              <a:custGeom>
                <a:avLst/>
                <a:gdLst/>
                <a:ahLst/>
                <a:cxnLst/>
                <a:rect l="l" t="t" r="r" b="b"/>
                <a:pathLst>
                  <a:path w="13044" h="12832" extrusionOk="0">
                    <a:moveTo>
                      <a:pt x="7432" y="1682"/>
                    </a:moveTo>
                    <a:cubicBezTo>
                      <a:pt x="9597" y="1682"/>
                      <a:pt x="11360" y="3444"/>
                      <a:pt x="11360" y="5610"/>
                    </a:cubicBezTo>
                    <a:lnTo>
                      <a:pt x="11360" y="7217"/>
                    </a:lnTo>
                    <a:cubicBezTo>
                      <a:pt x="11360" y="9385"/>
                      <a:pt x="9599" y="11147"/>
                      <a:pt x="7432" y="11147"/>
                    </a:cubicBezTo>
                    <a:lnTo>
                      <a:pt x="5612" y="11147"/>
                    </a:lnTo>
                    <a:cubicBezTo>
                      <a:pt x="3447" y="11147"/>
                      <a:pt x="1683" y="9384"/>
                      <a:pt x="1683" y="7217"/>
                    </a:cubicBezTo>
                    <a:lnTo>
                      <a:pt x="1683" y="5610"/>
                    </a:lnTo>
                    <a:cubicBezTo>
                      <a:pt x="1683" y="3444"/>
                      <a:pt x="3445" y="1682"/>
                      <a:pt x="5612" y="1682"/>
                    </a:cubicBezTo>
                    <a:close/>
                    <a:moveTo>
                      <a:pt x="5612" y="0"/>
                    </a:moveTo>
                    <a:cubicBezTo>
                      <a:pt x="2517" y="0"/>
                      <a:pt x="0" y="2517"/>
                      <a:pt x="0" y="5612"/>
                    </a:cubicBezTo>
                    <a:lnTo>
                      <a:pt x="0" y="7219"/>
                    </a:lnTo>
                    <a:cubicBezTo>
                      <a:pt x="0" y="10313"/>
                      <a:pt x="2517" y="12832"/>
                      <a:pt x="5612" y="12832"/>
                    </a:cubicBezTo>
                    <a:lnTo>
                      <a:pt x="7432" y="12832"/>
                    </a:lnTo>
                    <a:cubicBezTo>
                      <a:pt x="10527" y="12832"/>
                      <a:pt x="13043" y="10313"/>
                      <a:pt x="13043" y="7219"/>
                    </a:cubicBezTo>
                    <a:lnTo>
                      <a:pt x="13043" y="5612"/>
                    </a:lnTo>
                    <a:cubicBezTo>
                      <a:pt x="13043" y="2517"/>
                      <a:pt x="10527" y="0"/>
                      <a:pt x="74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p:cNvSpPr/>
              <p:nvPr/>
            </p:nvSpPr>
            <p:spPr>
              <a:xfrm>
                <a:off x="616175" y="2074152"/>
                <a:ext cx="440216" cy="440239"/>
              </a:xfrm>
              <a:custGeom>
                <a:avLst/>
                <a:gdLst/>
                <a:ahLst/>
                <a:cxnLst/>
                <a:rect l="l" t="t" r="r" b="b"/>
                <a:pathLst>
                  <a:path w="18934" h="18935" extrusionOk="0">
                    <a:moveTo>
                      <a:pt x="5504" y="1"/>
                    </a:moveTo>
                    <a:cubicBezTo>
                      <a:pt x="2477" y="1"/>
                      <a:pt x="0" y="2478"/>
                      <a:pt x="0" y="5507"/>
                    </a:cubicBezTo>
                    <a:lnTo>
                      <a:pt x="0" y="13430"/>
                    </a:lnTo>
                    <a:cubicBezTo>
                      <a:pt x="0" y="16458"/>
                      <a:pt x="2477" y="18934"/>
                      <a:pt x="5504" y="18934"/>
                    </a:cubicBezTo>
                    <a:lnTo>
                      <a:pt x="13429" y="18934"/>
                    </a:lnTo>
                    <a:cubicBezTo>
                      <a:pt x="16456" y="18934"/>
                      <a:pt x="18933" y="16458"/>
                      <a:pt x="18933" y="13430"/>
                    </a:cubicBezTo>
                    <a:lnTo>
                      <a:pt x="18933" y="5507"/>
                    </a:lnTo>
                    <a:cubicBezTo>
                      <a:pt x="18933" y="2478"/>
                      <a:pt x="16456" y="1"/>
                      <a:pt x="1342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p:cNvSpPr/>
              <p:nvPr/>
            </p:nvSpPr>
            <p:spPr>
              <a:xfrm>
                <a:off x="643866" y="2101866"/>
                <a:ext cx="412525" cy="412478"/>
              </a:xfrm>
              <a:custGeom>
                <a:avLst/>
                <a:gdLst/>
                <a:ahLst/>
                <a:cxnLst/>
                <a:rect l="l" t="t" r="r" b="b"/>
                <a:pathLst>
                  <a:path w="17743" h="17741" extrusionOk="0">
                    <a:moveTo>
                      <a:pt x="15642" y="0"/>
                    </a:moveTo>
                    <a:lnTo>
                      <a:pt x="15642" y="0"/>
                    </a:lnTo>
                    <a:cubicBezTo>
                      <a:pt x="16386" y="940"/>
                      <a:pt x="16832" y="2123"/>
                      <a:pt x="16832" y="3404"/>
                    </a:cubicBezTo>
                    <a:lnTo>
                      <a:pt x="16832" y="11329"/>
                    </a:lnTo>
                    <a:cubicBezTo>
                      <a:pt x="16832" y="14356"/>
                      <a:pt x="14356" y="16834"/>
                      <a:pt x="11328" y="16834"/>
                    </a:cubicBezTo>
                    <a:lnTo>
                      <a:pt x="3405" y="16834"/>
                    </a:lnTo>
                    <a:cubicBezTo>
                      <a:pt x="2121" y="16834"/>
                      <a:pt x="940" y="16384"/>
                      <a:pt x="0" y="15641"/>
                    </a:cubicBezTo>
                    <a:lnTo>
                      <a:pt x="0" y="15641"/>
                    </a:lnTo>
                    <a:cubicBezTo>
                      <a:pt x="1011" y="16915"/>
                      <a:pt x="2568" y="17741"/>
                      <a:pt x="4312" y="17741"/>
                    </a:cubicBezTo>
                    <a:lnTo>
                      <a:pt x="12237" y="17741"/>
                    </a:lnTo>
                    <a:cubicBezTo>
                      <a:pt x="15264" y="17741"/>
                      <a:pt x="17741" y="15265"/>
                      <a:pt x="17741" y="12237"/>
                    </a:cubicBezTo>
                    <a:lnTo>
                      <a:pt x="17741" y="4313"/>
                    </a:lnTo>
                    <a:cubicBezTo>
                      <a:pt x="17742" y="2571"/>
                      <a:pt x="16917" y="1011"/>
                      <a:pt x="156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p:cNvSpPr/>
              <p:nvPr/>
            </p:nvSpPr>
            <p:spPr>
              <a:xfrm>
                <a:off x="770229" y="2177754"/>
                <a:ext cx="132107" cy="260307"/>
              </a:xfrm>
              <a:custGeom>
                <a:avLst/>
                <a:gdLst/>
                <a:ahLst/>
                <a:cxnLst/>
                <a:rect l="l" t="t" r="r" b="b"/>
                <a:pathLst>
                  <a:path w="5682" h="11196" extrusionOk="0">
                    <a:moveTo>
                      <a:pt x="2841" y="1"/>
                    </a:moveTo>
                    <a:cubicBezTo>
                      <a:pt x="1272" y="1"/>
                      <a:pt x="0" y="1272"/>
                      <a:pt x="0" y="2841"/>
                    </a:cubicBezTo>
                    <a:cubicBezTo>
                      <a:pt x="0" y="3966"/>
                      <a:pt x="659" y="4931"/>
                      <a:pt x="1610" y="5390"/>
                    </a:cubicBezTo>
                    <a:lnTo>
                      <a:pt x="197" y="10712"/>
                    </a:lnTo>
                    <a:cubicBezTo>
                      <a:pt x="142" y="10978"/>
                      <a:pt x="320" y="11195"/>
                      <a:pt x="592" y="11195"/>
                    </a:cubicBezTo>
                    <a:lnTo>
                      <a:pt x="5093" y="11195"/>
                    </a:lnTo>
                    <a:cubicBezTo>
                      <a:pt x="5362" y="11195"/>
                      <a:pt x="5541" y="10979"/>
                      <a:pt x="5487" y="10712"/>
                    </a:cubicBezTo>
                    <a:lnTo>
                      <a:pt x="4074" y="5389"/>
                    </a:lnTo>
                    <a:cubicBezTo>
                      <a:pt x="5021" y="4931"/>
                      <a:pt x="5681" y="3969"/>
                      <a:pt x="5681" y="2841"/>
                    </a:cubicBezTo>
                    <a:cubicBezTo>
                      <a:pt x="5681" y="1272"/>
                      <a:pt x="4409" y="1"/>
                      <a:pt x="28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p:cNvSpPr/>
              <p:nvPr/>
            </p:nvSpPr>
            <p:spPr>
              <a:xfrm>
                <a:off x="1520181" y="2312813"/>
                <a:ext cx="460792" cy="419849"/>
              </a:xfrm>
              <a:custGeom>
                <a:avLst/>
                <a:gdLst/>
                <a:ahLst/>
                <a:cxnLst/>
                <a:rect l="l" t="t" r="r" b="b"/>
                <a:pathLst>
                  <a:path w="19819" h="18058" extrusionOk="0">
                    <a:moveTo>
                      <a:pt x="9912" y="2045"/>
                    </a:moveTo>
                    <a:cubicBezTo>
                      <a:pt x="11699" y="2045"/>
                      <a:pt x="13486" y="2726"/>
                      <a:pt x="14849" y="4089"/>
                    </a:cubicBezTo>
                    <a:cubicBezTo>
                      <a:pt x="17573" y="6818"/>
                      <a:pt x="17573" y="11238"/>
                      <a:pt x="14849" y="13963"/>
                    </a:cubicBezTo>
                    <a:cubicBezTo>
                      <a:pt x="13485" y="15326"/>
                      <a:pt x="11698" y="16007"/>
                      <a:pt x="9911" y="16007"/>
                    </a:cubicBezTo>
                    <a:cubicBezTo>
                      <a:pt x="8124" y="16007"/>
                      <a:pt x="6338" y="15326"/>
                      <a:pt x="4975" y="13963"/>
                    </a:cubicBezTo>
                    <a:cubicBezTo>
                      <a:pt x="2250" y="11238"/>
                      <a:pt x="2250" y="6817"/>
                      <a:pt x="4975" y="4089"/>
                    </a:cubicBezTo>
                    <a:cubicBezTo>
                      <a:pt x="6338" y="2726"/>
                      <a:pt x="8125" y="2045"/>
                      <a:pt x="9912" y="2045"/>
                    </a:cubicBezTo>
                    <a:close/>
                    <a:moveTo>
                      <a:pt x="9911" y="1"/>
                    </a:moveTo>
                    <a:cubicBezTo>
                      <a:pt x="7601" y="1"/>
                      <a:pt x="5289" y="882"/>
                      <a:pt x="3526" y="2645"/>
                    </a:cubicBezTo>
                    <a:cubicBezTo>
                      <a:pt x="1" y="6171"/>
                      <a:pt x="1" y="11887"/>
                      <a:pt x="3526" y="15413"/>
                    </a:cubicBezTo>
                    <a:cubicBezTo>
                      <a:pt x="5289" y="17176"/>
                      <a:pt x="7600" y="18057"/>
                      <a:pt x="9910" y="18057"/>
                    </a:cubicBezTo>
                    <a:cubicBezTo>
                      <a:pt x="12221" y="18057"/>
                      <a:pt x="14531" y="17176"/>
                      <a:pt x="16294" y="15413"/>
                    </a:cubicBezTo>
                    <a:cubicBezTo>
                      <a:pt x="19819" y="11887"/>
                      <a:pt x="19819" y="6171"/>
                      <a:pt x="16294" y="2645"/>
                    </a:cubicBezTo>
                    <a:cubicBezTo>
                      <a:pt x="14533" y="882"/>
                      <a:pt x="12222" y="1"/>
                      <a:pt x="99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p:cNvSpPr/>
              <p:nvPr/>
            </p:nvSpPr>
            <p:spPr>
              <a:xfrm>
                <a:off x="1572494" y="2360336"/>
                <a:ext cx="356283" cy="324663"/>
              </a:xfrm>
              <a:custGeom>
                <a:avLst/>
                <a:gdLst/>
                <a:ahLst/>
                <a:cxnLst/>
                <a:rect l="l" t="t" r="r" b="b"/>
                <a:pathLst>
                  <a:path w="15324" h="13964" extrusionOk="0">
                    <a:moveTo>
                      <a:pt x="7662" y="1"/>
                    </a:moveTo>
                    <a:cubicBezTo>
                      <a:pt x="5875" y="1"/>
                      <a:pt x="4088" y="682"/>
                      <a:pt x="2725" y="2045"/>
                    </a:cubicBezTo>
                    <a:cubicBezTo>
                      <a:pt x="0" y="4773"/>
                      <a:pt x="0" y="9194"/>
                      <a:pt x="2725" y="11919"/>
                    </a:cubicBezTo>
                    <a:cubicBezTo>
                      <a:pt x="4088" y="13282"/>
                      <a:pt x="5874" y="13963"/>
                      <a:pt x="7661" y="13963"/>
                    </a:cubicBezTo>
                    <a:cubicBezTo>
                      <a:pt x="9448" y="13963"/>
                      <a:pt x="11235" y="13282"/>
                      <a:pt x="12599" y="11919"/>
                    </a:cubicBezTo>
                    <a:cubicBezTo>
                      <a:pt x="15323" y="9194"/>
                      <a:pt x="15323" y="4774"/>
                      <a:pt x="12599" y="2045"/>
                    </a:cubicBezTo>
                    <a:cubicBezTo>
                      <a:pt x="11236" y="682"/>
                      <a:pt x="9449" y="1"/>
                      <a:pt x="76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p:cNvSpPr/>
              <p:nvPr/>
            </p:nvSpPr>
            <p:spPr>
              <a:xfrm>
                <a:off x="1847100" y="2619178"/>
                <a:ext cx="206506" cy="206483"/>
              </a:xfrm>
              <a:custGeom>
                <a:avLst/>
                <a:gdLst/>
                <a:ahLst/>
                <a:cxnLst/>
                <a:rect l="l" t="t" r="r" b="b"/>
                <a:pathLst>
                  <a:path w="8882" h="8881" extrusionOk="0">
                    <a:moveTo>
                      <a:pt x="1573" y="0"/>
                    </a:moveTo>
                    <a:lnTo>
                      <a:pt x="0" y="1574"/>
                    </a:lnTo>
                    <a:lnTo>
                      <a:pt x="7309" y="8880"/>
                    </a:lnTo>
                    <a:lnTo>
                      <a:pt x="8882" y="7310"/>
                    </a:lnTo>
                    <a:lnTo>
                      <a:pt x="15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p:cNvSpPr/>
              <p:nvPr/>
            </p:nvSpPr>
            <p:spPr>
              <a:xfrm>
                <a:off x="1980462" y="2752540"/>
                <a:ext cx="73144" cy="73121"/>
              </a:xfrm>
              <a:custGeom>
                <a:avLst/>
                <a:gdLst/>
                <a:ahLst/>
                <a:cxnLst/>
                <a:rect l="l" t="t" r="r" b="b"/>
                <a:pathLst>
                  <a:path w="3146" h="3145" extrusionOk="0">
                    <a:moveTo>
                      <a:pt x="1573" y="0"/>
                    </a:moveTo>
                    <a:lnTo>
                      <a:pt x="0" y="1574"/>
                    </a:lnTo>
                    <a:lnTo>
                      <a:pt x="1573" y="3144"/>
                    </a:lnTo>
                    <a:lnTo>
                      <a:pt x="3146" y="1574"/>
                    </a:lnTo>
                    <a:lnTo>
                      <a:pt x="15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p:cNvSpPr/>
              <p:nvPr/>
            </p:nvSpPr>
            <p:spPr>
              <a:xfrm>
                <a:off x="1727339" y="2398978"/>
                <a:ext cx="50057" cy="50034"/>
              </a:xfrm>
              <a:custGeom>
                <a:avLst/>
                <a:gdLst/>
                <a:ahLst/>
                <a:cxnLst/>
                <a:rect l="l" t="t" r="r" b="b"/>
                <a:pathLst>
                  <a:path w="2153" h="2152" extrusionOk="0">
                    <a:moveTo>
                      <a:pt x="1077" y="0"/>
                    </a:moveTo>
                    <a:cubicBezTo>
                      <a:pt x="482" y="0"/>
                      <a:pt x="0" y="482"/>
                      <a:pt x="0" y="1076"/>
                    </a:cubicBezTo>
                    <a:cubicBezTo>
                      <a:pt x="0" y="1669"/>
                      <a:pt x="482" y="2151"/>
                      <a:pt x="1077" y="2151"/>
                    </a:cubicBezTo>
                    <a:cubicBezTo>
                      <a:pt x="1671" y="2151"/>
                      <a:pt x="2153" y="1669"/>
                      <a:pt x="2153" y="1076"/>
                    </a:cubicBezTo>
                    <a:cubicBezTo>
                      <a:pt x="2153" y="482"/>
                      <a:pt x="1671" y="0"/>
                      <a:pt x="10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80" name="Google Shape;1580;p56"/>
          <p:cNvGrpSpPr/>
          <p:nvPr/>
        </p:nvGrpSpPr>
        <p:grpSpPr>
          <a:xfrm>
            <a:off x="76190" y="76211"/>
            <a:ext cx="1880618" cy="2198574"/>
            <a:chOff x="76190" y="76211"/>
            <a:chExt cx="1880618" cy="2198574"/>
          </a:xfrm>
        </p:grpSpPr>
        <p:sp>
          <p:nvSpPr>
            <p:cNvPr id="1581" name="Google Shape;1581;p56"/>
            <p:cNvSpPr/>
            <p:nvPr/>
          </p:nvSpPr>
          <p:spPr>
            <a:xfrm>
              <a:off x="76190"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p:cNvSpPr/>
            <p:nvPr/>
          </p:nvSpPr>
          <p:spPr>
            <a:xfrm flipH="1">
              <a:off x="297617" y="1895017"/>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p:cNvSpPr/>
            <p:nvPr/>
          </p:nvSpPr>
          <p:spPr>
            <a:xfrm flipH="1">
              <a:off x="76203" y="1674711"/>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4" name="Google Shape;1584;p56"/>
            <p:cNvGrpSpPr/>
            <p:nvPr/>
          </p:nvGrpSpPr>
          <p:grpSpPr>
            <a:xfrm>
              <a:off x="152389" y="152391"/>
              <a:ext cx="1804419" cy="1446116"/>
              <a:chOff x="1000664" y="3512341"/>
              <a:chExt cx="1804419" cy="1446116"/>
            </a:xfrm>
          </p:grpSpPr>
          <p:sp>
            <p:nvSpPr>
              <p:cNvPr id="1585" name="Google Shape;1585;p56"/>
              <p:cNvSpPr/>
              <p:nvPr/>
            </p:nvSpPr>
            <p:spPr>
              <a:xfrm>
                <a:off x="1094142" y="3946510"/>
                <a:ext cx="1617416" cy="987006"/>
              </a:xfrm>
              <a:custGeom>
                <a:avLst/>
                <a:gdLst/>
                <a:ahLst/>
                <a:cxnLst/>
                <a:rect l="l" t="t" r="r" b="b"/>
                <a:pathLst>
                  <a:path w="27686" h="16895" extrusionOk="0">
                    <a:moveTo>
                      <a:pt x="867" y="0"/>
                    </a:moveTo>
                    <a:cubicBezTo>
                      <a:pt x="391" y="0"/>
                      <a:pt x="1" y="390"/>
                      <a:pt x="1" y="866"/>
                    </a:cubicBezTo>
                    <a:lnTo>
                      <a:pt x="1" y="16029"/>
                    </a:lnTo>
                    <a:cubicBezTo>
                      <a:pt x="1" y="16506"/>
                      <a:pt x="391" y="16895"/>
                      <a:pt x="867" y="16895"/>
                    </a:cubicBezTo>
                    <a:lnTo>
                      <a:pt x="26820" y="16895"/>
                    </a:lnTo>
                    <a:cubicBezTo>
                      <a:pt x="27295" y="16895"/>
                      <a:pt x="27686" y="16506"/>
                      <a:pt x="27686" y="16029"/>
                    </a:cubicBezTo>
                    <a:lnTo>
                      <a:pt x="27686" y="866"/>
                    </a:lnTo>
                    <a:cubicBezTo>
                      <a:pt x="27686" y="390"/>
                      <a:pt x="27295" y="0"/>
                      <a:pt x="268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p:cNvSpPr/>
              <p:nvPr/>
            </p:nvSpPr>
            <p:spPr>
              <a:xfrm>
                <a:off x="1147049" y="4000759"/>
                <a:ext cx="1511793" cy="771553"/>
              </a:xfrm>
              <a:custGeom>
                <a:avLst/>
                <a:gdLst/>
                <a:ahLst/>
                <a:cxnLst/>
                <a:rect l="l" t="t" r="r" b="b"/>
                <a:pathLst>
                  <a:path w="25878" h="13207" extrusionOk="0">
                    <a:moveTo>
                      <a:pt x="1" y="1"/>
                    </a:moveTo>
                    <a:lnTo>
                      <a:pt x="1" y="13206"/>
                    </a:lnTo>
                    <a:lnTo>
                      <a:pt x="25877" y="13206"/>
                    </a:lnTo>
                    <a:lnTo>
                      <a:pt x="258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p:cNvSpPr/>
              <p:nvPr/>
            </p:nvSpPr>
            <p:spPr>
              <a:xfrm>
                <a:off x="1000664" y="4832386"/>
                <a:ext cx="1804419" cy="126070"/>
              </a:xfrm>
              <a:custGeom>
                <a:avLst/>
                <a:gdLst/>
                <a:ahLst/>
                <a:cxnLst/>
                <a:rect l="l" t="t" r="r" b="b"/>
                <a:pathLst>
                  <a:path w="30887" h="2158" extrusionOk="0">
                    <a:moveTo>
                      <a:pt x="0" y="1"/>
                    </a:moveTo>
                    <a:lnTo>
                      <a:pt x="0" y="1192"/>
                    </a:lnTo>
                    <a:cubicBezTo>
                      <a:pt x="0" y="1723"/>
                      <a:pt x="434" y="2157"/>
                      <a:pt x="966" y="2157"/>
                    </a:cubicBezTo>
                    <a:lnTo>
                      <a:pt x="29921" y="2157"/>
                    </a:lnTo>
                    <a:cubicBezTo>
                      <a:pt x="30451" y="2157"/>
                      <a:pt x="30886" y="1723"/>
                      <a:pt x="30886" y="1192"/>
                    </a:cubicBezTo>
                    <a:lnTo>
                      <a:pt x="308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p:cNvSpPr/>
              <p:nvPr/>
            </p:nvSpPr>
            <p:spPr>
              <a:xfrm>
                <a:off x="1724288" y="4832971"/>
                <a:ext cx="358115" cy="41128"/>
              </a:xfrm>
              <a:custGeom>
                <a:avLst/>
                <a:gdLst/>
                <a:ahLst/>
                <a:cxnLst/>
                <a:rect l="l" t="t" r="r" b="b"/>
                <a:pathLst>
                  <a:path w="6130" h="704" extrusionOk="0">
                    <a:moveTo>
                      <a:pt x="0" y="1"/>
                    </a:moveTo>
                    <a:lnTo>
                      <a:pt x="0" y="389"/>
                    </a:lnTo>
                    <a:cubicBezTo>
                      <a:pt x="0" y="562"/>
                      <a:pt x="141" y="703"/>
                      <a:pt x="315" y="703"/>
                    </a:cubicBezTo>
                    <a:lnTo>
                      <a:pt x="5815" y="703"/>
                    </a:lnTo>
                    <a:cubicBezTo>
                      <a:pt x="5988" y="703"/>
                      <a:pt x="6129" y="561"/>
                      <a:pt x="6129" y="389"/>
                    </a:cubicBezTo>
                    <a:lnTo>
                      <a:pt x="61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p:cNvSpPr/>
              <p:nvPr/>
            </p:nvSpPr>
            <p:spPr>
              <a:xfrm>
                <a:off x="1265139" y="4128081"/>
                <a:ext cx="554231" cy="554114"/>
              </a:xfrm>
              <a:custGeom>
                <a:avLst/>
                <a:gdLst/>
                <a:ahLst/>
                <a:cxnLst/>
                <a:rect l="l" t="t" r="r" b="b"/>
                <a:pathLst>
                  <a:path w="9487" h="9485" extrusionOk="0">
                    <a:moveTo>
                      <a:pt x="4744" y="0"/>
                    </a:moveTo>
                    <a:cubicBezTo>
                      <a:pt x="2124" y="0"/>
                      <a:pt x="1" y="2124"/>
                      <a:pt x="1" y="4743"/>
                    </a:cubicBezTo>
                    <a:cubicBezTo>
                      <a:pt x="1" y="7362"/>
                      <a:pt x="2125" y="9485"/>
                      <a:pt x="4744" y="9485"/>
                    </a:cubicBezTo>
                    <a:cubicBezTo>
                      <a:pt x="7363" y="9485"/>
                      <a:pt x="9486" y="7362"/>
                      <a:pt x="9486" y="4743"/>
                    </a:cubicBezTo>
                    <a:cubicBezTo>
                      <a:pt x="9486" y="2124"/>
                      <a:pt x="7363" y="0"/>
                      <a:pt x="47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p:cNvSpPr/>
              <p:nvPr/>
            </p:nvSpPr>
            <p:spPr>
              <a:xfrm>
                <a:off x="1455077" y="4229331"/>
                <a:ext cx="174617" cy="171755"/>
              </a:xfrm>
              <a:custGeom>
                <a:avLst/>
                <a:gdLst/>
                <a:ahLst/>
                <a:cxnLst/>
                <a:rect l="l" t="t" r="r" b="b"/>
                <a:pathLst>
                  <a:path w="2989" h="2940" extrusionOk="0">
                    <a:moveTo>
                      <a:pt x="1704" y="385"/>
                    </a:moveTo>
                    <a:cubicBezTo>
                      <a:pt x="2200" y="385"/>
                      <a:pt x="2604" y="790"/>
                      <a:pt x="2604" y="1286"/>
                    </a:cubicBezTo>
                    <a:lnTo>
                      <a:pt x="2604" y="1653"/>
                    </a:lnTo>
                    <a:cubicBezTo>
                      <a:pt x="2604" y="2149"/>
                      <a:pt x="2199" y="2554"/>
                      <a:pt x="1704" y="2554"/>
                    </a:cubicBezTo>
                    <a:lnTo>
                      <a:pt x="1286" y="2554"/>
                    </a:lnTo>
                    <a:cubicBezTo>
                      <a:pt x="791" y="2554"/>
                      <a:pt x="387" y="2150"/>
                      <a:pt x="387" y="1653"/>
                    </a:cubicBezTo>
                    <a:lnTo>
                      <a:pt x="387" y="1286"/>
                    </a:lnTo>
                    <a:cubicBezTo>
                      <a:pt x="387" y="790"/>
                      <a:pt x="791" y="385"/>
                      <a:pt x="1286" y="385"/>
                    </a:cubicBezTo>
                    <a:close/>
                    <a:moveTo>
                      <a:pt x="1286" y="0"/>
                    </a:moveTo>
                    <a:cubicBezTo>
                      <a:pt x="577" y="0"/>
                      <a:pt x="1" y="577"/>
                      <a:pt x="1" y="1286"/>
                    </a:cubicBezTo>
                    <a:lnTo>
                      <a:pt x="1" y="1653"/>
                    </a:lnTo>
                    <a:cubicBezTo>
                      <a:pt x="1" y="2363"/>
                      <a:pt x="578" y="2940"/>
                      <a:pt x="1286" y="2940"/>
                    </a:cubicBezTo>
                    <a:lnTo>
                      <a:pt x="1704" y="2940"/>
                    </a:lnTo>
                    <a:cubicBezTo>
                      <a:pt x="2412" y="2940"/>
                      <a:pt x="2988" y="2363"/>
                      <a:pt x="2988" y="1653"/>
                    </a:cubicBezTo>
                    <a:lnTo>
                      <a:pt x="2988" y="1286"/>
                    </a:lnTo>
                    <a:cubicBezTo>
                      <a:pt x="2988" y="577"/>
                      <a:pt x="2412" y="0"/>
                      <a:pt x="17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p:cNvSpPr/>
              <p:nvPr/>
            </p:nvSpPr>
            <p:spPr>
              <a:xfrm>
                <a:off x="1415734" y="4327833"/>
                <a:ext cx="253368" cy="253426"/>
              </a:xfrm>
              <a:custGeom>
                <a:avLst/>
                <a:gdLst/>
                <a:ahLst/>
                <a:cxnLst/>
                <a:rect l="l" t="t" r="r" b="b"/>
                <a:pathLst>
                  <a:path w="4337" h="4338" extrusionOk="0">
                    <a:moveTo>
                      <a:pt x="1260" y="0"/>
                    </a:moveTo>
                    <a:cubicBezTo>
                      <a:pt x="567" y="0"/>
                      <a:pt x="1" y="568"/>
                      <a:pt x="1" y="1262"/>
                    </a:cubicBezTo>
                    <a:lnTo>
                      <a:pt x="1" y="3076"/>
                    </a:lnTo>
                    <a:cubicBezTo>
                      <a:pt x="1" y="3770"/>
                      <a:pt x="567" y="4338"/>
                      <a:pt x="1260" y="4338"/>
                    </a:cubicBezTo>
                    <a:lnTo>
                      <a:pt x="3076" y="4338"/>
                    </a:lnTo>
                    <a:cubicBezTo>
                      <a:pt x="3768" y="4338"/>
                      <a:pt x="4336" y="3770"/>
                      <a:pt x="4336" y="3076"/>
                    </a:cubicBezTo>
                    <a:lnTo>
                      <a:pt x="4336" y="1262"/>
                    </a:lnTo>
                    <a:cubicBezTo>
                      <a:pt x="4336" y="568"/>
                      <a:pt x="3768" y="0"/>
                      <a:pt x="30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p:cNvSpPr/>
              <p:nvPr/>
            </p:nvSpPr>
            <p:spPr>
              <a:xfrm>
                <a:off x="1431693" y="4343792"/>
                <a:ext cx="237419" cy="237536"/>
              </a:xfrm>
              <a:custGeom>
                <a:avLst/>
                <a:gdLst/>
                <a:ahLst/>
                <a:cxnLst/>
                <a:rect l="l" t="t" r="r" b="b"/>
                <a:pathLst>
                  <a:path w="4064" h="4066" extrusionOk="0">
                    <a:moveTo>
                      <a:pt x="3583" y="1"/>
                    </a:moveTo>
                    <a:cubicBezTo>
                      <a:pt x="3753" y="216"/>
                      <a:pt x="3855" y="487"/>
                      <a:pt x="3855" y="780"/>
                    </a:cubicBezTo>
                    <a:lnTo>
                      <a:pt x="3855" y="2596"/>
                    </a:lnTo>
                    <a:cubicBezTo>
                      <a:pt x="3855" y="3290"/>
                      <a:pt x="3288" y="3857"/>
                      <a:pt x="2595" y="3857"/>
                    </a:cubicBezTo>
                    <a:lnTo>
                      <a:pt x="779" y="3857"/>
                    </a:lnTo>
                    <a:cubicBezTo>
                      <a:pt x="486" y="3857"/>
                      <a:pt x="215" y="3754"/>
                      <a:pt x="0" y="3585"/>
                    </a:cubicBezTo>
                    <a:lnTo>
                      <a:pt x="0" y="3585"/>
                    </a:lnTo>
                    <a:cubicBezTo>
                      <a:pt x="231" y="3877"/>
                      <a:pt x="589" y="4066"/>
                      <a:pt x="987" y="4066"/>
                    </a:cubicBezTo>
                    <a:lnTo>
                      <a:pt x="2803" y="4066"/>
                    </a:lnTo>
                    <a:cubicBezTo>
                      <a:pt x="3495" y="4066"/>
                      <a:pt x="4063" y="3498"/>
                      <a:pt x="4063" y="2804"/>
                    </a:cubicBezTo>
                    <a:lnTo>
                      <a:pt x="4063" y="990"/>
                    </a:lnTo>
                    <a:cubicBezTo>
                      <a:pt x="4063" y="588"/>
                      <a:pt x="3873" y="232"/>
                      <a:pt x="35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p:cNvSpPr/>
              <p:nvPr/>
            </p:nvSpPr>
            <p:spPr>
              <a:xfrm>
                <a:off x="1504359" y="4387519"/>
                <a:ext cx="76121" cy="149906"/>
              </a:xfrm>
              <a:custGeom>
                <a:avLst/>
                <a:gdLst/>
                <a:ahLst/>
                <a:cxnLst/>
                <a:rect l="l" t="t" r="r" b="b"/>
                <a:pathLst>
                  <a:path w="1303" h="2566" extrusionOk="0">
                    <a:moveTo>
                      <a:pt x="652" y="1"/>
                    </a:moveTo>
                    <a:cubicBezTo>
                      <a:pt x="292" y="1"/>
                      <a:pt x="1" y="292"/>
                      <a:pt x="1" y="652"/>
                    </a:cubicBezTo>
                    <a:cubicBezTo>
                      <a:pt x="1" y="910"/>
                      <a:pt x="152" y="1131"/>
                      <a:pt x="369" y="1235"/>
                    </a:cubicBezTo>
                    <a:lnTo>
                      <a:pt x="46" y="2454"/>
                    </a:lnTo>
                    <a:cubicBezTo>
                      <a:pt x="32" y="2516"/>
                      <a:pt x="74" y="2566"/>
                      <a:pt x="135" y="2566"/>
                    </a:cubicBezTo>
                    <a:lnTo>
                      <a:pt x="1166" y="2566"/>
                    </a:lnTo>
                    <a:cubicBezTo>
                      <a:pt x="1227" y="2566"/>
                      <a:pt x="1269" y="2516"/>
                      <a:pt x="1256" y="2454"/>
                    </a:cubicBezTo>
                    <a:lnTo>
                      <a:pt x="934" y="1235"/>
                    </a:lnTo>
                    <a:cubicBezTo>
                      <a:pt x="1151" y="1131"/>
                      <a:pt x="1303" y="910"/>
                      <a:pt x="1303" y="652"/>
                    </a:cubicBezTo>
                    <a:cubicBezTo>
                      <a:pt x="1303" y="292"/>
                      <a:pt x="1012" y="1"/>
                      <a:pt x="6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p:cNvSpPr/>
              <p:nvPr/>
            </p:nvSpPr>
            <p:spPr>
              <a:xfrm>
                <a:off x="2074233" y="4175549"/>
                <a:ext cx="317805" cy="22024"/>
              </a:xfrm>
              <a:custGeom>
                <a:avLst/>
                <a:gdLst/>
                <a:ahLst/>
                <a:cxnLst/>
                <a:rect l="l" t="t" r="r" b="b"/>
                <a:pathLst>
                  <a:path w="5440" h="377" extrusionOk="0">
                    <a:moveTo>
                      <a:pt x="0" y="0"/>
                    </a:moveTo>
                    <a:lnTo>
                      <a:pt x="0" y="377"/>
                    </a:lnTo>
                    <a:lnTo>
                      <a:pt x="5440" y="377"/>
                    </a:lnTo>
                    <a:lnTo>
                      <a:pt x="544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p:cNvSpPr/>
              <p:nvPr/>
            </p:nvSpPr>
            <p:spPr>
              <a:xfrm>
                <a:off x="1946263" y="4233949"/>
                <a:ext cx="573568" cy="22141"/>
              </a:xfrm>
              <a:custGeom>
                <a:avLst/>
                <a:gdLst/>
                <a:ahLst/>
                <a:cxnLst/>
                <a:rect l="l" t="t" r="r" b="b"/>
                <a:pathLst>
                  <a:path w="9818" h="379" extrusionOk="0">
                    <a:moveTo>
                      <a:pt x="0" y="1"/>
                    </a:moveTo>
                    <a:lnTo>
                      <a:pt x="0" y="378"/>
                    </a:lnTo>
                    <a:lnTo>
                      <a:pt x="9818" y="378"/>
                    </a:lnTo>
                    <a:lnTo>
                      <a:pt x="98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p:cNvSpPr/>
              <p:nvPr/>
            </p:nvSpPr>
            <p:spPr>
              <a:xfrm>
                <a:off x="1946263" y="4349463"/>
                <a:ext cx="573568" cy="123149"/>
              </a:xfrm>
              <a:custGeom>
                <a:avLst/>
                <a:gdLst/>
                <a:ahLst/>
                <a:cxnLst/>
                <a:rect l="l" t="t" r="r" b="b"/>
                <a:pathLst>
                  <a:path w="9818" h="2108" extrusionOk="0">
                    <a:moveTo>
                      <a:pt x="8402" y="1"/>
                    </a:moveTo>
                    <a:cubicBezTo>
                      <a:pt x="8401" y="1"/>
                      <a:pt x="8401" y="1"/>
                      <a:pt x="8400" y="1"/>
                    </a:cubicBezTo>
                    <a:lnTo>
                      <a:pt x="1418" y="1"/>
                    </a:lnTo>
                    <a:cubicBezTo>
                      <a:pt x="638" y="1"/>
                      <a:pt x="0" y="475"/>
                      <a:pt x="0" y="1054"/>
                    </a:cubicBezTo>
                    <a:cubicBezTo>
                      <a:pt x="0" y="1634"/>
                      <a:pt x="638" y="2108"/>
                      <a:pt x="1418" y="2108"/>
                    </a:cubicBezTo>
                    <a:lnTo>
                      <a:pt x="8400" y="2108"/>
                    </a:lnTo>
                    <a:cubicBezTo>
                      <a:pt x="9180" y="2108"/>
                      <a:pt x="9818" y="1633"/>
                      <a:pt x="9818" y="1054"/>
                    </a:cubicBezTo>
                    <a:cubicBezTo>
                      <a:pt x="9818" y="475"/>
                      <a:pt x="9182" y="1"/>
                      <a:pt x="84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p:cNvSpPr/>
              <p:nvPr/>
            </p:nvSpPr>
            <p:spPr>
              <a:xfrm>
                <a:off x="2076980" y="4400964"/>
                <a:ext cx="20155" cy="20155"/>
              </a:xfrm>
              <a:custGeom>
                <a:avLst/>
                <a:gdLst/>
                <a:ahLst/>
                <a:cxnLst/>
                <a:rect l="l" t="t" r="r" b="b"/>
                <a:pathLst>
                  <a:path w="345" h="345" extrusionOk="0">
                    <a:moveTo>
                      <a:pt x="172" y="1"/>
                    </a:moveTo>
                    <a:cubicBezTo>
                      <a:pt x="76" y="1"/>
                      <a:pt x="0" y="78"/>
                      <a:pt x="0" y="173"/>
                    </a:cubicBezTo>
                    <a:cubicBezTo>
                      <a:pt x="0" y="268"/>
                      <a:pt x="76" y="345"/>
                      <a:pt x="172" y="345"/>
                    </a:cubicBezTo>
                    <a:cubicBezTo>
                      <a:pt x="267" y="345"/>
                      <a:pt x="345" y="268"/>
                      <a:pt x="345" y="173"/>
                    </a:cubicBezTo>
                    <a:cubicBezTo>
                      <a:pt x="345" y="78"/>
                      <a:pt x="267" y="1"/>
                      <a:pt x="1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p:cNvSpPr/>
              <p:nvPr/>
            </p:nvSpPr>
            <p:spPr>
              <a:xfrm>
                <a:off x="2135382" y="4400964"/>
                <a:ext cx="20213" cy="20155"/>
              </a:xfrm>
              <a:custGeom>
                <a:avLst/>
                <a:gdLst/>
                <a:ahLst/>
                <a:cxnLst/>
                <a:rect l="l" t="t" r="r" b="b"/>
                <a:pathLst>
                  <a:path w="346" h="345" extrusionOk="0">
                    <a:moveTo>
                      <a:pt x="173" y="1"/>
                    </a:moveTo>
                    <a:cubicBezTo>
                      <a:pt x="78" y="1"/>
                      <a:pt x="1" y="78"/>
                      <a:pt x="1" y="173"/>
                    </a:cubicBezTo>
                    <a:cubicBezTo>
                      <a:pt x="1" y="268"/>
                      <a:pt x="78" y="345"/>
                      <a:pt x="173" y="345"/>
                    </a:cubicBezTo>
                    <a:cubicBezTo>
                      <a:pt x="269" y="345"/>
                      <a:pt x="345" y="268"/>
                      <a:pt x="345" y="173"/>
                    </a:cubicBezTo>
                    <a:cubicBezTo>
                      <a:pt x="345" y="78"/>
                      <a:pt x="269" y="1"/>
                      <a:pt x="1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p:cNvSpPr/>
              <p:nvPr/>
            </p:nvSpPr>
            <p:spPr>
              <a:xfrm>
                <a:off x="2193901" y="4400964"/>
                <a:ext cx="20155" cy="20155"/>
              </a:xfrm>
              <a:custGeom>
                <a:avLst/>
                <a:gdLst/>
                <a:ahLst/>
                <a:cxnLst/>
                <a:rect l="l" t="t" r="r" b="b"/>
                <a:pathLst>
                  <a:path w="345" h="345" extrusionOk="0">
                    <a:moveTo>
                      <a:pt x="173" y="1"/>
                    </a:moveTo>
                    <a:cubicBezTo>
                      <a:pt x="78" y="1"/>
                      <a:pt x="0" y="78"/>
                      <a:pt x="0" y="173"/>
                    </a:cubicBezTo>
                    <a:cubicBezTo>
                      <a:pt x="0" y="268"/>
                      <a:pt x="78" y="345"/>
                      <a:pt x="173" y="345"/>
                    </a:cubicBezTo>
                    <a:cubicBezTo>
                      <a:pt x="268" y="345"/>
                      <a:pt x="345" y="268"/>
                      <a:pt x="345" y="173"/>
                    </a:cubicBezTo>
                    <a:cubicBezTo>
                      <a:pt x="345" y="78"/>
                      <a:pt x="268" y="1"/>
                      <a:pt x="1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p:cNvSpPr/>
              <p:nvPr/>
            </p:nvSpPr>
            <p:spPr>
              <a:xfrm>
                <a:off x="2252420" y="4400964"/>
                <a:ext cx="20155" cy="20155"/>
              </a:xfrm>
              <a:custGeom>
                <a:avLst/>
                <a:gdLst/>
                <a:ahLst/>
                <a:cxnLst/>
                <a:rect l="l" t="t" r="r" b="b"/>
                <a:pathLst>
                  <a:path w="345" h="345" extrusionOk="0">
                    <a:moveTo>
                      <a:pt x="172" y="1"/>
                    </a:moveTo>
                    <a:cubicBezTo>
                      <a:pt x="77" y="1"/>
                      <a:pt x="0" y="78"/>
                      <a:pt x="0" y="173"/>
                    </a:cubicBezTo>
                    <a:cubicBezTo>
                      <a:pt x="0" y="268"/>
                      <a:pt x="77" y="345"/>
                      <a:pt x="172" y="345"/>
                    </a:cubicBezTo>
                    <a:cubicBezTo>
                      <a:pt x="267" y="345"/>
                      <a:pt x="344" y="268"/>
                      <a:pt x="344" y="173"/>
                    </a:cubicBezTo>
                    <a:cubicBezTo>
                      <a:pt x="344" y="78"/>
                      <a:pt x="267" y="1"/>
                      <a:pt x="1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p:cNvSpPr/>
              <p:nvPr/>
            </p:nvSpPr>
            <p:spPr>
              <a:xfrm>
                <a:off x="2310881" y="4400964"/>
                <a:ext cx="20213" cy="20155"/>
              </a:xfrm>
              <a:custGeom>
                <a:avLst/>
                <a:gdLst/>
                <a:ahLst/>
                <a:cxnLst/>
                <a:rect l="l" t="t" r="r" b="b"/>
                <a:pathLst>
                  <a:path w="346" h="345" extrusionOk="0">
                    <a:moveTo>
                      <a:pt x="173" y="1"/>
                    </a:moveTo>
                    <a:cubicBezTo>
                      <a:pt x="77" y="1"/>
                      <a:pt x="1" y="78"/>
                      <a:pt x="1" y="173"/>
                    </a:cubicBezTo>
                    <a:cubicBezTo>
                      <a:pt x="1" y="268"/>
                      <a:pt x="77" y="345"/>
                      <a:pt x="173" y="345"/>
                    </a:cubicBezTo>
                    <a:cubicBezTo>
                      <a:pt x="268" y="345"/>
                      <a:pt x="345" y="268"/>
                      <a:pt x="345" y="173"/>
                    </a:cubicBezTo>
                    <a:cubicBezTo>
                      <a:pt x="345" y="78"/>
                      <a:pt x="269" y="1"/>
                      <a:pt x="1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p:cNvSpPr/>
              <p:nvPr/>
            </p:nvSpPr>
            <p:spPr>
              <a:xfrm>
                <a:off x="2369341" y="4400964"/>
                <a:ext cx="20155" cy="20155"/>
              </a:xfrm>
              <a:custGeom>
                <a:avLst/>
                <a:gdLst/>
                <a:ahLst/>
                <a:cxnLst/>
                <a:rect l="l" t="t" r="r" b="b"/>
                <a:pathLst>
                  <a:path w="345" h="345" extrusionOk="0">
                    <a:moveTo>
                      <a:pt x="172" y="1"/>
                    </a:moveTo>
                    <a:cubicBezTo>
                      <a:pt x="78" y="1"/>
                      <a:pt x="0" y="78"/>
                      <a:pt x="0" y="173"/>
                    </a:cubicBezTo>
                    <a:cubicBezTo>
                      <a:pt x="0" y="268"/>
                      <a:pt x="78" y="345"/>
                      <a:pt x="172" y="345"/>
                    </a:cubicBezTo>
                    <a:cubicBezTo>
                      <a:pt x="268" y="345"/>
                      <a:pt x="345" y="268"/>
                      <a:pt x="345" y="173"/>
                    </a:cubicBezTo>
                    <a:cubicBezTo>
                      <a:pt x="345" y="78"/>
                      <a:pt x="270" y="1"/>
                      <a:pt x="1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p:cNvSpPr/>
              <p:nvPr/>
            </p:nvSpPr>
            <p:spPr>
              <a:xfrm>
                <a:off x="2133687" y="4554417"/>
                <a:ext cx="199154" cy="80795"/>
              </a:xfrm>
              <a:custGeom>
                <a:avLst/>
                <a:gdLst/>
                <a:ahLst/>
                <a:cxnLst/>
                <a:rect l="l" t="t" r="r" b="b"/>
                <a:pathLst>
                  <a:path w="3409" h="1383" extrusionOk="0">
                    <a:moveTo>
                      <a:pt x="1" y="1"/>
                    </a:moveTo>
                    <a:lnTo>
                      <a:pt x="1" y="1382"/>
                    </a:lnTo>
                    <a:lnTo>
                      <a:pt x="3408" y="1382"/>
                    </a:lnTo>
                    <a:lnTo>
                      <a:pt x="34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p:cNvSpPr/>
              <p:nvPr/>
            </p:nvSpPr>
            <p:spPr>
              <a:xfrm>
                <a:off x="2168822" y="4583822"/>
                <a:ext cx="128816" cy="22083"/>
              </a:xfrm>
              <a:custGeom>
                <a:avLst/>
                <a:gdLst/>
                <a:ahLst/>
                <a:cxnLst/>
                <a:rect l="l" t="t" r="r" b="b"/>
                <a:pathLst>
                  <a:path w="2205" h="378" extrusionOk="0">
                    <a:moveTo>
                      <a:pt x="1" y="1"/>
                    </a:moveTo>
                    <a:lnTo>
                      <a:pt x="1" y="377"/>
                    </a:lnTo>
                    <a:lnTo>
                      <a:pt x="2204" y="377"/>
                    </a:lnTo>
                    <a:lnTo>
                      <a:pt x="22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p:cNvSpPr/>
              <p:nvPr/>
            </p:nvSpPr>
            <p:spPr>
              <a:xfrm>
                <a:off x="1533882" y="3512341"/>
                <a:ext cx="750639" cy="651792"/>
              </a:xfrm>
              <a:custGeom>
                <a:avLst/>
                <a:gdLst/>
                <a:ahLst/>
                <a:cxnLst/>
                <a:rect l="l" t="t" r="r" b="b"/>
                <a:pathLst>
                  <a:path w="12849" h="11157" extrusionOk="0">
                    <a:moveTo>
                      <a:pt x="6424" y="0"/>
                    </a:moveTo>
                    <a:cubicBezTo>
                      <a:pt x="5969" y="362"/>
                      <a:pt x="4259" y="1596"/>
                      <a:pt x="2112" y="1632"/>
                    </a:cubicBezTo>
                    <a:cubicBezTo>
                      <a:pt x="2112" y="1632"/>
                      <a:pt x="1" y="8796"/>
                      <a:pt x="6424" y="11156"/>
                    </a:cubicBezTo>
                    <a:cubicBezTo>
                      <a:pt x="12848" y="8796"/>
                      <a:pt x="10737" y="1632"/>
                      <a:pt x="10737" y="1632"/>
                    </a:cubicBezTo>
                    <a:cubicBezTo>
                      <a:pt x="8589" y="1596"/>
                      <a:pt x="6881" y="363"/>
                      <a:pt x="64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p:cNvSpPr/>
              <p:nvPr/>
            </p:nvSpPr>
            <p:spPr>
              <a:xfrm>
                <a:off x="1771699" y="3711040"/>
                <a:ext cx="291165" cy="228364"/>
              </a:xfrm>
              <a:custGeom>
                <a:avLst/>
                <a:gdLst/>
                <a:ahLst/>
                <a:cxnLst/>
                <a:rect l="l" t="t" r="r" b="b"/>
                <a:pathLst>
                  <a:path w="4984" h="3909" extrusionOk="0">
                    <a:moveTo>
                      <a:pt x="4432" y="1"/>
                    </a:moveTo>
                    <a:lnTo>
                      <a:pt x="1875" y="2927"/>
                    </a:lnTo>
                    <a:lnTo>
                      <a:pt x="425" y="1893"/>
                    </a:lnTo>
                    <a:lnTo>
                      <a:pt x="0" y="2488"/>
                    </a:lnTo>
                    <a:lnTo>
                      <a:pt x="1990" y="3908"/>
                    </a:lnTo>
                    <a:lnTo>
                      <a:pt x="4983" y="480"/>
                    </a:lnTo>
                    <a:lnTo>
                      <a:pt x="4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p:cNvSpPr/>
              <p:nvPr/>
            </p:nvSpPr>
            <p:spPr>
              <a:xfrm>
                <a:off x="1810167" y="3602249"/>
                <a:ext cx="474546" cy="561825"/>
              </a:xfrm>
              <a:custGeom>
                <a:avLst/>
                <a:gdLst/>
                <a:ahLst/>
                <a:cxnLst/>
                <a:rect l="l" t="t" r="r" b="b"/>
                <a:pathLst>
                  <a:path w="8123" h="9617" extrusionOk="0">
                    <a:moveTo>
                      <a:pt x="5060" y="0"/>
                    </a:moveTo>
                    <a:lnTo>
                      <a:pt x="5060" y="0"/>
                    </a:lnTo>
                    <a:cubicBezTo>
                      <a:pt x="5172" y="2719"/>
                      <a:pt x="4496" y="6777"/>
                      <a:pt x="0" y="8764"/>
                    </a:cubicBezTo>
                    <a:cubicBezTo>
                      <a:pt x="487" y="9088"/>
                      <a:pt x="1049" y="9378"/>
                      <a:pt x="1700" y="9616"/>
                    </a:cubicBezTo>
                    <a:cubicBezTo>
                      <a:pt x="8122" y="7258"/>
                      <a:pt x="6011" y="94"/>
                      <a:pt x="6011" y="94"/>
                    </a:cubicBezTo>
                    <a:cubicBezTo>
                      <a:pt x="5683" y="89"/>
                      <a:pt x="5365" y="55"/>
                      <a:pt x="50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8" name="Google Shape;1608;p56"/>
            <p:cNvSpPr/>
            <p:nvPr/>
          </p:nvSpPr>
          <p:spPr>
            <a:xfrm flipH="1">
              <a:off x="1735377" y="228591"/>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11"/>
        <p:cNvGrpSpPr/>
        <p:nvPr/>
      </p:nvGrpSpPr>
      <p:grpSpPr>
        <a:xfrm>
          <a:off x="0" y="0"/>
          <a:ext cx="0" cy="0"/>
          <a:chOff x="0" y="0"/>
          <a:chExt cx="0" cy="0"/>
        </a:xfrm>
      </p:grpSpPr>
      <p:sp>
        <p:nvSpPr>
          <p:cNvPr id="1812" name="Google Shape;1812;p60"/>
          <p:cNvSpPr txBox="1">
            <a:spLocks noGrp="1"/>
          </p:cNvSpPr>
          <p:nvPr>
            <p:ph type="title"/>
          </p:nvPr>
        </p:nvSpPr>
        <p:spPr>
          <a:xfrm>
            <a:off x="720000" y="540000"/>
            <a:ext cx="7704000" cy="676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
              <a:t>ALTERNATIVE RESOURCES</a:t>
            </a:r>
            <a:endParaRPr/>
          </a:p>
        </p:txBody>
      </p:sp>
      <p:sp>
        <p:nvSpPr>
          <p:cNvPr id="1813" name="Google Shape;1813;p60"/>
          <p:cNvSpPr txBox="1">
            <a:spLocks noGrp="1"/>
          </p:cNvSpPr>
          <p:nvPr>
            <p:ph type="body" idx="1"/>
          </p:nvPr>
        </p:nvSpPr>
        <p:spPr>
          <a:xfrm>
            <a:off x="720000" y="1216800"/>
            <a:ext cx="3852000" cy="3386700"/>
          </a:xfrm>
          <a:prstGeom prst="rect">
            <a:avLst/>
          </a:prstGeom>
        </p:spPr>
        <p:txBody>
          <a:bodyPr spcFirstLastPara="1" wrap="square" lIns="90000" tIns="91425" rIns="90000" bIns="91425" anchor="t" anchorCtr="0">
            <a:noAutofit/>
          </a:bodyPr>
          <a:lstStyle/>
          <a:p>
            <a:pPr marL="0" lvl="0" indent="0" algn="l" rtl="0">
              <a:spcBef>
                <a:spcPts val="0"/>
              </a:spcBef>
              <a:spcAft>
                <a:spcPts val="0"/>
              </a:spcAft>
              <a:buNone/>
            </a:pPr>
            <a:r>
              <a:rPr lang="en" b="1">
                <a:latin typeface="Montserrat"/>
                <a:ea typeface="Montserrat"/>
                <a:cs typeface="Montserrat"/>
                <a:sym typeface="Montserrat"/>
              </a:rPr>
              <a:t>Here’s an assortment of alternative resources whose style fits the one of this template:</a:t>
            </a:r>
            <a:endParaRPr b="1">
              <a:latin typeface="Montserrat"/>
              <a:ea typeface="Montserrat"/>
              <a:cs typeface="Montserrat"/>
              <a:sym typeface="Montserrat"/>
            </a:endParaRPr>
          </a:p>
          <a:p>
            <a:pPr marL="0" lvl="0" indent="0" algn="l" rtl="0">
              <a:spcBef>
                <a:spcPts val="1000"/>
              </a:spcBef>
              <a:spcAft>
                <a:spcPts val="0"/>
              </a:spcAft>
              <a:buNone/>
            </a:pPr>
            <a:r>
              <a:rPr lang="en" sz="2200">
                <a:solidFill>
                  <a:schemeClr val="lt1"/>
                </a:solidFill>
                <a:latin typeface="Montserrat Black"/>
                <a:ea typeface="Montserrat Black"/>
                <a:cs typeface="Montserrat Black"/>
                <a:sym typeface="Montserrat Black"/>
              </a:rPr>
              <a:t>VECTORS</a:t>
            </a:r>
            <a:endParaRPr sz="2200">
              <a:solidFill>
                <a:schemeClr val="lt1"/>
              </a:solidFill>
              <a:latin typeface="Montserrat Black"/>
              <a:ea typeface="Montserrat Black"/>
              <a:cs typeface="Montserrat Black"/>
              <a:sym typeface="Montserrat Black"/>
            </a:endParaRPr>
          </a:p>
          <a:p>
            <a:pPr marL="457200" lvl="0" indent="-304800" algn="l" rtl="0">
              <a:spcBef>
                <a:spcPts val="1000"/>
              </a:spcBef>
              <a:spcAft>
                <a:spcPts val="0"/>
              </a:spcAft>
              <a:buClr>
                <a:schemeClr val="lt2"/>
              </a:buClr>
              <a:buSzPts val="1200"/>
              <a:buChar char="●"/>
            </a:pPr>
            <a:r>
              <a:rPr lang="en">
                <a:solidFill>
                  <a:schemeClr val="hlink"/>
                </a:solidFill>
                <a:uFill>
                  <a:noFill/>
                </a:uFill>
                <a:hlinkClick r:id="rId3"/>
              </a:rPr>
              <a:t>Flat design data privacy invoice</a:t>
            </a:r>
            <a:endParaRPr/>
          </a:p>
        </p:txBody>
      </p:sp>
      <p:sp>
        <p:nvSpPr>
          <p:cNvPr id="1814" name="Google Shape;1814;p60"/>
          <p:cNvSpPr txBox="1">
            <a:spLocks noGrp="1"/>
          </p:cNvSpPr>
          <p:nvPr>
            <p:ph type="body" idx="2"/>
          </p:nvPr>
        </p:nvSpPr>
        <p:spPr>
          <a:xfrm>
            <a:off x="4571995" y="1216800"/>
            <a:ext cx="3852000" cy="3386700"/>
          </a:xfrm>
          <a:prstGeom prst="rect">
            <a:avLst/>
          </a:prstGeom>
        </p:spPr>
        <p:txBody>
          <a:bodyPr spcFirstLastPara="1" wrap="square" lIns="90000" tIns="91425" rIns="90000" bIns="91425" anchor="t" anchorCtr="0">
            <a:noAutofit/>
          </a:bodyPr>
          <a:lstStyle/>
          <a:p>
            <a:pPr marL="457200" lvl="0" indent="-304800" algn="l" rtl="0">
              <a:spcBef>
                <a:spcPts val="0"/>
              </a:spcBef>
              <a:spcAft>
                <a:spcPts val="0"/>
              </a:spcAft>
              <a:buClr>
                <a:schemeClr val="lt2"/>
              </a:buClr>
              <a:buSzPts val="1200"/>
              <a:buChar char="●"/>
            </a:pPr>
            <a:r>
              <a:rPr lang="en" sz="1200">
                <a:solidFill>
                  <a:schemeClr val="hlink"/>
                </a:solidFill>
                <a:uFill>
                  <a:noFill/>
                </a:uFill>
                <a:latin typeface="Montserrat Medium"/>
                <a:ea typeface="Montserrat Medium"/>
                <a:cs typeface="Montserrat Medium"/>
                <a:sym typeface="Montserrat Medium"/>
                <a:hlinkClick r:id="rId4"/>
              </a:rPr>
              <a:t>Flat design data privacy instagram stories</a:t>
            </a:r>
            <a:endParaRPr sz="1200">
              <a:latin typeface="Montserrat Medium"/>
              <a:ea typeface="Montserrat Medium"/>
              <a:cs typeface="Montserrat Medium"/>
              <a:sym typeface="Montserrat Medium"/>
            </a:endParaRPr>
          </a:p>
          <a:p>
            <a:pPr marL="457200" lvl="0" indent="-304800" algn="l" rtl="0">
              <a:spcBef>
                <a:spcPts val="0"/>
              </a:spcBef>
              <a:spcAft>
                <a:spcPts val="0"/>
              </a:spcAft>
              <a:buClr>
                <a:schemeClr val="lt2"/>
              </a:buClr>
              <a:buSzPts val="1200"/>
              <a:buChar char="●"/>
            </a:pPr>
            <a:r>
              <a:rPr lang="en" sz="1200">
                <a:solidFill>
                  <a:schemeClr val="hlink"/>
                </a:solidFill>
                <a:uFill>
                  <a:noFill/>
                </a:uFill>
                <a:latin typeface="Montserrat Medium"/>
                <a:ea typeface="Montserrat Medium"/>
                <a:cs typeface="Montserrat Medium"/>
                <a:sym typeface="Montserrat Medium"/>
                <a:hlinkClick r:id="rId5"/>
              </a:rPr>
              <a:t>Flat design data privacy letterhead</a:t>
            </a:r>
            <a:endParaRPr/>
          </a:p>
        </p:txBody>
      </p:sp>
      <p:grpSp>
        <p:nvGrpSpPr>
          <p:cNvPr id="1815" name="Google Shape;1815;p60"/>
          <p:cNvGrpSpPr/>
          <p:nvPr/>
        </p:nvGrpSpPr>
        <p:grpSpPr>
          <a:xfrm>
            <a:off x="4647146" y="2955148"/>
            <a:ext cx="1405488" cy="1648351"/>
            <a:chOff x="1620000" y="1415500"/>
            <a:chExt cx="1495200" cy="1753565"/>
          </a:xfrm>
        </p:grpSpPr>
        <p:sp>
          <p:nvSpPr>
            <p:cNvPr id="1816" name="Google Shape;1816;p60"/>
            <p:cNvSpPr/>
            <p:nvPr/>
          </p:nvSpPr>
          <p:spPr>
            <a:xfrm>
              <a:off x="1921980" y="1514256"/>
              <a:ext cx="830640" cy="1654809"/>
            </a:xfrm>
            <a:custGeom>
              <a:avLst/>
              <a:gdLst/>
              <a:ahLst/>
              <a:cxnLst/>
              <a:rect l="l" t="t" r="r" b="b"/>
              <a:pathLst>
                <a:path w="13844" h="27579" extrusionOk="0">
                  <a:moveTo>
                    <a:pt x="1748" y="0"/>
                  </a:moveTo>
                  <a:cubicBezTo>
                    <a:pt x="786" y="0"/>
                    <a:pt x="1" y="786"/>
                    <a:pt x="1" y="1748"/>
                  </a:cubicBezTo>
                  <a:lnTo>
                    <a:pt x="1" y="25831"/>
                  </a:lnTo>
                  <a:cubicBezTo>
                    <a:pt x="1" y="26792"/>
                    <a:pt x="786" y="27579"/>
                    <a:pt x="1748" y="27579"/>
                  </a:cubicBezTo>
                  <a:lnTo>
                    <a:pt x="12096" y="27579"/>
                  </a:lnTo>
                  <a:cubicBezTo>
                    <a:pt x="13057" y="27579"/>
                    <a:pt x="13843" y="26792"/>
                    <a:pt x="13843" y="25831"/>
                  </a:cubicBezTo>
                  <a:lnTo>
                    <a:pt x="13843" y="1748"/>
                  </a:lnTo>
                  <a:cubicBezTo>
                    <a:pt x="13843" y="786"/>
                    <a:pt x="13057" y="0"/>
                    <a:pt x="120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60"/>
            <p:cNvSpPr/>
            <p:nvPr/>
          </p:nvSpPr>
          <p:spPr>
            <a:xfrm>
              <a:off x="1992840" y="1612892"/>
              <a:ext cx="688800" cy="1368477"/>
            </a:xfrm>
            <a:custGeom>
              <a:avLst/>
              <a:gdLst/>
              <a:ahLst/>
              <a:cxnLst/>
              <a:rect l="l" t="t" r="r" b="b"/>
              <a:pathLst>
                <a:path w="11480" h="22807" extrusionOk="0">
                  <a:moveTo>
                    <a:pt x="1" y="1"/>
                  </a:moveTo>
                  <a:lnTo>
                    <a:pt x="1" y="22807"/>
                  </a:lnTo>
                  <a:lnTo>
                    <a:pt x="11479" y="22807"/>
                  </a:lnTo>
                  <a:lnTo>
                    <a:pt x="1147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60"/>
            <p:cNvSpPr/>
            <p:nvPr/>
          </p:nvSpPr>
          <p:spPr>
            <a:xfrm>
              <a:off x="2258640" y="3039753"/>
              <a:ext cx="157200" cy="52502"/>
            </a:xfrm>
            <a:custGeom>
              <a:avLst/>
              <a:gdLst/>
              <a:ahLst/>
              <a:cxnLst/>
              <a:rect l="l" t="t" r="r" b="b"/>
              <a:pathLst>
                <a:path w="2620" h="875" extrusionOk="0">
                  <a:moveTo>
                    <a:pt x="437" y="0"/>
                  </a:moveTo>
                  <a:cubicBezTo>
                    <a:pt x="196" y="0"/>
                    <a:pt x="0" y="196"/>
                    <a:pt x="0" y="437"/>
                  </a:cubicBezTo>
                  <a:cubicBezTo>
                    <a:pt x="0" y="678"/>
                    <a:pt x="196" y="875"/>
                    <a:pt x="437" y="875"/>
                  </a:cubicBezTo>
                  <a:lnTo>
                    <a:pt x="2184" y="875"/>
                  </a:lnTo>
                  <a:cubicBezTo>
                    <a:pt x="2425" y="875"/>
                    <a:pt x="2620" y="678"/>
                    <a:pt x="2620" y="437"/>
                  </a:cubicBezTo>
                  <a:cubicBezTo>
                    <a:pt x="2620" y="196"/>
                    <a:pt x="2425" y="2"/>
                    <a:pt x="21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60"/>
            <p:cNvSpPr/>
            <p:nvPr/>
          </p:nvSpPr>
          <p:spPr>
            <a:xfrm>
              <a:off x="2191380" y="2359561"/>
              <a:ext cx="291900" cy="20341"/>
            </a:xfrm>
            <a:custGeom>
              <a:avLst/>
              <a:gdLst/>
              <a:ahLst/>
              <a:cxnLst/>
              <a:rect l="l" t="t" r="r" b="b"/>
              <a:pathLst>
                <a:path w="4865" h="339" extrusionOk="0">
                  <a:moveTo>
                    <a:pt x="0" y="0"/>
                  </a:moveTo>
                  <a:lnTo>
                    <a:pt x="0" y="339"/>
                  </a:lnTo>
                  <a:lnTo>
                    <a:pt x="4865" y="339"/>
                  </a:lnTo>
                  <a:lnTo>
                    <a:pt x="48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60"/>
            <p:cNvSpPr/>
            <p:nvPr/>
          </p:nvSpPr>
          <p:spPr>
            <a:xfrm>
              <a:off x="2073960" y="2413199"/>
              <a:ext cx="526620" cy="20221"/>
            </a:xfrm>
            <a:custGeom>
              <a:avLst/>
              <a:gdLst/>
              <a:ahLst/>
              <a:cxnLst/>
              <a:rect l="l" t="t" r="r" b="b"/>
              <a:pathLst>
                <a:path w="8777" h="337" extrusionOk="0">
                  <a:moveTo>
                    <a:pt x="1" y="1"/>
                  </a:moveTo>
                  <a:lnTo>
                    <a:pt x="1" y="337"/>
                  </a:lnTo>
                  <a:lnTo>
                    <a:pt x="8776" y="337"/>
                  </a:lnTo>
                  <a:lnTo>
                    <a:pt x="87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60"/>
            <p:cNvSpPr/>
            <p:nvPr/>
          </p:nvSpPr>
          <p:spPr>
            <a:xfrm>
              <a:off x="2073900" y="2519155"/>
              <a:ext cx="526680" cy="113045"/>
            </a:xfrm>
            <a:custGeom>
              <a:avLst/>
              <a:gdLst/>
              <a:ahLst/>
              <a:cxnLst/>
              <a:rect l="l" t="t" r="r" b="b"/>
              <a:pathLst>
                <a:path w="8778" h="1884" extrusionOk="0">
                  <a:moveTo>
                    <a:pt x="1269" y="0"/>
                  </a:moveTo>
                  <a:cubicBezTo>
                    <a:pt x="571" y="0"/>
                    <a:pt x="1" y="424"/>
                    <a:pt x="1" y="942"/>
                  </a:cubicBezTo>
                  <a:cubicBezTo>
                    <a:pt x="1" y="1460"/>
                    <a:pt x="571" y="1884"/>
                    <a:pt x="1269" y="1884"/>
                  </a:cubicBezTo>
                  <a:lnTo>
                    <a:pt x="7509" y="1884"/>
                  </a:lnTo>
                  <a:cubicBezTo>
                    <a:pt x="8207" y="1884"/>
                    <a:pt x="8777" y="1460"/>
                    <a:pt x="8777" y="942"/>
                  </a:cubicBezTo>
                  <a:cubicBezTo>
                    <a:pt x="8777" y="424"/>
                    <a:pt x="8207" y="0"/>
                    <a:pt x="750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60"/>
            <p:cNvSpPr/>
            <p:nvPr/>
          </p:nvSpPr>
          <p:spPr>
            <a:xfrm>
              <a:off x="2193900" y="2566373"/>
              <a:ext cx="18480" cy="18541"/>
            </a:xfrm>
            <a:custGeom>
              <a:avLst/>
              <a:gdLst/>
              <a:ahLst/>
              <a:cxnLst/>
              <a:rect l="l" t="t" r="r" b="b"/>
              <a:pathLst>
                <a:path w="308" h="309" extrusionOk="0">
                  <a:moveTo>
                    <a:pt x="155" y="1"/>
                  </a:moveTo>
                  <a:cubicBezTo>
                    <a:pt x="68" y="1"/>
                    <a:pt x="0" y="70"/>
                    <a:pt x="0" y="155"/>
                  </a:cubicBezTo>
                  <a:cubicBezTo>
                    <a:pt x="0" y="240"/>
                    <a:pt x="70" y="309"/>
                    <a:pt x="155" y="309"/>
                  </a:cubicBezTo>
                  <a:cubicBezTo>
                    <a:pt x="239" y="309"/>
                    <a:pt x="308" y="240"/>
                    <a:pt x="308" y="155"/>
                  </a:cubicBezTo>
                  <a:cubicBezTo>
                    <a:pt x="308" y="70"/>
                    <a:pt x="239" y="1"/>
                    <a:pt x="1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60"/>
            <p:cNvSpPr/>
            <p:nvPr/>
          </p:nvSpPr>
          <p:spPr>
            <a:xfrm>
              <a:off x="2247540" y="2566373"/>
              <a:ext cx="18540" cy="18541"/>
            </a:xfrm>
            <a:custGeom>
              <a:avLst/>
              <a:gdLst/>
              <a:ahLst/>
              <a:cxnLst/>
              <a:rect l="l" t="t" r="r" b="b"/>
              <a:pathLst>
                <a:path w="309" h="309" extrusionOk="0">
                  <a:moveTo>
                    <a:pt x="154" y="1"/>
                  </a:moveTo>
                  <a:cubicBezTo>
                    <a:pt x="69" y="1"/>
                    <a:pt x="0" y="70"/>
                    <a:pt x="0" y="155"/>
                  </a:cubicBezTo>
                  <a:cubicBezTo>
                    <a:pt x="0" y="240"/>
                    <a:pt x="69" y="309"/>
                    <a:pt x="154" y="309"/>
                  </a:cubicBezTo>
                  <a:cubicBezTo>
                    <a:pt x="239" y="309"/>
                    <a:pt x="308" y="240"/>
                    <a:pt x="308" y="155"/>
                  </a:cubicBezTo>
                  <a:cubicBezTo>
                    <a:pt x="308" y="70"/>
                    <a:pt x="239" y="1"/>
                    <a:pt x="1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60"/>
            <p:cNvSpPr/>
            <p:nvPr/>
          </p:nvSpPr>
          <p:spPr>
            <a:xfrm>
              <a:off x="2301180" y="2566373"/>
              <a:ext cx="18540" cy="18541"/>
            </a:xfrm>
            <a:custGeom>
              <a:avLst/>
              <a:gdLst/>
              <a:ahLst/>
              <a:cxnLst/>
              <a:rect l="l" t="t" r="r" b="b"/>
              <a:pathLst>
                <a:path w="309" h="309" extrusionOk="0">
                  <a:moveTo>
                    <a:pt x="155" y="1"/>
                  </a:moveTo>
                  <a:cubicBezTo>
                    <a:pt x="69" y="1"/>
                    <a:pt x="1" y="70"/>
                    <a:pt x="1" y="155"/>
                  </a:cubicBezTo>
                  <a:cubicBezTo>
                    <a:pt x="1" y="240"/>
                    <a:pt x="69" y="309"/>
                    <a:pt x="155" y="309"/>
                  </a:cubicBezTo>
                  <a:cubicBezTo>
                    <a:pt x="240" y="309"/>
                    <a:pt x="308" y="240"/>
                    <a:pt x="308" y="155"/>
                  </a:cubicBezTo>
                  <a:cubicBezTo>
                    <a:pt x="308" y="70"/>
                    <a:pt x="239" y="1"/>
                    <a:pt x="1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60"/>
            <p:cNvSpPr/>
            <p:nvPr/>
          </p:nvSpPr>
          <p:spPr>
            <a:xfrm>
              <a:off x="2354880" y="2566373"/>
              <a:ext cx="18540" cy="18541"/>
            </a:xfrm>
            <a:custGeom>
              <a:avLst/>
              <a:gdLst/>
              <a:ahLst/>
              <a:cxnLst/>
              <a:rect l="l" t="t" r="r" b="b"/>
              <a:pathLst>
                <a:path w="309" h="309" extrusionOk="0">
                  <a:moveTo>
                    <a:pt x="154" y="1"/>
                  </a:moveTo>
                  <a:cubicBezTo>
                    <a:pt x="70" y="1"/>
                    <a:pt x="1" y="70"/>
                    <a:pt x="1" y="155"/>
                  </a:cubicBezTo>
                  <a:cubicBezTo>
                    <a:pt x="1" y="240"/>
                    <a:pt x="70" y="309"/>
                    <a:pt x="154" y="309"/>
                  </a:cubicBezTo>
                  <a:cubicBezTo>
                    <a:pt x="239" y="309"/>
                    <a:pt x="309" y="240"/>
                    <a:pt x="309" y="155"/>
                  </a:cubicBezTo>
                  <a:cubicBezTo>
                    <a:pt x="309" y="70"/>
                    <a:pt x="239" y="1"/>
                    <a:pt x="1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60"/>
            <p:cNvSpPr/>
            <p:nvPr/>
          </p:nvSpPr>
          <p:spPr>
            <a:xfrm>
              <a:off x="2408460" y="2566373"/>
              <a:ext cx="18540" cy="18541"/>
            </a:xfrm>
            <a:custGeom>
              <a:avLst/>
              <a:gdLst/>
              <a:ahLst/>
              <a:cxnLst/>
              <a:rect l="l" t="t" r="r" b="b"/>
              <a:pathLst>
                <a:path w="309" h="309" extrusionOk="0">
                  <a:moveTo>
                    <a:pt x="154" y="1"/>
                  </a:moveTo>
                  <a:cubicBezTo>
                    <a:pt x="69" y="1"/>
                    <a:pt x="1" y="70"/>
                    <a:pt x="1" y="155"/>
                  </a:cubicBezTo>
                  <a:cubicBezTo>
                    <a:pt x="1" y="240"/>
                    <a:pt x="70" y="309"/>
                    <a:pt x="154" y="309"/>
                  </a:cubicBezTo>
                  <a:cubicBezTo>
                    <a:pt x="241" y="309"/>
                    <a:pt x="309" y="240"/>
                    <a:pt x="309" y="155"/>
                  </a:cubicBezTo>
                  <a:cubicBezTo>
                    <a:pt x="309" y="70"/>
                    <a:pt x="241" y="1"/>
                    <a:pt x="1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60"/>
            <p:cNvSpPr/>
            <p:nvPr/>
          </p:nvSpPr>
          <p:spPr>
            <a:xfrm>
              <a:off x="2462160" y="2566373"/>
              <a:ext cx="18480" cy="18541"/>
            </a:xfrm>
            <a:custGeom>
              <a:avLst/>
              <a:gdLst/>
              <a:ahLst/>
              <a:cxnLst/>
              <a:rect l="l" t="t" r="r" b="b"/>
              <a:pathLst>
                <a:path w="308" h="309" extrusionOk="0">
                  <a:moveTo>
                    <a:pt x="155" y="1"/>
                  </a:moveTo>
                  <a:cubicBezTo>
                    <a:pt x="70" y="1"/>
                    <a:pt x="0" y="70"/>
                    <a:pt x="0" y="155"/>
                  </a:cubicBezTo>
                  <a:cubicBezTo>
                    <a:pt x="0" y="240"/>
                    <a:pt x="70" y="309"/>
                    <a:pt x="155" y="309"/>
                  </a:cubicBezTo>
                  <a:cubicBezTo>
                    <a:pt x="240" y="309"/>
                    <a:pt x="308" y="240"/>
                    <a:pt x="308" y="155"/>
                  </a:cubicBezTo>
                  <a:cubicBezTo>
                    <a:pt x="308" y="70"/>
                    <a:pt x="240" y="1"/>
                    <a:pt x="1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60"/>
            <p:cNvSpPr/>
            <p:nvPr/>
          </p:nvSpPr>
          <p:spPr>
            <a:xfrm>
              <a:off x="2245860" y="2707187"/>
              <a:ext cx="182760" cy="74163"/>
            </a:xfrm>
            <a:custGeom>
              <a:avLst/>
              <a:gdLst/>
              <a:ahLst/>
              <a:cxnLst/>
              <a:rect l="l" t="t" r="r" b="b"/>
              <a:pathLst>
                <a:path w="3046" h="1236" extrusionOk="0">
                  <a:moveTo>
                    <a:pt x="0" y="1"/>
                  </a:moveTo>
                  <a:lnTo>
                    <a:pt x="0" y="1236"/>
                  </a:lnTo>
                  <a:lnTo>
                    <a:pt x="3046" y="1236"/>
                  </a:lnTo>
                  <a:lnTo>
                    <a:pt x="304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60"/>
            <p:cNvSpPr/>
            <p:nvPr/>
          </p:nvSpPr>
          <p:spPr>
            <a:xfrm>
              <a:off x="2278140" y="2734126"/>
              <a:ext cx="118320" cy="20341"/>
            </a:xfrm>
            <a:custGeom>
              <a:avLst/>
              <a:gdLst/>
              <a:ahLst/>
              <a:cxnLst/>
              <a:rect l="l" t="t" r="r" b="b"/>
              <a:pathLst>
                <a:path w="1972" h="339" extrusionOk="0">
                  <a:moveTo>
                    <a:pt x="1" y="0"/>
                  </a:moveTo>
                  <a:lnTo>
                    <a:pt x="1" y="338"/>
                  </a:lnTo>
                  <a:lnTo>
                    <a:pt x="1972" y="338"/>
                  </a:lnTo>
                  <a:lnTo>
                    <a:pt x="19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60"/>
            <p:cNvSpPr/>
            <p:nvPr/>
          </p:nvSpPr>
          <p:spPr>
            <a:xfrm>
              <a:off x="2108280" y="1793484"/>
              <a:ext cx="458040" cy="458059"/>
            </a:xfrm>
            <a:custGeom>
              <a:avLst/>
              <a:gdLst/>
              <a:ahLst/>
              <a:cxnLst/>
              <a:rect l="l" t="t" r="r" b="b"/>
              <a:pathLst>
                <a:path w="7634" h="7634" extrusionOk="0">
                  <a:moveTo>
                    <a:pt x="3817" y="1"/>
                  </a:moveTo>
                  <a:cubicBezTo>
                    <a:pt x="1709" y="1"/>
                    <a:pt x="1" y="1709"/>
                    <a:pt x="1" y="3817"/>
                  </a:cubicBezTo>
                  <a:cubicBezTo>
                    <a:pt x="1" y="5924"/>
                    <a:pt x="1709" y="7634"/>
                    <a:pt x="3817" y="7634"/>
                  </a:cubicBezTo>
                  <a:cubicBezTo>
                    <a:pt x="5924" y="7634"/>
                    <a:pt x="7633" y="5924"/>
                    <a:pt x="7633" y="3817"/>
                  </a:cubicBezTo>
                  <a:cubicBezTo>
                    <a:pt x="7633" y="1709"/>
                    <a:pt x="5924" y="1"/>
                    <a:pt x="38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60"/>
            <p:cNvSpPr/>
            <p:nvPr/>
          </p:nvSpPr>
          <p:spPr>
            <a:xfrm>
              <a:off x="2278980" y="1905020"/>
              <a:ext cx="116640" cy="156727"/>
            </a:xfrm>
            <a:custGeom>
              <a:avLst/>
              <a:gdLst/>
              <a:ahLst/>
              <a:cxnLst/>
              <a:rect l="l" t="t" r="r" b="b"/>
              <a:pathLst>
                <a:path w="1944" h="2612" extrusionOk="0">
                  <a:moveTo>
                    <a:pt x="972" y="0"/>
                  </a:moveTo>
                  <a:cubicBezTo>
                    <a:pt x="436" y="0"/>
                    <a:pt x="0" y="585"/>
                    <a:pt x="0" y="1306"/>
                  </a:cubicBezTo>
                  <a:cubicBezTo>
                    <a:pt x="0" y="2028"/>
                    <a:pt x="436" y="2612"/>
                    <a:pt x="972" y="2612"/>
                  </a:cubicBezTo>
                  <a:cubicBezTo>
                    <a:pt x="1508" y="2612"/>
                    <a:pt x="1944" y="2028"/>
                    <a:pt x="1944" y="1306"/>
                  </a:cubicBezTo>
                  <a:cubicBezTo>
                    <a:pt x="1944" y="585"/>
                    <a:pt x="1509" y="0"/>
                    <a:pt x="9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60"/>
            <p:cNvSpPr/>
            <p:nvPr/>
          </p:nvSpPr>
          <p:spPr>
            <a:xfrm>
              <a:off x="2215980" y="2073433"/>
              <a:ext cx="242640" cy="178147"/>
            </a:xfrm>
            <a:custGeom>
              <a:avLst/>
              <a:gdLst/>
              <a:ahLst/>
              <a:cxnLst/>
              <a:rect l="l" t="t" r="r" b="b"/>
              <a:pathLst>
                <a:path w="4044" h="2969" extrusionOk="0">
                  <a:moveTo>
                    <a:pt x="2022" y="0"/>
                  </a:moveTo>
                  <a:cubicBezTo>
                    <a:pt x="905" y="0"/>
                    <a:pt x="0" y="906"/>
                    <a:pt x="0" y="2022"/>
                  </a:cubicBezTo>
                  <a:cubicBezTo>
                    <a:pt x="0" y="2156"/>
                    <a:pt x="13" y="2286"/>
                    <a:pt x="38" y="2413"/>
                  </a:cubicBezTo>
                  <a:cubicBezTo>
                    <a:pt x="616" y="2765"/>
                    <a:pt x="1295" y="2969"/>
                    <a:pt x="2022" y="2969"/>
                  </a:cubicBezTo>
                  <a:cubicBezTo>
                    <a:pt x="2749" y="2969"/>
                    <a:pt x="3427" y="2765"/>
                    <a:pt x="4006" y="2413"/>
                  </a:cubicBezTo>
                  <a:cubicBezTo>
                    <a:pt x="4030" y="2286"/>
                    <a:pt x="4044" y="2156"/>
                    <a:pt x="4044" y="2022"/>
                  </a:cubicBezTo>
                  <a:cubicBezTo>
                    <a:pt x="4044" y="904"/>
                    <a:pt x="3138" y="0"/>
                    <a:pt x="20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60"/>
            <p:cNvSpPr/>
            <p:nvPr/>
          </p:nvSpPr>
          <p:spPr>
            <a:xfrm>
              <a:off x="2791080" y="1740927"/>
              <a:ext cx="265560" cy="255731"/>
            </a:xfrm>
            <a:custGeom>
              <a:avLst/>
              <a:gdLst/>
              <a:ahLst/>
              <a:cxnLst/>
              <a:rect l="l" t="t" r="r" b="b"/>
              <a:pathLst>
                <a:path w="4426" h="4262" extrusionOk="0">
                  <a:moveTo>
                    <a:pt x="668" y="1"/>
                  </a:moveTo>
                  <a:cubicBezTo>
                    <a:pt x="301" y="1"/>
                    <a:pt x="0" y="300"/>
                    <a:pt x="3" y="667"/>
                  </a:cubicBezTo>
                  <a:lnTo>
                    <a:pt x="3" y="2709"/>
                  </a:lnTo>
                  <a:cubicBezTo>
                    <a:pt x="3" y="3075"/>
                    <a:pt x="303" y="3376"/>
                    <a:pt x="669" y="3376"/>
                  </a:cubicBezTo>
                  <a:lnTo>
                    <a:pt x="1551" y="3376"/>
                  </a:lnTo>
                  <a:lnTo>
                    <a:pt x="1551" y="4262"/>
                  </a:lnTo>
                  <a:lnTo>
                    <a:pt x="2367" y="3376"/>
                  </a:lnTo>
                  <a:lnTo>
                    <a:pt x="3760" y="3376"/>
                  </a:lnTo>
                  <a:cubicBezTo>
                    <a:pt x="4126" y="3376"/>
                    <a:pt x="4425" y="3075"/>
                    <a:pt x="4425" y="2709"/>
                  </a:cubicBezTo>
                  <a:lnTo>
                    <a:pt x="4425" y="667"/>
                  </a:lnTo>
                  <a:cubicBezTo>
                    <a:pt x="4425" y="300"/>
                    <a:pt x="4126" y="1"/>
                    <a:pt x="376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60"/>
            <p:cNvSpPr/>
            <p:nvPr/>
          </p:nvSpPr>
          <p:spPr>
            <a:xfrm>
              <a:off x="2965440" y="1828703"/>
              <a:ext cx="32280" cy="32281"/>
            </a:xfrm>
            <a:custGeom>
              <a:avLst/>
              <a:gdLst/>
              <a:ahLst/>
              <a:cxnLst/>
              <a:rect l="l" t="t" r="r" b="b"/>
              <a:pathLst>
                <a:path w="538" h="538" extrusionOk="0">
                  <a:moveTo>
                    <a:pt x="269" y="0"/>
                  </a:moveTo>
                  <a:cubicBezTo>
                    <a:pt x="121" y="0"/>
                    <a:pt x="0" y="120"/>
                    <a:pt x="0" y="270"/>
                  </a:cubicBezTo>
                  <a:cubicBezTo>
                    <a:pt x="0" y="418"/>
                    <a:pt x="120" y="538"/>
                    <a:pt x="269" y="538"/>
                  </a:cubicBezTo>
                  <a:cubicBezTo>
                    <a:pt x="417" y="538"/>
                    <a:pt x="537" y="418"/>
                    <a:pt x="537" y="270"/>
                  </a:cubicBezTo>
                  <a:cubicBezTo>
                    <a:pt x="537" y="120"/>
                    <a:pt x="416" y="0"/>
                    <a:pt x="26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60"/>
            <p:cNvSpPr/>
            <p:nvPr/>
          </p:nvSpPr>
          <p:spPr>
            <a:xfrm>
              <a:off x="2907720" y="1828703"/>
              <a:ext cx="32280" cy="32281"/>
            </a:xfrm>
            <a:custGeom>
              <a:avLst/>
              <a:gdLst/>
              <a:ahLst/>
              <a:cxnLst/>
              <a:rect l="l" t="t" r="r" b="b"/>
              <a:pathLst>
                <a:path w="538" h="538" extrusionOk="0">
                  <a:moveTo>
                    <a:pt x="268" y="0"/>
                  </a:moveTo>
                  <a:cubicBezTo>
                    <a:pt x="120" y="0"/>
                    <a:pt x="0" y="120"/>
                    <a:pt x="0" y="270"/>
                  </a:cubicBezTo>
                  <a:cubicBezTo>
                    <a:pt x="0" y="418"/>
                    <a:pt x="120" y="538"/>
                    <a:pt x="268" y="538"/>
                  </a:cubicBezTo>
                  <a:cubicBezTo>
                    <a:pt x="417" y="538"/>
                    <a:pt x="537" y="418"/>
                    <a:pt x="537" y="270"/>
                  </a:cubicBezTo>
                  <a:cubicBezTo>
                    <a:pt x="537" y="120"/>
                    <a:pt x="417" y="0"/>
                    <a:pt x="2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60"/>
            <p:cNvSpPr/>
            <p:nvPr/>
          </p:nvSpPr>
          <p:spPr>
            <a:xfrm>
              <a:off x="2849880" y="1828703"/>
              <a:ext cx="32340" cy="32281"/>
            </a:xfrm>
            <a:custGeom>
              <a:avLst/>
              <a:gdLst/>
              <a:ahLst/>
              <a:cxnLst/>
              <a:rect l="l" t="t" r="r" b="b"/>
              <a:pathLst>
                <a:path w="539" h="538" extrusionOk="0">
                  <a:moveTo>
                    <a:pt x="270" y="0"/>
                  </a:moveTo>
                  <a:cubicBezTo>
                    <a:pt x="121" y="0"/>
                    <a:pt x="1" y="120"/>
                    <a:pt x="1" y="270"/>
                  </a:cubicBezTo>
                  <a:cubicBezTo>
                    <a:pt x="1" y="418"/>
                    <a:pt x="121" y="538"/>
                    <a:pt x="270" y="538"/>
                  </a:cubicBezTo>
                  <a:cubicBezTo>
                    <a:pt x="418" y="538"/>
                    <a:pt x="538" y="418"/>
                    <a:pt x="538" y="270"/>
                  </a:cubicBezTo>
                  <a:cubicBezTo>
                    <a:pt x="538" y="120"/>
                    <a:pt x="418" y="0"/>
                    <a:pt x="2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60"/>
            <p:cNvSpPr/>
            <p:nvPr/>
          </p:nvSpPr>
          <p:spPr>
            <a:xfrm>
              <a:off x="2884020" y="1943478"/>
              <a:ext cx="15300" cy="53162"/>
            </a:xfrm>
            <a:custGeom>
              <a:avLst/>
              <a:gdLst/>
              <a:ahLst/>
              <a:cxnLst/>
              <a:rect l="l" t="t" r="r" b="b"/>
              <a:pathLst>
                <a:path w="255" h="886" extrusionOk="0">
                  <a:moveTo>
                    <a:pt x="1" y="1"/>
                  </a:moveTo>
                  <a:lnTo>
                    <a:pt x="1" y="886"/>
                  </a:lnTo>
                  <a:lnTo>
                    <a:pt x="254" y="610"/>
                  </a:lnTo>
                  <a:lnTo>
                    <a:pt x="25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60"/>
            <p:cNvSpPr/>
            <p:nvPr/>
          </p:nvSpPr>
          <p:spPr>
            <a:xfrm>
              <a:off x="2791080" y="1740927"/>
              <a:ext cx="55320" cy="202568"/>
            </a:xfrm>
            <a:custGeom>
              <a:avLst/>
              <a:gdLst/>
              <a:ahLst/>
              <a:cxnLst/>
              <a:rect l="l" t="t" r="r" b="b"/>
              <a:pathLst>
                <a:path w="922" h="3376" extrusionOk="0">
                  <a:moveTo>
                    <a:pt x="668" y="1"/>
                  </a:moveTo>
                  <a:cubicBezTo>
                    <a:pt x="301" y="1"/>
                    <a:pt x="0" y="300"/>
                    <a:pt x="1" y="667"/>
                  </a:cubicBezTo>
                  <a:lnTo>
                    <a:pt x="1" y="2709"/>
                  </a:lnTo>
                  <a:cubicBezTo>
                    <a:pt x="1" y="3075"/>
                    <a:pt x="302" y="3376"/>
                    <a:pt x="668" y="3376"/>
                  </a:cubicBezTo>
                  <a:lnTo>
                    <a:pt x="921" y="3376"/>
                  </a:lnTo>
                  <a:cubicBezTo>
                    <a:pt x="554" y="3376"/>
                    <a:pt x="255" y="3075"/>
                    <a:pt x="255" y="2709"/>
                  </a:cubicBezTo>
                  <a:lnTo>
                    <a:pt x="255" y="667"/>
                  </a:lnTo>
                  <a:cubicBezTo>
                    <a:pt x="255" y="300"/>
                    <a:pt x="554" y="1"/>
                    <a:pt x="9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60"/>
            <p:cNvSpPr/>
            <p:nvPr/>
          </p:nvSpPr>
          <p:spPr>
            <a:xfrm>
              <a:off x="2501640" y="1415500"/>
              <a:ext cx="355920" cy="342854"/>
            </a:xfrm>
            <a:custGeom>
              <a:avLst/>
              <a:gdLst/>
              <a:ahLst/>
              <a:cxnLst/>
              <a:rect l="l" t="t" r="r" b="b"/>
              <a:pathLst>
                <a:path w="5932" h="5714" extrusionOk="0">
                  <a:moveTo>
                    <a:pt x="895" y="1"/>
                  </a:moveTo>
                  <a:cubicBezTo>
                    <a:pt x="402" y="1"/>
                    <a:pt x="1" y="403"/>
                    <a:pt x="1" y="895"/>
                  </a:cubicBezTo>
                  <a:lnTo>
                    <a:pt x="1" y="3634"/>
                  </a:lnTo>
                  <a:cubicBezTo>
                    <a:pt x="1" y="4125"/>
                    <a:pt x="402" y="4527"/>
                    <a:pt x="895" y="4527"/>
                  </a:cubicBezTo>
                  <a:lnTo>
                    <a:pt x="2762" y="4527"/>
                  </a:lnTo>
                  <a:lnTo>
                    <a:pt x="3855" y="5714"/>
                  </a:lnTo>
                  <a:lnTo>
                    <a:pt x="3855" y="4527"/>
                  </a:lnTo>
                  <a:lnTo>
                    <a:pt x="5038" y="4527"/>
                  </a:lnTo>
                  <a:cubicBezTo>
                    <a:pt x="5528" y="4527"/>
                    <a:pt x="5931" y="4124"/>
                    <a:pt x="5931" y="3634"/>
                  </a:cubicBezTo>
                  <a:lnTo>
                    <a:pt x="5931" y="895"/>
                  </a:lnTo>
                  <a:cubicBezTo>
                    <a:pt x="5931" y="403"/>
                    <a:pt x="5530" y="1"/>
                    <a:pt x="50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60"/>
            <p:cNvSpPr/>
            <p:nvPr/>
          </p:nvSpPr>
          <p:spPr>
            <a:xfrm>
              <a:off x="2580480" y="1533155"/>
              <a:ext cx="43380" cy="43322"/>
            </a:xfrm>
            <a:custGeom>
              <a:avLst/>
              <a:gdLst/>
              <a:ahLst/>
              <a:cxnLst/>
              <a:rect l="l" t="t" r="r" b="b"/>
              <a:pathLst>
                <a:path w="723" h="722" extrusionOk="0">
                  <a:moveTo>
                    <a:pt x="362" y="0"/>
                  </a:moveTo>
                  <a:cubicBezTo>
                    <a:pt x="162" y="0"/>
                    <a:pt x="0" y="162"/>
                    <a:pt x="0" y="360"/>
                  </a:cubicBezTo>
                  <a:cubicBezTo>
                    <a:pt x="0" y="560"/>
                    <a:pt x="162" y="721"/>
                    <a:pt x="362" y="721"/>
                  </a:cubicBezTo>
                  <a:cubicBezTo>
                    <a:pt x="560" y="721"/>
                    <a:pt x="722" y="560"/>
                    <a:pt x="722" y="360"/>
                  </a:cubicBezTo>
                  <a:cubicBezTo>
                    <a:pt x="722" y="162"/>
                    <a:pt x="559" y="0"/>
                    <a:pt x="3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60"/>
            <p:cNvSpPr/>
            <p:nvPr/>
          </p:nvSpPr>
          <p:spPr>
            <a:xfrm>
              <a:off x="2657940" y="1533155"/>
              <a:ext cx="43260" cy="43322"/>
            </a:xfrm>
            <a:custGeom>
              <a:avLst/>
              <a:gdLst/>
              <a:ahLst/>
              <a:cxnLst/>
              <a:rect l="l" t="t" r="r" b="b"/>
              <a:pathLst>
                <a:path w="721" h="722" extrusionOk="0">
                  <a:moveTo>
                    <a:pt x="361" y="0"/>
                  </a:moveTo>
                  <a:cubicBezTo>
                    <a:pt x="163" y="0"/>
                    <a:pt x="1" y="162"/>
                    <a:pt x="1" y="360"/>
                  </a:cubicBezTo>
                  <a:cubicBezTo>
                    <a:pt x="1" y="560"/>
                    <a:pt x="163" y="721"/>
                    <a:pt x="361" y="721"/>
                  </a:cubicBezTo>
                  <a:cubicBezTo>
                    <a:pt x="560" y="721"/>
                    <a:pt x="721" y="560"/>
                    <a:pt x="721" y="360"/>
                  </a:cubicBezTo>
                  <a:cubicBezTo>
                    <a:pt x="721" y="162"/>
                    <a:pt x="560" y="0"/>
                    <a:pt x="3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60"/>
            <p:cNvSpPr/>
            <p:nvPr/>
          </p:nvSpPr>
          <p:spPr>
            <a:xfrm>
              <a:off x="2735340" y="1533155"/>
              <a:ext cx="43320" cy="43322"/>
            </a:xfrm>
            <a:custGeom>
              <a:avLst/>
              <a:gdLst/>
              <a:ahLst/>
              <a:cxnLst/>
              <a:rect l="l" t="t" r="r" b="b"/>
              <a:pathLst>
                <a:path w="722" h="722" extrusionOk="0">
                  <a:moveTo>
                    <a:pt x="362" y="0"/>
                  </a:moveTo>
                  <a:cubicBezTo>
                    <a:pt x="162" y="0"/>
                    <a:pt x="1" y="162"/>
                    <a:pt x="1" y="360"/>
                  </a:cubicBezTo>
                  <a:cubicBezTo>
                    <a:pt x="1" y="560"/>
                    <a:pt x="162" y="721"/>
                    <a:pt x="362" y="721"/>
                  </a:cubicBezTo>
                  <a:cubicBezTo>
                    <a:pt x="560" y="721"/>
                    <a:pt x="722" y="560"/>
                    <a:pt x="722" y="360"/>
                  </a:cubicBezTo>
                  <a:cubicBezTo>
                    <a:pt x="722" y="162"/>
                    <a:pt x="560" y="0"/>
                    <a:pt x="3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60"/>
            <p:cNvSpPr/>
            <p:nvPr/>
          </p:nvSpPr>
          <p:spPr>
            <a:xfrm>
              <a:off x="2712540" y="1687109"/>
              <a:ext cx="20400" cy="71163"/>
            </a:xfrm>
            <a:custGeom>
              <a:avLst/>
              <a:gdLst/>
              <a:ahLst/>
              <a:cxnLst/>
              <a:rect l="l" t="t" r="r" b="b"/>
              <a:pathLst>
                <a:path w="340" h="1186" extrusionOk="0">
                  <a:moveTo>
                    <a:pt x="1" y="0"/>
                  </a:moveTo>
                  <a:lnTo>
                    <a:pt x="1" y="818"/>
                  </a:lnTo>
                  <a:lnTo>
                    <a:pt x="340" y="1186"/>
                  </a:lnTo>
                  <a:lnTo>
                    <a:pt x="3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60"/>
            <p:cNvSpPr/>
            <p:nvPr/>
          </p:nvSpPr>
          <p:spPr>
            <a:xfrm>
              <a:off x="2783520" y="1415500"/>
              <a:ext cx="74040" cy="271691"/>
            </a:xfrm>
            <a:custGeom>
              <a:avLst/>
              <a:gdLst/>
              <a:ahLst/>
              <a:cxnLst/>
              <a:rect l="l" t="t" r="r" b="b"/>
              <a:pathLst>
                <a:path w="1234" h="4528" extrusionOk="0">
                  <a:moveTo>
                    <a:pt x="1" y="1"/>
                  </a:moveTo>
                  <a:cubicBezTo>
                    <a:pt x="492" y="1"/>
                    <a:pt x="894" y="403"/>
                    <a:pt x="894" y="895"/>
                  </a:cubicBezTo>
                  <a:lnTo>
                    <a:pt x="894" y="3634"/>
                  </a:lnTo>
                  <a:cubicBezTo>
                    <a:pt x="894" y="4125"/>
                    <a:pt x="492" y="4527"/>
                    <a:pt x="1" y="4527"/>
                  </a:cubicBezTo>
                  <a:lnTo>
                    <a:pt x="340" y="4527"/>
                  </a:lnTo>
                  <a:cubicBezTo>
                    <a:pt x="830" y="4527"/>
                    <a:pt x="1233" y="4124"/>
                    <a:pt x="1233" y="3634"/>
                  </a:cubicBezTo>
                  <a:lnTo>
                    <a:pt x="1233" y="895"/>
                  </a:lnTo>
                  <a:cubicBezTo>
                    <a:pt x="1233" y="403"/>
                    <a:pt x="832" y="1"/>
                    <a:pt x="3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60"/>
            <p:cNvSpPr/>
            <p:nvPr/>
          </p:nvSpPr>
          <p:spPr>
            <a:xfrm>
              <a:off x="1620000" y="2813623"/>
              <a:ext cx="466080" cy="253931"/>
            </a:xfrm>
            <a:custGeom>
              <a:avLst/>
              <a:gdLst/>
              <a:ahLst/>
              <a:cxnLst/>
              <a:rect l="l" t="t" r="r" b="b"/>
              <a:pathLst>
                <a:path w="7768" h="4232" extrusionOk="0">
                  <a:moveTo>
                    <a:pt x="893" y="0"/>
                  </a:moveTo>
                  <a:cubicBezTo>
                    <a:pt x="402" y="0"/>
                    <a:pt x="0" y="402"/>
                    <a:pt x="0" y="892"/>
                  </a:cubicBezTo>
                  <a:lnTo>
                    <a:pt x="0" y="3339"/>
                  </a:lnTo>
                  <a:cubicBezTo>
                    <a:pt x="0" y="3830"/>
                    <a:pt x="402" y="4231"/>
                    <a:pt x="893" y="4231"/>
                  </a:cubicBezTo>
                  <a:lnTo>
                    <a:pt x="6873" y="4231"/>
                  </a:lnTo>
                  <a:cubicBezTo>
                    <a:pt x="7366" y="4231"/>
                    <a:pt x="7767" y="3830"/>
                    <a:pt x="7767" y="3339"/>
                  </a:cubicBezTo>
                  <a:lnTo>
                    <a:pt x="7767" y="892"/>
                  </a:lnTo>
                  <a:cubicBezTo>
                    <a:pt x="7767" y="402"/>
                    <a:pt x="7364" y="0"/>
                    <a:pt x="68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60"/>
            <p:cNvSpPr/>
            <p:nvPr/>
          </p:nvSpPr>
          <p:spPr>
            <a:xfrm>
              <a:off x="1620060" y="2951257"/>
              <a:ext cx="465960" cy="55862"/>
            </a:xfrm>
            <a:custGeom>
              <a:avLst/>
              <a:gdLst/>
              <a:ahLst/>
              <a:cxnLst/>
              <a:rect l="l" t="t" r="r" b="b"/>
              <a:pathLst>
                <a:path w="7766" h="931" extrusionOk="0">
                  <a:moveTo>
                    <a:pt x="0" y="1"/>
                  </a:moveTo>
                  <a:lnTo>
                    <a:pt x="0" y="930"/>
                  </a:lnTo>
                  <a:lnTo>
                    <a:pt x="7765" y="930"/>
                  </a:lnTo>
                  <a:lnTo>
                    <a:pt x="776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60"/>
            <p:cNvSpPr/>
            <p:nvPr/>
          </p:nvSpPr>
          <p:spPr>
            <a:xfrm>
              <a:off x="1922100" y="2855861"/>
              <a:ext cx="116520" cy="51722"/>
            </a:xfrm>
            <a:custGeom>
              <a:avLst/>
              <a:gdLst/>
              <a:ahLst/>
              <a:cxnLst/>
              <a:rect l="l" t="t" r="r" b="b"/>
              <a:pathLst>
                <a:path w="1942" h="862" extrusionOk="0">
                  <a:moveTo>
                    <a:pt x="432" y="1"/>
                  </a:moveTo>
                  <a:cubicBezTo>
                    <a:pt x="194" y="1"/>
                    <a:pt x="1" y="194"/>
                    <a:pt x="1" y="431"/>
                  </a:cubicBezTo>
                  <a:cubicBezTo>
                    <a:pt x="1" y="668"/>
                    <a:pt x="194" y="861"/>
                    <a:pt x="432" y="861"/>
                  </a:cubicBezTo>
                  <a:lnTo>
                    <a:pt x="1512" y="861"/>
                  </a:lnTo>
                  <a:cubicBezTo>
                    <a:pt x="1748" y="861"/>
                    <a:pt x="1941" y="668"/>
                    <a:pt x="1941" y="431"/>
                  </a:cubicBezTo>
                  <a:cubicBezTo>
                    <a:pt x="1941" y="193"/>
                    <a:pt x="1749" y="1"/>
                    <a:pt x="15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60"/>
            <p:cNvSpPr/>
            <p:nvPr/>
          </p:nvSpPr>
          <p:spPr>
            <a:xfrm>
              <a:off x="1966260" y="2855861"/>
              <a:ext cx="72420" cy="51662"/>
            </a:xfrm>
            <a:custGeom>
              <a:avLst/>
              <a:gdLst/>
              <a:ahLst/>
              <a:cxnLst/>
              <a:rect l="l" t="t" r="r" b="b"/>
              <a:pathLst>
                <a:path w="1207" h="861" extrusionOk="0">
                  <a:moveTo>
                    <a:pt x="411" y="1"/>
                  </a:moveTo>
                  <a:lnTo>
                    <a:pt x="0" y="860"/>
                  </a:lnTo>
                  <a:lnTo>
                    <a:pt x="777" y="860"/>
                  </a:lnTo>
                  <a:cubicBezTo>
                    <a:pt x="1013" y="860"/>
                    <a:pt x="1206" y="666"/>
                    <a:pt x="1206" y="429"/>
                  </a:cubicBezTo>
                  <a:cubicBezTo>
                    <a:pt x="1205" y="193"/>
                    <a:pt x="1013" y="1"/>
                    <a:pt x="7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60"/>
            <p:cNvSpPr/>
            <p:nvPr/>
          </p:nvSpPr>
          <p:spPr>
            <a:xfrm>
              <a:off x="1677900" y="2871580"/>
              <a:ext cx="148140" cy="10080"/>
            </a:xfrm>
            <a:custGeom>
              <a:avLst/>
              <a:gdLst/>
              <a:ahLst/>
              <a:cxnLst/>
              <a:rect l="l" t="t" r="r" b="b"/>
              <a:pathLst>
                <a:path w="2469" h="168" extrusionOk="0">
                  <a:moveTo>
                    <a:pt x="0" y="1"/>
                  </a:moveTo>
                  <a:lnTo>
                    <a:pt x="0" y="167"/>
                  </a:lnTo>
                  <a:lnTo>
                    <a:pt x="2468" y="167"/>
                  </a:lnTo>
                  <a:lnTo>
                    <a:pt x="24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60"/>
            <p:cNvSpPr/>
            <p:nvPr/>
          </p:nvSpPr>
          <p:spPr>
            <a:xfrm>
              <a:off x="1677900" y="2900019"/>
              <a:ext cx="204240" cy="10080"/>
            </a:xfrm>
            <a:custGeom>
              <a:avLst/>
              <a:gdLst/>
              <a:ahLst/>
              <a:cxnLst/>
              <a:rect l="l" t="t" r="r" b="b"/>
              <a:pathLst>
                <a:path w="3404" h="168" extrusionOk="0">
                  <a:moveTo>
                    <a:pt x="0" y="0"/>
                  </a:moveTo>
                  <a:lnTo>
                    <a:pt x="0" y="167"/>
                  </a:lnTo>
                  <a:lnTo>
                    <a:pt x="3404" y="167"/>
                  </a:lnTo>
                  <a:lnTo>
                    <a:pt x="34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60"/>
            <p:cNvSpPr/>
            <p:nvPr/>
          </p:nvSpPr>
          <p:spPr>
            <a:xfrm>
              <a:off x="1674900" y="2582692"/>
              <a:ext cx="360180" cy="312673"/>
            </a:xfrm>
            <a:custGeom>
              <a:avLst/>
              <a:gdLst/>
              <a:ahLst/>
              <a:cxnLst/>
              <a:rect l="l" t="t" r="r" b="b"/>
              <a:pathLst>
                <a:path w="6003" h="5211" extrusionOk="0">
                  <a:moveTo>
                    <a:pt x="3001" y="0"/>
                  </a:moveTo>
                  <a:cubicBezTo>
                    <a:pt x="2789" y="170"/>
                    <a:pt x="1991" y="745"/>
                    <a:pt x="986" y="762"/>
                  </a:cubicBezTo>
                  <a:cubicBezTo>
                    <a:pt x="986" y="762"/>
                    <a:pt x="0" y="4109"/>
                    <a:pt x="3001" y="5211"/>
                  </a:cubicBezTo>
                  <a:cubicBezTo>
                    <a:pt x="6003" y="4109"/>
                    <a:pt x="5017" y="762"/>
                    <a:pt x="5017" y="762"/>
                  </a:cubicBezTo>
                  <a:cubicBezTo>
                    <a:pt x="4014" y="745"/>
                    <a:pt x="3215" y="168"/>
                    <a:pt x="30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60"/>
            <p:cNvSpPr/>
            <p:nvPr/>
          </p:nvSpPr>
          <p:spPr>
            <a:xfrm>
              <a:off x="1807380" y="2625830"/>
              <a:ext cx="227700" cy="269651"/>
            </a:xfrm>
            <a:custGeom>
              <a:avLst/>
              <a:gdLst/>
              <a:ahLst/>
              <a:cxnLst/>
              <a:rect l="l" t="t" r="r" b="b"/>
              <a:pathLst>
                <a:path w="3795" h="4494" extrusionOk="0">
                  <a:moveTo>
                    <a:pt x="2363" y="0"/>
                  </a:moveTo>
                  <a:lnTo>
                    <a:pt x="2363" y="0"/>
                  </a:lnTo>
                  <a:cubicBezTo>
                    <a:pt x="2416" y="1270"/>
                    <a:pt x="2101" y="3166"/>
                    <a:pt x="0" y="4094"/>
                  </a:cubicBezTo>
                  <a:cubicBezTo>
                    <a:pt x="228" y="4247"/>
                    <a:pt x="491" y="4381"/>
                    <a:pt x="795" y="4493"/>
                  </a:cubicBezTo>
                  <a:cubicBezTo>
                    <a:pt x="3795" y="3390"/>
                    <a:pt x="2809" y="43"/>
                    <a:pt x="2809" y="43"/>
                  </a:cubicBezTo>
                  <a:cubicBezTo>
                    <a:pt x="2655" y="41"/>
                    <a:pt x="2506" y="25"/>
                    <a:pt x="23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60"/>
            <p:cNvSpPr/>
            <p:nvPr/>
          </p:nvSpPr>
          <p:spPr>
            <a:xfrm>
              <a:off x="1665000" y="1815324"/>
              <a:ext cx="344760" cy="247390"/>
            </a:xfrm>
            <a:custGeom>
              <a:avLst/>
              <a:gdLst/>
              <a:ahLst/>
              <a:cxnLst/>
              <a:rect l="l" t="t" r="r" b="b"/>
              <a:pathLst>
                <a:path w="5746" h="4123" extrusionOk="0">
                  <a:moveTo>
                    <a:pt x="2873" y="0"/>
                  </a:moveTo>
                  <a:cubicBezTo>
                    <a:pt x="2682" y="0"/>
                    <a:pt x="2491" y="107"/>
                    <a:pt x="2345" y="320"/>
                  </a:cubicBezTo>
                  <a:lnTo>
                    <a:pt x="289" y="3346"/>
                  </a:lnTo>
                  <a:cubicBezTo>
                    <a:pt x="0" y="3773"/>
                    <a:pt x="184" y="4123"/>
                    <a:pt x="701" y="4123"/>
                  </a:cubicBezTo>
                  <a:lnTo>
                    <a:pt x="5045" y="4123"/>
                  </a:lnTo>
                  <a:cubicBezTo>
                    <a:pt x="5562" y="4123"/>
                    <a:pt x="5745" y="3773"/>
                    <a:pt x="5455" y="3346"/>
                  </a:cubicBezTo>
                  <a:lnTo>
                    <a:pt x="3400" y="320"/>
                  </a:lnTo>
                  <a:cubicBezTo>
                    <a:pt x="3255" y="107"/>
                    <a:pt x="3064" y="0"/>
                    <a:pt x="28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60"/>
            <p:cNvSpPr/>
            <p:nvPr/>
          </p:nvSpPr>
          <p:spPr>
            <a:xfrm>
              <a:off x="1828980" y="1815324"/>
              <a:ext cx="180840" cy="247390"/>
            </a:xfrm>
            <a:custGeom>
              <a:avLst/>
              <a:gdLst/>
              <a:ahLst/>
              <a:cxnLst/>
              <a:rect l="l" t="t" r="r" b="b"/>
              <a:pathLst>
                <a:path w="3014" h="4123" extrusionOk="0">
                  <a:moveTo>
                    <a:pt x="141" y="0"/>
                  </a:moveTo>
                  <a:cubicBezTo>
                    <a:pt x="94" y="0"/>
                    <a:pt x="47" y="7"/>
                    <a:pt x="0" y="20"/>
                  </a:cubicBezTo>
                  <a:cubicBezTo>
                    <a:pt x="143" y="61"/>
                    <a:pt x="277" y="160"/>
                    <a:pt x="386" y="320"/>
                  </a:cubicBezTo>
                  <a:lnTo>
                    <a:pt x="2444" y="3346"/>
                  </a:lnTo>
                  <a:cubicBezTo>
                    <a:pt x="2733" y="3773"/>
                    <a:pt x="2548" y="4123"/>
                    <a:pt x="2033" y="4123"/>
                  </a:cubicBezTo>
                  <a:lnTo>
                    <a:pt x="2314" y="4123"/>
                  </a:lnTo>
                  <a:cubicBezTo>
                    <a:pt x="2830" y="4123"/>
                    <a:pt x="3013" y="3773"/>
                    <a:pt x="2724" y="3346"/>
                  </a:cubicBezTo>
                  <a:lnTo>
                    <a:pt x="668" y="320"/>
                  </a:lnTo>
                  <a:cubicBezTo>
                    <a:pt x="523" y="107"/>
                    <a:pt x="332"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60"/>
            <p:cNvSpPr/>
            <p:nvPr/>
          </p:nvSpPr>
          <p:spPr>
            <a:xfrm>
              <a:off x="1826040" y="1876701"/>
              <a:ext cx="22800" cy="123245"/>
            </a:xfrm>
            <a:custGeom>
              <a:avLst/>
              <a:gdLst/>
              <a:ahLst/>
              <a:cxnLst/>
              <a:rect l="l" t="t" r="r" b="b"/>
              <a:pathLst>
                <a:path w="380" h="2054" extrusionOk="0">
                  <a:moveTo>
                    <a:pt x="189" y="1"/>
                  </a:moveTo>
                  <a:cubicBezTo>
                    <a:pt x="85" y="1"/>
                    <a:pt x="0" y="85"/>
                    <a:pt x="0" y="191"/>
                  </a:cubicBezTo>
                  <a:lnTo>
                    <a:pt x="0" y="1864"/>
                  </a:lnTo>
                  <a:cubicBezTo>
                    <a:pt x="0" y="1969"/>
                    <a:pt x="85" y="2053"/>
                    <a:pt x="189" y="2053"/>
                  </a:cubicBezTo>
                  <a:cubicBezTo>
                    <a:pt x="295" y="2053"/>
                    <a:pt x="380" y="1969"/>
                    <a:pt x="380" y="1864"/>
                  </a:cubicBezTo>
                  <a:lnTo>
                    <a:pt x="380" y="191"/>
                  </a:lnTo>
                  <a:cubicBezTo>
                    <a:pt x="378" y="86"/>
                    <a:pt x="293" y="1"/>
                    <a:pt x="1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60"/>
            <p:cNvSpPr/>
            <p:nvPr/>
          </p:nvSpPr>
          <p:spPr>
            <a:xfrm>
              <a:off x="1826040" y="2010196"/>
              <a:ext cx="22800" cy="22921"/>
            </a:xfrm>
            <a:custGeom>
              <a:avLst/>
              <a:gdLst/>
              <a:ahLst/>
              <a:cxnLst/>
              <a:rect l="l" t="t" r="r" b="b"/>
              <a:pathLst>
                <a:path w="380" h="382" extrusionOk="0">
                  <a:moveTo>
                    <a:pt x="189" y="0"/>
                  </a:moveTo>
                  <a:cubicBezTo>
                    <a:pt x="85" y="0"/>
                    <a:pt x="0" y="85"/>
                    <a:pt x="0" y="191"/>
                  </a:cubicBezTo>
                  <a:cubicBezTo>
                    <a:pt x="0" y="297"/>
                    <a:pt x="85" y="381"/>
                    <a:pt x="189" y="381"/>
                  </a:cubicBezTo>
                  <a:cubicBezTo>
                    <a:pt x="295" y="381"/>
                    <a:pt x="380" y="297"/>
                    <a:pt x="380" y="191"/>
                  </a:cubicBezTo>
                  <a:cubicBezTo>
                    <a:pt x="378" y="85"/>
                    <a:pt x="29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60"/>
            <p:cNvSpPr/>
            <p:nvPr/>
          </p:nvSpPr>
          <p:spPr>
            <a:xfrm>
              <a:off x="2653020" y="2239386"/>
              <a:ext cx="462180" cy="257951"/>
            </a:xfrm>
            <a:custGeom>
              <a:avLst/>
              <a:gdLst/>
              <a:ahLst/>
              <a:cxnLst/>
              <a:rect l="l" t="t" r="r" b="b"/>
              <a:pathLst>
                <a:path w="7703" h="4299" extrusionOk="0">
                  <a:moveTo>
                    <a:pt x="4945" y="0"/>
                  </a:moveTo>
                  <a:cubicBezTo>
                    <a:pt x="4148" y="0"/>
                    <a:pt x="3473" y="499"/>
                    <a:pt x="3201" y="1199"/>
                  </a:cubicBezTo>
                  <a:cubicBezTo>
                    <a:pt x="3026" y="1134"/>
                    <a:pt x="2841" y="1094"/>
                    <a:pt x="2644" y="1094"/>
                  </a:cubicBezTo>
                  <a:cubicBezTo>
                    <a:pt x="1834" y="1094"/>
                    <a:pt x="1173" y="1695"/>
                    <a:pt x="1064" y="2473"/>
                  </a:cubicBezTo>
                  <a:cubicBezTo>
                    <a:pt x="1017" y="2466"/>
                    <a:pt x="970" y="2459"/>
                    <a:pt x="920" y="2459"/>
                  </a:cubicBezTo>
                  <a:cubicBezTo>
                    <a:pt x="413" y="2459"/>
                    <a:pt x="0" y="2872"/>
                    <a:pt x="0" y="3380"/>
                  </a:cubicBezTo>
                  <a:cubicBezTo>
                    <a:pt x="0" y="3847"/>
                    <a:pt x="349" y="4228"/>
                    <a:pt x="799" y="4288"/>
                  </a:cubicBezTo>
                  <a:lnTo>
                    <a:pt x="798" y="4289"/>
                  </a:lnTo>
                  <a:lnTo>
                    <a:pt x="815" y="4289"/>
                  </a:lnTo>
                  <a:cubicBezTo>
                    <a:pt x="850" y="4293"/>
                    <a:pt x="884" y="4299"/>
                    <a:pt x="920" y="4299"/>
                  </a:cubicBezTo>
                  <a:cubicBezTo>
                    <a:pt x="951" y="4299"/>
                    <a:pt x="978" y="4292"/>
                    <a:pt x="1008" y="4289"/>
                  </a:cubicBezTo>
                  <a:lnTo>
                    <a:pt x="2527" y="4289"/>
                  </a:lnTo>
                  <a:cubicBezTo>
                    <a:pt x="2566" y="4292"/>
                    <a:pt x="2605" y="4299"/>
                    <a:pt x="2645" y="4299"/>
                  </a:cubicBezTo>
                  <a:cubicBezTo>
                    <a:pt x="2698" y="4299"/>
                    <a:pt x="2749" y="4294"/>
                    <a:pt x="2799" y="4289"/>
                  </a:cubicBezTo>
                  <a:lnTo>
                    <a:pt x="6502" y="4289"/>
                  </a:lnTo>
                  <a:cubicBezTo>
                    <a:pt x="6547" y="4294"/>
                    <a:pt x="6591" y="4299"/>
                    <a:pt x="6637" y="4299"/>
                  </a:cubicBezTo>
                  <a:cubicBezTo>
                    <a:pt x="7226" y="4299"/>
                    <a:pt x="7703" y="3822"/>
                    <a:pt x="7703" y="3233"/>
                  </a:cubicBezTo>
                  <a:cubicBezTo>
                    <a:pt x="7702" y="2696"/>
                    <a:pt x="7303" y="2256"/>
                    <a:pt x="6787" y="2181"/>
                  </a:cubicBezTo>
                  <a:cubicBezTo>
                    <a:pt x="6803" y="2081"/>
                    <a:pt x="6818" y="1981"/>
                    <a:pt x="6818" y="1875"/>
                  </a:cubicBezTo>
                  <a:cubicBezTo>
                    <a:pt x="6818" y="840"/>
                    <a:pt x="5979" y="0"/>
                    <a:pt x="49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60"/>
            <p:cNvSpPr/>
            <p:nvPr/>
          </p:nvSpPr>
          <p:spPr>
            <a:xfrm>
              <a:off x="2701860" y="2496775"/>
              <a:ext cx="11640" cy="720"/>
            </a:xfrm>
            <a:custGeom>
              <a:avLst/>
              <a:gdLst/>
              <a:ahLst/>
              <a:cxnLst/>
              <a:rect l="l" t="t" r="r" b="b"/>
              <a:pathLst>
                <a:path w="194" h="12" extrusionOk="0">
                  <a:moveTo>
                    <a:pt x="0" y="1"/>
                  </a:moveTo>
                  <a:cubicBezTo>
                    <a:pt x="35" y="4"/>
                    <a:pt x="69" y="11"/>
                    <a:pt x="105" y="11"/>
                  </a:cubicBezTo>
                  <a:cubicBezTo>
                    <a:pt x="136" y="11"/>
                    <a:pt x="163" y="3"/>
                    <a:pt x="193" y="1"/>
                  </a:cubicBezTo>
                  <a:close/>
                </a:path>
              </a:pathLst>
            </a:custGeom>
            <a:solidFill>
              <a:srgbClr val="A4D1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60"/>
            <p:cNvSpPr/>
            <p:nvPr/>
          </p:nvSpPr>
          <p:spPr>
            <a:xfrm>
              <a:off x="2804460" y="2496775"/>
              <a:ext cx="16380" cy="720"/>
            </a:xfrm>
            <a:custGeom>
              <a:avLst/>
              <a:gdLst/>
              <a:ahLst/>
              <a:cxnLst/>
              <a:rect l="l" t="t" r="r" b="b"/>
              <a:pathLst>
                <a:path w="273" h="12" extrusionOk="0">
                  <a:moveTo>
                    <a:pt x="0" y="1"/>
                  </a:moveTo>
                  <a:cubicBezTo>
                    <a:pt x="41" y="3"/>
                    <a:pt x="80" y="11"/>
                    <a:pt x="119" y="11"/>
                  </a:cubicBezTo>
                  <a:cubicBezTo>
                    <a:pt x="172" y="11"/>
                    <a:pt x="222" y="6"/>
                    <a:pt x="273" y="1"/>
                  </a:cubicBezTo>
                  <a:close/>
                </a:path>
              </a:pathLst>
            </a:custGeom>
            <a:solidFill>
              <a:srgbClr val="A4D1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60"/>
            <p:cNvSpPr/>
            <p:nvPr/>
          </p:nvSpPr>
          <p:spPr>
            <a:xfrm>
              <a:off x="2941020" y="2239386"/>
              <a:ext cx="174120" cy="257951"/>
            </a:xfrm>
            <a:custGeom>
              <a:avLst/>
              <a:gdLst/>
              <a:ahLst/>
              <a:cxnLst/>
              <a:rect l="l" t="t" r="r" b="b"/>
              <a:pathLst>
                <a:path w="2902" h="4299" extrusionOk="0">
                  <a:moveTo>
                    <a:pt x="145" y="0"/>
                  </a:moveTo>
                  <a:cubicBezTo>
                    <a:pt x="95" y="0"/>
                    <a:pt x="48" y="8"/>
                    <a:pt x="0" y="13"/>
                  </a:cubicBezTo>
                  <a:cubicBezTo>
                    <a:pt x="939" y="113"/>
                    <a:pt x="1673" y="908"/>
                    <a:pt x="1673" y="1875"/>
                  </a:cubicBezTo>
                  <a:cubicBezTo>
                    <a:pt x="1673" y="1981"/>
                    <a:pt x="1658" y="2081"/>
                    <a:pt x="1641" y="2181"/>
                  </a:cubicBezTo>
                  <a:cubicBezTo>
                    <a:pt x="2158" y="2256"/>
                    <a:pt x="2556" y="2695"/>
                    <a:pt x="2556" y="3233"/>
                  </a:cubicBezTo>
                  <a:cubicBezTo>
                    <a:pt x="2556" y="3786"/>
                    <a:pt x="2134" y="4235"/>
                    <a:pt x="1595" y="4289"/>
                  </a:cubicBezTo>
                  <a:lnTo>
                    <a:pt x="1701" y="4289"/>
                  </a:lnTo>
                  <a:cubicBezTo>
                    <a:pt x="1746" y="4294"/>
                    <a:pt x="1790" y="4299"/>
                    <a:pt x="1835" y="4299"/>
                  </a:cubicBezTo>
                  <a:cubicBezTo>
                    <a:pt x="2425" y="4299"/>
                    <a:pt x="2902" y="3822"/>
                    <a:pt x="2902" y="3233"/>
                  </a:cubicBezTo>
                  <a:cubicBezTo>
                    <a:pt x="2902" y="2696"/>
                    <a:pt x="2503" y="2256"/>
                    <a:pt x="1987" y="2181"/>
                  </a:cubicBezTo>
                  <a:cubicBezTo>
                    <a:pt x="2003" y="2081"/>
                    <a:pt x="2018" y="1981"/>
                    <a:pt x="2018" y="1875"/>
                  </a:cubicBezTo>
                  <a:cubicBezTo>
                    <a:pt x="2018" y="840"/>
                    <a:pt x="1179" y="0"/>
                    <a:pt x="1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60"/>
            <p:cNvSpPr/>
            <p:nvPr/>
          </p:nvSpPr>
          <p:spPr>
            <a:xfrm>
              <a:off x="2889600" y="2342042"/>
              <a:ext cx="121560" cy="119645"/>
            </a:xfrm>
            <a:custGeom>
              <a:avLst/>
              <a:gdLst/>
              <a:ahLst/>
              <a:cxnLst/>
              <a:rect l="l" t="t" r="r" b="b"/>
              <a:pathLst>
                <a:path w="2026" h="1994" extrusionOk="0">
                  <a:moveTo>
                    <a:pt x="1154" y="261"/>
                  </a:moveTo>
                  <a:cubicBezTo>
                    <a:pt x="1489" y="261"/>
                    <a:pt x="1764" y="536"/>
                    <a:pt x="1764" y="872"/>
                  </a:cubicBezTo>
                  <a:lnTo>
                    <a:pt x="1764" y="1122"/>
                  </a:lnTo>
                  <a:cubicBezTo>
                    <a:pt x="1764" y="1459"/>
                    <a:pt x="1492" y="1732"/>
                    <a:pt x="1154" y="1732"/>
                  </a:cubicBezTo>
                  <a:lnTo>
                    <a:pt x="872" y="1732"/>
                  </a:lnTo>
                  <a:cubicBezTo>
                    <a:pt x="535" y="1732"/>
                    <a:pt x="261" y="1459"/>
                    <a:pt x="261" y="1122"/>
                  </a:cubicBezTo>
                  <a:lnTo>
                    <a:pt x="261" y="872"/>
                  </a:lnTo>
                  <a:cubicBezTo>
                    <a:pt x="261" y="536"/>
                    <a:pt x="535" y="261"/>
                    <a:pt x="872" y="261"/>
                  </a:cubicBezTo>
                  <a:close/>
                  <a:moveTo>
                    <a:pt x="872" y="0"/>
                  </a:moveTo>
                  <a:cubicBezTo>
                    <a:pt x="392" y="0"/>
                    <a:pt x="0" y="392"/>
                    <a:pt x="0" y="872"/>
                  </a:cubicBezTo>
                  <a:lnTo>
                    <a:pt x="0" y="1122"/>
                  </a:lnTo>
                  <a:cubicBezTo>
                    <a:pt x="0" y="1602"/>
                    <a:pt x="392" y="1993"/>
                    <a:pt x="872" y="1993"/>
                  </a:cubicBezTo>
                  <a:lnTo>
                    <a:pt x="1154" y="1993"/>
                  </a:lnTo>
                  <a:cubicBezTo>
                    <a:pt x="1634" y="1993"/>
                    <a:pt x="2026" y="1602"/>
                    <a:pt x="2026" y="1122"/>
                  </a:cubicBezTo>
                  <a:lnTo>
                    <a:pt x="2026" y="872"/>
                  </a:lnTo>
                  <a:cubicBezTo>
                    <a:pt x="2026" y="392"/>
                    <a:pt x="1634" y="0"/>
                    <a:pt x="11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60"/>
            <p:cNvSpPr/>
            <p:nvPr/>
          </p:nvSpPr>
          <p:spPr>
            <a:xfrm>
              <a:off x="2862180" y="2410679"/>
              <a:ext cx="176400" cy="176407"/>
            </a:xfrm>
            <a:custGeom>
              <a:avLst/>
              <a:gdLst/>
              <a:ahLst/>
              <a:cxnLst/>
              <a:rect l="l" t="t" r="r" b="b"/>
              <a:pathLst>
                <a:path w="2940" h="2940" extrusionOk="0">
                  <a:moveTo>
                    <a:pt x="855" y="1"/>
                  </a:moveTo>
                  <a:cubicBezTo>
                    <a:pt x="385" y="1"/>
                    <a:pt x="0" y="385"/>
                    <a:pt x="0" y="854"/>
                  </a:cubicBezTo>
                  <a:lnTo>
                    <a:pt x="0" y="2085"/>
                  </a:lnTo>
                  <a:cubicBezTo>
                    <a:pt x="0" y="2554"/>
                    <a:pt x="385" y="2939"/>
                    <a:pt x="855" y="2939"/>
                  </a:cubicBezTo>
                  <a:lnTo>
                    <a:pt x="2085" y="2939"/>
                  </a:lnTo>
                  <a:cubicBezTo>
                    <a:pt x="2555" y="2939"/>
                    <a:pt x="2940" y="2554"/>
                    <a:pt x="2940" y="2085"/>
                  </a:cubicBezTo>
                  <a:lnTo>
                    <a:pt x="2940" y="854"/>
                  </a:lnTo>
                  <a:cubicBezTo>
                    <a:pt x="2940" y="385"/>
                    <a:pt x="2555" y="1"/>
                    <a:pt x="20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60"/>
            <p:cNvSpPr/>
            <p:nvPr/>
          </p:nvSpPr>
          <p:spPr>
            <a:xfrm>
              <a:off x="2873340" y="2421719"/>
              <a:ext cx="165240" cy="165307"/>
            </a:xfrm>
            <a:custGeom>
              <a:avLst/>
              <a:gdLst/>
              <a:ahLst/>
              <a:cxnLst/>
              <a:rect l="l" t="t" r="r" b="b"/>
              <a:pathLst>
                <a:path w="2754" h="2755" extrusionOk="0">
                  <a:moveTo>
                    <a:pt x="2427" y="1"/>
                  </a:moveTo>
                  <a:cubicBezTo>
                    <a:pt x="2542" y="147"/>
                    <a:pt x="2613" y="329"/>
                    <a:pt x="2613" y="529"/>
                  </a:cubicBezTo>
                  <a:lnTo>
                    <a:pt x="2613" y="1759"/>
                  </a:lnTo>
                  <a:cubicBezTo>
                    <a:pt x="2613" y="2228"/>
                    <a:pt x="2228" y="2613"/>
                    <a:pt x="1758" y="2613"/>
                  </a:cubicBezTo>
                  <a:lnTo>
                    <a:pt x="528" y="2613"/>
                  </a:lnTo>
                  <a:cubicBezTo>
                    <a:pt x="329" y="2613"/>
                    <a:pt x="145" y="2543"/>
                    <a:pt x="0" y="2428"/>
                  </a:cubicBezTo>
                  <a:lnTo>
                    <a:pt x="0" y="2428"/>
                  </a:lnTo>
                  <a:cubicBezTo>
                    <a:pt x="157" y="2626"/>
                    <a:pt x="399" y="2754"/>
                    <a:pt x="669" y="2754"/>
                  </a:cubicBezTo>
                  <a:lnTo>
                    <a:pt x="1899" y="2754"/>
                  </a:lnTo>
                  <a:cubicBezTo>
                    <a:pt x="2369" y="2754"/>
                    <a:pt x="2754" y="2369"/>
                    <a:pt x="2754" y="1900"/>
                  </a:cubicBezTo>
                  <a:lnTo>
                    <a:pt x="2754" y="669"/>
                  </a:lnTo>
                  <a:cubicBezTo>
                    <a:pt x="2754" y="399"/>
                    <a:pt x="2625" y="158"/>
                    <a:pt x="24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60"/>
            <p:cNvSpPr/>
            <p:nvPr/>
          </p:nvSpPr>
          <p:spPr>
            <a:xfrm>
              <a:off x="2923860" y="2452137"/>
              <a:ext cx="52920" cy="104284"/>
            </a:xfrm>
            <a:custGeom>
              <a:avLst/>
              <a:gdLst/>
              <a:ahLst/>
              <a:cxnLst/>
              <a:rect l="l" t="t" r="r" b="b"/>
              <a:pathLst>
                <a:path w="882" h="1738" extrusionOk="0">
                  <a:moveTo>
                    <a:pt x="442" y="1"/>
                  </a:moveTo>
                  <a:cubicBezTo>
                    <a:pt x="197" y="1"/>
                    <a:pt x="0" y="198"/>
                    <a:pt x="0" y="442"/>
                  </a:cubicBezTo>
                  <a:cubicBezTo>
                    <a:pt x="0" y="616"/>
                    <a:pt x="104" y="767"/>
                    <a:pt x="251" y="836"/>
                  </a:cubicBezTo>
                  <a:lnTo>
                    <a:pt x="32" y="1664"/>
                  </a:lnTo>
                  <a:cubicBezTo>
                    <a:pt x="24" y="1706"/>
                    <a:pt x="50" y="1738"/>
                    <a:pt x="93" y="1738"/>
                  </a:cubicBezTo>
                  <a:lnTo>
                    <a:pt x="792" y="1738"/>
                  </a:lnTo>
                  <a:cubicBezTo>
                    <a:pt x="834" y="1738"/>
                    <a:pt x="861" y="1705"/>
                    <a:pt x="854" y="1664"/>
                  </a:cubicBezTo>
                  <a:lnTo>
                    <a:pt x="635" y="836"/>
                  </a:lnTo>
                  <a:cubicBezTo>
                    <a:pt x="781" y="767"/>
                    <a:pt x="882" y="616"/>
                    <a:pt x="882" y="442"/>
                  </a:cubicBezTo>
                  <a:cubicBezTo>
                    <a:pt x="882" y="198"/>
                    <a:pt x="686" y="1"/>
                    <a:pt x="4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65" name="Google Shape;1865;p60"/>
          <p:cNvGrpSpPr/>
          <p:nvPr/>
        </p:nvGrpSpPr>
        <p:grpSpPr>
          <a:xfrm>
            <a:off x="565000" y="3179217"/>
            <a:ext cx="1619721" cy="1200214"/>
            <a:chOff x="565000" y="3126601"/>
            <a:chExt cx="1619721" cy="1200214"/>
          </a:xfrm>
        </p:grpSpPr>
        <p:sp>
          <p:nvSpPr>
            <p:cNvPr id="1866" name="Google Shape;1866;p60"/>
            <p:cNvSpPr/>
            <p:nvPr/>
          </p:nvSpPr>
          <p:spPr>
            <a:xfrm>
              <a:off x="1160930" y="3126601"/>
              <a:ext cx="1023770" cy="780353"/>
            </a:xfrm>
            <a:custGeom>
              <a:avLst/>
              <a:gdLst/>
              <a:ahLst/>
              <a:cxnLst/>
              <a:rect l="l" t="t" r="r" b="b"/>
              <a:pathLst>
                <a:path w="49940" h="38066" extrusionOk="0">
                  <a:moveTo>
                    <a:pt x="2865" y="0"/>
                  </a:moveTo>
                  <a:cubicBezTo>
                    <a:pt x="1207" y="0"/>
                    <a:pt x="1" y="1348"/>
                    <a:pt x="188" y="2997"/>
                  </a:cubicBezTo>
                  <a:lnTo>
                    <a:pt x="3816" y="35065"/>
                  </a:lnTo>
                  <a:cubicBezTo>
                    <a:pt x="4002" y="36716"/>
                    <a:pt x="5516" y="38065"/>
                    <a:pt x="7174" y="38065"/>
                  </a:cubicBezTo>
                  <a:lnTo>
                    <a:pt x="42795" y="38065"/>
                  </a:lnTo>
                  <a:cubicBezTo>
                    <a:pt x="44453" y="38065"/>
                    <a:pt x="45993" y="36719"/>
                    <a:pt x="46214" y="35073"/>
                  </a:cubicBezTo>
                  <a:lnTo>
                    <a:pt x="49720" y="8976"/>
                  </a:lnTo>
                  <a:cubicBezTo>
                    <a:pt x="49939" y="7332"/>
                    <a:pt x="48762" y="5984"/>
                    <a:pt x="47100" y="5984"/>
                  </a:cubicBezTo>
                  <a:lnTo>
                    <a:pt x="28992" y="5984"/>
                  </a:lnTo>
                  <a:lnTo>
                    <a:pt x="28992" y="5987"/>
                  </a:lnTo>
                  <a:cubicBezTo>
                    <a:pt x="27331" y="5987"/>
                    <a:pt x="25974" y="4639"/>
                    <a:pt x="25974" y="2993"/>
                  </a:cubicBezTo>
                  <a:cubicBezTo>
                    <a:pt x="25974" y="1345"/>
                    <a:pt x="24613" y="0"/>
                    <a:pt x="229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60"/>
            <p:cNvSpPr/>
            <p:nvPr/>
          </p:nvSpPr>
          <p:spPr>
            <a:xfrm>
              <a:off x="1261872" y="3184329"/>
              <a:ext cx="821332" cy="781070"/>
            </a:xfrm>
            <a:custGeom>
              <a:avLst/>
              <a:gdLst/>
              <a:ahLst/>
              <a:cxnLst/>
              <a:rect l="l" t="t" r="r" b="b"/>
              <a:pathLst>
                <a:path w="40065" h="38101" extrusionOk="0">
                  <a:moveTo>
                    <a:pt x="0" y="1"/>
                  </a:moveTo>
                  <a:lnTo>
                    <a:pt x="0" y="38100"/>
                  </a:lnTo>
                  <a:lnTo>
                    <a:pt x="40065" y="38100"/>
                  </a:lnTo>
                  <a:lnTo>
                    <a:pt x="4006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60"/>
            <p:cNvSpPr/>
            <p:nvPr/>
          </p:nvSpPr>
          <p:spPr>
            <a:xfrm>
              <a:off x="1160930" y="3223873"/>
              <a:ext cx="1023770" cy="780415"/>
            </a:xfrm>
            <a:custGeom>
              <a:avLst/>
              <a:gdLst/>
              <a:ahLst/>
              <a:cxnLst/>
              <a:rect l="l" t="t" r="r" b="b"/>
              <a:pathLst>
                <a:path w="49940" h="38069" extrusionOk="0">
                  <a:moveTo>
                    <a:pt x="2865" y="1"/>
                  </a:moveTo>
                  <a:cubicBezTo>
                    <a:pt x="1207" y="1"/>
                    <a:pt x="1" y="1350"/>
                    <a:pt x="188" y="2999"/>
                  </a:cubicBezTo>
                  <a:lnTo>
                    <a:pt x="3816" y="35068"/>
                  </a:lnTo>
                  <a:cubicBezTo>
                    <a:pt x="4002" y="36718"/>
                    <a:pt x="5516" y="38068"/>
                    <a:pt x="7174" y="38068"/>
                  </a:cubicBezTo>
                  <a:lnTo>
                    <a:pt x="42795" y="38068"/>
                  </a:lnTo>
                  <a:cubicBezTo>
                    <a:pt x="44453" y="38068"/>
                    <a:pt x="45993" y="36721"/>
                    <a:pt x="46214" y="35076"/>
                  </a:cubicBezTo>
                  <a:lnTo>
                    <a:pt x="49720" y="8978"/>
                  </a:lnTo>
                  <a:cubicBezTo>
                    <a:pt x="49939" y="7332"/>
                    <a:pt x="48762" y="5986"/>
                    <a:pt x="47100" y="5986"/>
                  </a:cubicBezTo>
                  <a:lnTo>
                    <a:pt x="28992" y="5986"/>
                  </a:lnTo>
                  <a:cubicBezTo>
                    <a:pt x="27331" y="5986"/>
                    <a:pt x="25974" y="4638"/>
                    <a:pt x="25974" y="2994"/>
                  </a:cubicBezTo>
                  <a:cubicBezTo>
                    <a:pt x="25974" y="1346"/>
                    <a:pt x="24613" y="1"/>
                    <a:pt x="229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60"/>
            <p:cNvSpPr/>
            <p:nvPr/>
          </p:nvSpPr>
          <p:spPr>
            <a:xfrm>
              <a:off x="2005796" y="3346586"/>
              <a:ext cx="178924" cy="657681"/>
            </a:xfrm>
            <a:custGeom>
              <a:avLst/>
              <a:gdLst/>
              <a:ahLst/>
              <a:cxnLst/>
              <a:rect l="l" t="t" r="r" b="b"/>
              <a:pathLst>
                <a:path w="8728" h="32082" extrusionOk="0">
                  <a:moveTo>
                    <a:pt x="4308" y="0"/>
                  </a:moveTo>
                  <a:cubicBezTo>
                    <a:pt x="5967" y="0"/>
                    <a:pt x="7147" y="1345"/>
                    <a:pt x="6928" y="2992"/>
                  </a:cubicBezTo>
                  <a:lnTo>
                    <a:pt x="3422" y="29089"/>
                  </a:lnTo>
                  <a:cubicBezTo>
                    <a:pt x="3199" y="30733"/>
                    <a:pt x="1661" y="32081"/>
                    <a:pt x="0" y="32081"/>
                  </a:cubicBezTo>
                  <a:lnTo>
                    <a:pt x="1582" y="32081"/>
                  </a:lnTo>
                  <a:cubicBezTo>
                    <a:pt x="3240" y="32081"/>
                    <a:pt x="4780" y="30733"/>
                    <a:pt x="5001" y="29089"/>
                  </a:cubicBezTo>
                  <a:lnTo>
                    <a:pt x="8507" y="2989"/>
                  </a:lnTo>
                  <a:cubicBezTo>
                    <a:pt x="8728" y="1345"/>
                    <a:pt x="7550" y="0"/>
                    <a:pt x="588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60"/>
            <p:cNvSpPr/>
            <p:nvPr/>
          </p:nvSpPr>
          <p:spPr>
            <a:xfrm>
              <a:off x="1599015" y="3223873"/>
              <a:ext cx="156251" cy="122734"/>
            </a:xfrm>
            <a:custGeom>
              <a:avLst/>
              <a:gdLst/>
              <a:ahLst/>
              <a:cxnLst/>
              <a:rect l="l" t="t" r="r" b="b"/>
              <a:pathLst>
                <a:path w="7622" h="5987" extrusionOk="0">
                  <a:moveTo>
                    <a:pt x="3" y="1"/>
                  </a:moveTo>
                  <a:cubicBezTo>
                    <a:pt x="2" y="1"/>
                    <a:pt x="1" y="1"/>
                    <a:pt x="1" y="1"/>
                  </a:cubicBezTo>
                  <a:lnTo>
                    <a:pt x="6" y="1"/>
                  </a:lnTo>
                  <a:cubicBezTo>
                    <a:pt x="5" y="1"/>
                    <a:pt x="4" y="1"/>
                    <a:pt x="3" y="1"/>
                  </a:cubicBezTo>
                  <a:close/>
                  <a:moveTo>
                    <a:pt x="6" y="1"/>
                  </a:moveTo>
                  <a:cubicBezTo>
                    <a:pt x="1662" y="2"/>
                    <a:pt x="3021" y="1347"/>
                    <a:pt x="3021" y="2994"/>
                  </a:cubicBezTo>
                  <a:cubicBezTo>
                    <a:pt x="3021" y="4641"/>
                    <a:pt x="4376" y="5986"/>
                    <a:pt x="6039" y="5986"/>
                  </a:cubicBezTo>
                  <a:lnTo>
                    <a:pt x="7621" y="5986"/>
                  </a:lnTo>
                  <a:cubicBezTo>
                    <a:pt x="5959" y="5986"/>
                    <a:pt x="4602" y="4638"/>
                    <a:pt x="4602" y="2994"/>
                  </a:cubicBezTo>
                  <a:cubicBezTo>
                    <a:pt x="4602" y="1346"/>
                    <a:pt x="3240" y="1"/>
                    <a:pt x="1582" y="1"/>
                  </a:cubicBezTo>
                  <a:close/>
                </a:path>
              </a:pathLst>
            </a:custGeom>
            <a:solidFill>
              <a:srgbClr val="F78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60"/>
            <p:cNvSpPr/>
            <p:nvPr/>
          </p:nvSpPr>
          <p:spPr>
            <a:xfrm>
              <a:off x="565000" y="3355502"/>
              <a:ext cx="1123211" cy="971312"/>
            </a:xfrm>
            <a:custGeom>
              <a:avLst/>
              <a:gdLst/>
              <a:ahLst/>
              <a:cxnLst/>
              <a:rect l="l" t="t" r="r" b="b"/>
              <a:pathLst>
                <a:path w="25609" h="22237" extrusionOk="0">
                  <a:moveTo>
                    <a:pt x="12805" y="0"/>
                  </a:moveTo>
                  <a:cubicBezTo>
                    <a:pt x="11896" y="720"/>
                    <a:pt x="8489" y="3183"/>
                    <a:pt x="4208" y="3253"/>
                  </a:cubicBezTo>
                  <a:cubicBezTo>
                    <a:pt x="4208" y="3253"/>
                    <a:pt x="0" y="17535"/>
                    <a:pt x="12805" y="22237"/>
                  </a:cubicBezTo>
                  <a:cubicBezTo>
                    <a:pt x="25609" y="17535"/>
                    <a:pt x="21401" y="3253"/>
                    <a:pt x="21401" y="3253"/>
                  </a:cubicBezTo>
                  <a:cubicBezTo>
                    <a:pt x="17118" y="3183"/>
                    <a:pt x="13713" y="723"/>
                    <a:pt x="128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60"/>
            <p:cNvSpPr/>
            <p:nvPr/>
          </p:nvSpPr>
          <p:spPr>
            <a:xfrm>
              <a:off x="615878" y="3391582"/>
              <a:ext cx="1021499" cy="896357"/>
            </a:xfrm>
            <a:custGeom>
              <a:avLst/>
              <a:gdLst/>
              <a:ahLst/>
              <a:cxnLst/>
              <a:rect l="l" t="t" r="r" b="b"/>
              <a:pathLst>
                <a:path w="23290" h="20521" extrusionOk="0">
                  <a:moveTo>
                    <a:pt x="11643" y="764"/>
                  </a:moveTo>
                  <a:cubicBezTo>
                    <a:pt x="12681" y="1551"/>
                    <a:pt x="15527" y="3442"/>
                    <a:pt x="19072" y="3576"/>
                  </a:cubicBezTo>
                  <a:cubicBezTo>
                    <a:pt x="19480" y="5223"/>
                    <a:pt x="21749" y="16087"/>
                    <a:pt x="11643" y="19880"/>
                  </a:cubicBezTo>
                  <a:cubicBezTo>
                    <a:pt x="7095" y="18174"/>
                    <a:pt x="4468" y="14901"/>
                    <a:pt x="3834" y="10149"/>
                  </a:cubicBezTo>
                  <a:cubicBezTo>
                    <a:pt x="3426" y="7079"/>
                    <a:pt x="4024" y="4339"/>
                    <a:pt x="4215" y="3576"/>
                  </a:cubicBezTo>
                  <a:cubicBezTo>
                    <a:pt x="7761" y="3442"/>
                    <a:pt x="10608" y="1551"/>
                    <a:pt x="11643" y="764"/>
                  </a:cubicBezTo>
                  <a:close/>
                  <a:moveTo>
                    <a:pt x="11645" y="0"/>
                  </a:moveTo>
                  <a:lnTo>
                    <a:pt x="11459" y="149"/>
                  </a:lnTo>
                  <a:cubicBezTo>
                    <a:pt x="10641" y="797"/>
                    <a:pt x="7686" y="2922"/>
                    <a:pt x="3979" y="2982"/>
                  </a:cubicBezTo>
                  <a:lnTo>
                    <a:pt x="3759" y="2986"/>
                  </a:lnTo>
                  <a:lnTo>
                    <a:pt x="3696" y="3197"/>
                  </a:lnTo>
                  <a:cubicBezTo>
                    <a:pt x="3657" y="3326"/>
                    <a:pt x="1" y="16242"/>
                    <a:pt x="11542" y="20482"/>
                  </a:cubicBezTo>
                  <a:lnTo>
                    <a:pt x="11645" y="20520"/>
                  </a:lnTo>
                  <a:lnTo>
                    <a:pt x="11748" y="20482"/>
                  </a:lnTo>
                  <a:cubicBezTo>
                    <a:pt x="23289" y="16242"/>
                    <a:pt x="19633" y="3326"/>
                    <a:pt x="19594" y="3197"/>
                  </a:cubicBezTo>
                  <a:lnTo>
                    <a:pt x="19532" y="2986"/>
                  </a:lnTo>
                  <a:lnTo>
                    <a:pt x="19311" y="2982"/>
                  </a:lnTo>
                  <a:cubicBezTo>
                    <a:pt x="15605" y="2922"/>
                    <a:pt x="12650" y="797"/>
                    <a:pt x="11832" y="149"/>
                  </a:cubicBezTo>
                  <a:lnTo>
                    <a:pt x="116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60"/>
            <p:cNvSpPr/>
            <p:nvPr/>
          </p:nvSpPr>
          <p:spPr>
            <a:xfrm>
              <a:off x="929130" y="3658205"/>
              <a:ext cx="413117" cy="322708"/>
            </a:xfrm>
            <a:custGeom>
              <a:avLst/>
              <a:gdLst/>
              <a:ahLst/>
              <a:cxnLst/>
              <a:rect l="l" t="t" r="r" b="b"/>
              <a:pathLst>
                <a:path w="9419" h="7388" extrusionOk="0">
                  <a:moveTo>
                    <a:pt x="8378" y="0"/>
                  </a:moveTo>
                  <a:lnTo>
                    <a:pt x="3544" y="5535"/>
                  </a:lnTo>
                  <a:lnTo>
                    <a:pt x="802" y="3577"/>
                  </a:lnTo>
                  <a:lnTo>
                    <a:pt x="0" y="4703"/>
                  </a:lnTo>
                  <a:lnTo>
                    <a:pt x="3761" y="7387"/>
                  </a:lnTo>
                  <a:lnTo>
                    <a:pt x="9418" y="908"/>
                  </a:lnTo>
                  <a:lnTo>
                    <a:pt x="83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4" name="Google Shape;1874;p60"/>
          <p:cNvGrpSpPr/>
          <p:nvPr/>
        </p:nvGrpSpPr>
        <p:grpSpPr>
          <a:xfrm>
            <a:off x="2554273" y="2993209"/>
            <a:ext cx="1723320" cy="1572231"/>
            <a:chOff x="2554273" y="2993209"/>
            <a:chExt cx="1723320" cy="1572231"/>
          </a:xfrm>
        </p:grpSpPr>
        <p:sp>
          <p:nvSpPr>
            <p:cNvPr id="1875" name="Google Shape;1875;p60"/>
            <p:cNvSpPr/>
            <p:nvPr/>
          </p:nvSpPr>
          <p:spPr>
            <a:xfrm>
              <a:off x="2684473" y="3172121"/>
              <a:ext cx="1393080" cy="1393318"/>
            </a:xfrm>
            <a:custGeom>
              <a:avLst/>
              <a:gdLst/>
              <a:ahLst/>
              <a:cxnLst/>
              <a:rect l="l" t="t" r="r" b="b"/>
              <a:pathLst>
                <a:path w="23218" h="23221" extrusionOk="0">
                  <a:moveTo>
                    <a:pt x="11610" y="1"/>
                  </a:moveTo>
                  <a:cubicBezTo>
                    <a:pt x="5198" y="1"/>
                    <a:pt x="1" y="5200"/>
                    <a:pt x="1" y="11610"/>
                  </a:cubicBezTo>
                  <a:cubicBezTo>
                    <a:pt x="1" y="18023"/>
                    <a:pt x="5198" y="23221"/>
                    <a:pt x="11610" y="23221"/>
                  </a:cubicBezTo>
                  <a:cubicBezTo>
                    <a:pt x="18020" y="23221"/>
                    <a:pt x="23218" y="18021"/>
                    <a:pt x="23218" y="11610"/>
                  </a:cubicBezTo>
                  <a:cubicBezTo>
                    <a:pt x="23218" y="5200"/>
                    <a:pt x="18020" y="1"/>
                    <a:pt x="116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60"/>
            <p:cNvSpPr/>
            <p:nvPr/>
          </p:nvSpPr>
          <p:spPr>
            <a:xfrm>
              <a:off x="3203893" y="3488668"/>
              <a:ext cx="354240" cy="475640"/>
            </a:xfrm>
            <a:custGeom>
              <a:avLst/>
              <a:gdLst/>
              <a:ahLst/>
              <a:cxnLst/>
              <a:rect l="l" t="t" r="r" b="b"/>
              <a:pathLst>
                <a:path w="5904" h="7927" extrusionOk="0">
                  <a:moveTo>
                    <a:pt x="2953" y="0"/>
                  </a:moveTo>
                  <a:cubicBezTo>
                    <a:pt x="1324" y="0"/>
                    <a:pt x="1" y="1774"/>
                    <a:pt x="1" y="3964"/>
                  </a:cubicBezTo>
                  <a:cubicBezTo>
                    <a:pt x="1" y="6153"/>
                    <a:pt x="1323" y="7927"/>
                    <a:pt x="2953" y="7927"/>
                  </a:cubicBezTo>
                  <a:cubicBezTo>
                    <a:pt x="4581" y="7927"/>
                    <a:pt x="5903" y="6153"/>
                    <a:pt x="5903" y="3964"/>
                  </a:cubicBezTo>
                  <a:cubicBezTo>
                    <a:pt x="5903" y="1774"/>
                    <a:pt x="4583" y="0"/>
                    <a:pt x="29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60"/>
            <p:cNvSpPr/>
            <p:nvPr/>
          </p:nvSpPr>
          <p:spPr>
            <a:xfrm>
              <a:off x="3012793" y="3999787"/>
              <a:ext cx="736380" cy="565584"/>
            </a:xfrm>
            <a:custGeom>
              <a:avLst/>
              <a:gdLst/>
              <a:ahLst/>
              <a:cxnLst/>
              <a:rect l="l" t="t" r="r" b="b"/>
              <a:pathLst>
                <a:path w="12273" h="9426" extrusionOk="0">
                  <a:moveTo>
                    <a:pt x="6138" y="1"/>
                  </a:moveTo>
                  <a:cubicBezTo>
                    <a:pt x="2747" y="1"/>
                    <a:pt x="0" y="2748"/>
                    <a:pt x="0" y="6138"/>
                  </a:cubicBezTo>
                  <a:cubicBezTo>
                    <a:pt x="0" y="6718"/>
                    <a:pt x="81" y="7280"/>
                    <a:pt x="231" y="7813"/>
                  </a:cubicBezTo>
                  <a:cubicBezTo>
                    <a:pt x="1962" y="8837"/>
                    <a:pt x="3981" y="9426"/>
                    <a:pt x="6138" y="9426"/>
                  </a:cubicBezTo>
                  <a:cubicBezTo>
                    <a:pt x="8293" y="9426"/>
                    <a:pt x="10311" y="8837"/>
                    <a:pt x="12041" y="7814"/>
                  </a:cubicBezTo>
                  <a:cubicBezTo>
                    <a:pt x="12193" y="7280"/>
                    <a:pt x="12273" y="6718"/>
                    <a:pt x="12273" y="6138"/>
                  </a:cubicBezTo>
                  <a:cubicBezTo>
                    <a:pt x="12273" y="2748"/>
                    <a:pt x="9527" y="1"/>
                    <a:pt x="61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60"/>
            <p:cNvSpPr/>
            <p:nvPr/>
          </p:nvSpPr>
          <p:spPr>
            <a:xfrm>
              <a:off x="3609193" y="3096764"/>
              <a:ext cx="504300" cy="504321"/>
            </a:xfrm>
            <a:custGeom>
              <a:avLst/>
              <a:gdLst/>
              <a:ahLst/>
              <a:cxnLst/>
              <a:rect l="l" t="t" r="r" b="b"/>
              <a:pathLst>
                <a:path w="8405" h="8405" extrusionOk="0">
                  <a:moveTo>
                    <a:pt x="4202" y="0"/>
                  </a:moveTo>
                  <a:cubicBezTo>
                    <a:pt x="1882" y="0"/>
                    <a:pt x="1" y="1883"/>
                    <a:pt x="1" y="4203"/>
                  </a:cubicBezTo>
                  <a:cubicBezTo>
                    <a:pt x="1" y="6525"/>
                    <a:pt x="1882" y="8405"/>
                    <a:pt x="4202" y="8405"/>
                  </a:cubicBezTo>
                  <a:cubicBezTo>
                    <a:pt x="6522" y="8405"/>
                    <a:pt x="8404" y="6523"/>
                    <a:pt x="8404" y="4203"/>
                  </a:cubicBezTo>
                  <a:cubicBezTo>
                    <a:pt x="8404" y="1883"/>
                    <a:pt x="6522" y="0"/>
                    <a:pt x="420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60"/>
            <p:cNvSpPr/>
            <p:nvPr/>
          </p:nvSpPr>
          <p:spPr>
            <a:xfrm>
              <a:off x="3651133" y="3138703"/>
              <a:ext cx="420480" cy="420438"/>
            </a:xfrm>
            <a:custGeom>
              <a:avLst/>
              <a:gdLst/>
              <a:ahLst/>
              <a:cxnLst/>
              <a:rect l="l" t="t" r="r" b="b"/>
              <a:pathLst>
                <a:path w="7008" h="7007" extrusionOk="0">
                  <a:moveTo>
                    <a:pt x="3507" y="0"/>
                  </a:moveTo>
                  <a:cubicBezTo>
                    <a:pt x="3506" y="0"/>
                    <a:pt x="3505" y="0"/>
                    <a:pt x="3505" y="0"/>
                  </a:cubicBezTo>
                  <a:cubicBezTo>
                    <a:pt x="1570" y="0"/>
                    <a:pt x="1" y="1569"/>
                    <a:pt x="1" y="3504"/>
                  </a:cubicBezTo>
                  <a:cubicBezTo>
                    <a:pt x="1" y="5439"/>
                    <a:pt x="1570" y="7007"/>
                    <a:pt x="3505" y="7007"/>
                  </a:cubicBezTo>
                  <a:cubicBezTo>
                    <a:pt x="5438" y="7007"/>
                    <a:pt x="7007" y="5440"/>
                    <a:pt x="7007" y="3504"/>
                  </a:cubicBezTo>
                  <a:cubicBezTo>
                    <a:pt x="7007" y="1569"/>
                    <a:pt x="5439" y="0"/>
                    <a:pt x="35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60"/>
            <p:cNvSpPr/>
            <p:nvPr/>
          </p:nvSpPr>
          <p:spPr>
            <a:xfrm>
              <a:off x="3848173" y="3138643"/>
              <a:ext cx="223440" cy="420558"/>
            </a:xfrm>
            <a:custGeom>
              <a:avLst/>
              <a:gdLst/>
              <a:ahLst/>
              <a:cxnLst/>
              <a:rect l="l" t="t" r="r" b="b"/>
              <a:pathLst>
                <a:path w="3724" h="7009" extrusionOk="0">
                  <a:moveTo>
                    <a:pt x="219" y="0"/>
                  </a:moveTo>
                  <a:cubicBezTo>
                    <a:pt x="146" y="0"/>
                    <a:pt x="73" y="7"/>
                    <a:pt x="1" y="12"/>
                  </a:cubicBezTo>
                  <a:cubicBezTo>
                    <a:pt x="1834" y="125"/>
                    <a:pt x="3287" y="1644"/>
                    <a:pt x="3287" y="3505"/>
                  </a:cubicBezTo>
                  <a:cubicBezTo>
                    <a:pt x="3287" y="5367"/>
                    <a:pt x="1835" y="6885"/>
                    <a:pt x="1" y="6997"/>
                  </a:cubicBezTo>
                  <a:cubicBezTo>
                    <a:pt x="73" y="7002"/>
                    <a:pt x="146" y="7009"/>
                    <a:pt x="219" y="7009"/>
                  </a:cubicBezTo>
                  <a:cubicBezTo>
                    <a:pt x="2154" y="7009"/>
                    <a:pt x="3722" y="5441"/>
                    <a:pt x="3722" y="3506"/>
                  </a:cubicBezTo>
                  <a:cubicBezTo>
                    <a:pt x="3723" y="1570"/>
                    <a:pt x="2154" y="0"/>
                    <a:pt x="219" y="0"/>
                  </a:cubicBezTo>
                  <a:close/>
                </a:path>
              </a:pathLst>
            </a:custGeom>
            <a:solidFill>
              <a:srgbClr val="EFE7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60"/>
            <p:cNvSpPr/>
            <p:nvPr/>
          </p:nvSpPr>
          <p:spPr>
            <a:xfrm>
              <a:off x="3776533" y="3751577"/>
              <a:ext cx="501060" cy="238870"/>
            </a:xfrm>
            <a:custGeom>
              <a:avLst/>
              <a:gdLst/>
              <a:ahLst/>
              <a:cxnLst/>
              <a:rect l="l" t="t" r="r" b="b"/>
              <a:pathLst>
                <a:path w="8351" h="3981" extrusionOk="0">
                  <a:moveTo>
                    <a:pt x="6361" y="726"/>
                  </a:moveTo>
                  <a:cubicBezTo>
                    <a:pt x="7061" y="726"/>
                    <a:pt x="7626" y="1292"/>
                    <a:pt x="7626" y="1991"/>
                  </a:cubicBezTo>
                  <a:cubicBezTo>
                    <a:pt x="7626" y="2690"/>
                    <a:pt x="7061" y="3256"/>
                    <a:pt x="6361" y="3256"/>
                  </a:cubicBezTo>
                  <a:cubicBezTo>
                    <a:pt x="5662" y="3256"/>
                    <a:pt x="5096" y="2690"/>
                    <a:pt x="5096" y="1991"/>
                  </a:cubicBezTo>
                  <a:cubicBezTo>
                    <a:pt x="5096" y="1292"/>
                    <a:pt x="5662" y="726"/>
                    <a:pt x="6361" y="726"/>
                  </a:cubicBezTo>
                  <a:close/>
                  <a:moveTo>
                    <a:pt x="6361" y="0"/>
                  </a:moveTo>
                  <a:cubicBezTo>
                    <a:pt x="5385" y="0"/>
                    <a:pt x="4574" y="708"/>
                    <a:pt x="4406" y="1636"/>
                  </a:cubicBezTo>
                  <a:lnTo>
                    <a:pt x="341" y="1636"/>
                  </a:lnTo>
                  <a:cubicBezTo>
                    <a:pt x="155" y="1636"/>
                    <a:pt x="1" y="1790"/>
                    <a:pt x="1" y="1976"/>
                  </a:cubicBezTo>
                  <a:lnTo>
                    <a:pt x="1" y="3084"/>
                  </a:lnTo>
                  <a:cubicBezTo>
                    <a:pt x="1" y="3303"/>
                    <a:pt x="170" y="3412"/>
                    <a:pt x="340" y="3412"/>
                  </a:cubicBezTo>
                  <a:cubicBezTo>
                    <a:pt x="510" y="3412"/>
                    <a:pt x="679" y="3303"/>
                    <a:pt x="679" y="3084"/>
                  </a:cubicBezTo>
                  <a:lnTo>
                    <a:pt x="679" y="2651"/>
                  </a:lnTo>
                  <a:lnTo>
                    <a:pt x="1035" y="2651"/>
                  </a:lnTo>
                  <a:lnTo>
                    <a:pt x="1035" y="2779"/>
                  </a:lnTo>
                  <a:cubicBezTo>
                    <a:pt x="1035" y="2998"/>
                    <a:pt x="1205" y="3108"/>
                    <a:pt x="1374" y="3108"/>
                  </a:cubicBezTo>
                  <a:cubicBezTo>
                    <a:pt x="1544" y="3108"/>
                    <a:pt x="1714" y="2998"/>
                    <a:pt x="1713" y="2779"/>
                  </a:cubicBezTo>
                  <a:cubicBezTo>
                    <a:pt x="1714" y="2624"/>
                    <a:pt x="1714" y="2468"/>
                    <a:pt x="1714" y="2315"/>
                  </a:cubicBezTo>
                  <a:lnTo>
                    <a:pt x="2121" y="2315"/>
                  </a:lnTo>
                  <a:lnTo>
                    <a:pt x="2121" y="2779"/>
                  </a:lnTo>
                  <a:cubicBezTo>
                    <a:pt x="2121" y="2998"/>
                    <a:pt x="2291" y="3108"/>
                    <a:pt x="2460" y="3108"/>
                  </a:cubicBezTo>
                  <a:cubicBezTo>
                    <a:pt x="2630" y="3108"/>
                    <a:pt x="2799" y="2998"/>
                    <a:pt x="2799" y="2779"/>
                  </a:cubicBezTo>
                  <a:lnTo>
                    <a:pt x="2799" y="2315"/>
                  </a:lnTo>
                  <a:lnTo>
                    <a:pt x="4404" y="2315"/>
                  </a:lnTo>
                  <a:cubicBezTo>
                    <a:pt x="4558" y="3259"/>
                    <a:pt x="5374" y="3981"/>
                    <a:pt x="6361" y="3981"/>
                  </a:cubicBezTo>
                  <a:cubicBezTo>
                    <a:pt x="7459" y="3981"/>
                    <a:pt x="8350" y="3091"/>
                    <a:pt x="8350" y="1991"/>
                  </a:cubicBezTo>
                  <a:cubicBezTo>
                    <a:pt x="8350" y="891"/>
                    <a:pt x="7459" y="0"/>
                    <a:pt x="63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60"/>
            <p:cNvSpPr/>
            <p:nvPr/>
          </p:nvSpPr>
          <p:spPr>
            <a:xfrm>
              <a:off x="2659093" y="4022886"/>
              <a:ext cx="539220" cy="539422"/>
            </a:xfrm>
            <a:custGeom>
              <a:avLst/>
              <a:gdLst/>
              <a:ahLst/>
              <a:cxnLst/>
              <a:rect l="l" t="t" r="r" b="b"/>
              <a:pathLst>
                <a:path w="8987" h="8990" extrusionOk="0">
                  <a:moveTo>
                    <a:pt x="4494" y="1"/>
                  </a:moveTo>
                  <a:cubicBezTo>
                    <a:pt x="2012" y="1"/>
                    <a:pt x="0" y="2013"/>
                    <a:pt x="0" y="4496"/>
                  </a:cubicBezTo>
                  <a:cubicBezTo>
                    <a:pt x="0" y="6977"/>
                    <a:pt x="2012" y="8989"/>
                    <a:pt x="4494" y="8989"/>
                  </a:cubicBezTo>
                  <a:cubicBezTo>
                    <a:pt x="6975" y="8989"/>
                    <a:pt x="8987" y="6977"/>
                    <a:pt x="8987" y="4496"/>
                  </a:cubicBezTo>
                  <a:cubicBezTo>
                    <a:pt x="8987" y="2013"/>
                    <a:pt x="6975" y="1"/>
                    <a:pt x="44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60"/>
            <p:cNvSpPr/>
            <p:nvPr/>
          </p:nvSpPr>
          <p:spPr>
            <a:xfrm>
              <a:off x="2883913" y="4022886"/>
              <a:ext cx="314400" cy="539422"/>
            </a:xfrm>
            <a:custGeom>
              <a:avLst/>
              <a:gdLst/>
              <a:ahLst/>
              <a:cxnLst/>
              <a:rect l="l" t="t" r="r" b="b"/>
              <a:pathLst>
                <a:path w="5240" h="8990" extrusionOk="0">
                  <a:moveTo>
                    <a:pt x="746" y="1"/>
                  </a:moveTo>
                  <a:cubicBezTo>
                    <a:pt x="491" y="1"/>
                    <a:pt x="244" y="22"/>
                    <a:pt x="1" y="63"/>
                  </a:cubicBezTo>
                  <a:cubicBezTo>
                    <a:pt x="2128" y="418"/>
                    <a:pt x="3750" y="2266"/>
                    <a:pt x="3750" y="4494"/>
                  </a:cubicBezTo>
                  <a:cubicBezTo>
                    <a:pt x="3750" y="6722"/>
                    <a:pt x="2127" y="8571"/>
                    <a:pt x="1" y="8927"/>
                  </a:cubicBezTo>
                  <a:cubicBezTo>
                    <a:pt x="244" y="8968"/>
                    <a:pt x="491" y="8989"/>
                    <a:pt x="746" y="8989"/>
                  </a:cubicBezTo>
                  <a:cubicBezTo>
                    <a:pt x="3228" y="8989"/>
                    <a:pt x="5239" y="6977"/>
                    <a:pt x="5239" y="4494"/>
                  </a:cubicBezTo>
                  <a:cubicBezTo>
                    <a:pt x="5240" y="2013"/>
                    <a:pt x="3228" y="1"/>
                    <a:pt x="7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60"/>
            <p:cNvSpPr/>
            <p:nvPr/>
          </p:nvSpPr>
          <p:spPr>
            <a:xfrm>
              <a:off x="2847193" y="4128062"/>
              <a:ext cx="163140" cy="160567"/>
            </a:xfrm>
            <a:custGeom>
              <a:avLst/>
              <a:gdLst/>
              <a:ahLst/>
              <a:cxnLst/>
              <a:rect l="l" t="t" r="r" b="b"/>
              <a:pathLst>
                <a:path w="2719" h="2676" extrusionOk="0">
                  <a:moveTo>
                    <a:pt x="1547" y="353"/>
                  </a:moveTo>
                  <a:cubicBezTo>
                    <a:pt x="2000" y="353"/>
                    <a:pt x="2366" y="720"/>
                    <a:pt x="2366" y="1171"/>
                  </a:cubicBezTo>
                  <a:lnTo>
                    <a:pt x="2366" y="1507"/>
                  </a:lnTo>
                  <a:cubicBezTo>
                    <a:pt x="2366" y="1958"/>
                    <a:pt x="1999" y="2326"/>
                    <a:pt x="1547" y="2326"/>
                  </a:cubicBezTo>
                  <a:lnTo>
                    <a:pt x="1169" y="2326"/>
                  </a:lnTo>
                  <a:cubicBezTo>
                    <a:pt x="717" y="2326"/>
                    <a:pt x="350" y="1958"/>
                    <a:pt x="350" y="1507"/>
                  </a:cubicBezTo>
                  <a:lnTo>
                    <a:pt x="350" y="1171"/>
                  </a:lnTo>
                  <a:cubicBezTo>
                    <a:pt x="350" y="720"/>
                    <a:pt x="716" y="353"/>
                    <a:pt x="1169" y="353"/>
                  </a:cubicBezTo>
                  <a:close/>
                  <a:moveTo>
                    <a:pt x="1170" y="0"/>
                  </a:moveTo>
                  <a:cubicBezTo>
                    <a:pt x="525" y="0"/>
                    <a:pt x="1" y="524"/>
                    <a:pt x="1" y="1170"/>
                  </a:cubicBezTo>
                  <a:lnTo>
                    <a:pt x="1" y="1506"/>
                  </a:lnTo>
                  <a:cubicBezTo>
                    <a:pt x="1" y="2151"/>
                    <a:pt x="524" y="2676"/>
                    <a:pt x="1170" y="2676"/>
                  </a:cubicBezTo>
                  <a:lnTo>
                    <a:pt x="1548" y="2676"/>
                  </a:lnTo>
                  <a:cubicBezTo>
                    <a:pt x="2193" y="2676"/>
                    <a:pt x="2719" y="2151"/>
                    <a:pt x="2719" y="1506"/>
                  </a:cubicBezTo>
                  <a:lnTo>
                    <a:pt x="2719" y="1170"/>
                  </a:lnTo>
                  <a:cubicBezTo>
                    <a:pt x="2719" y="524"/>
                    <a:pt x="2194" y="0"/>
                    <a:pt x="15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60"/>
            <p:cNvSpPr/>
            <p:nvPr/>
          </p:nvSpPr>
          <p:spPr>
            <a:xfrm>
              <a:off x="2810233" y="4220158"/>
              <a:ext cx="236880" cy="236890"/>
            </a:xfrm>
            <a:custGeom>
              <a:avLst/>
              <a:gdLst/>
              <a:ahLst/>
              <a:cxnLst/>
              <a:rect l="l" t="t" r="r" b="b"/>
              <a:pathLst>
                <a:path w="3948" h="3948" extrusionOk="0">
                  <a:moveTo>
                    <a:pt x="1149" y="0"/>
                  </a:moveTo>
                  <a:cubicBezTo>
                    <a:pt x="517" y="0"/>
                    <a:pt x="1" y="517"/>
                    <a:pt x="1" y="1148"/>
                  </a:cubicBezTo>
                  <a:lnTo>
                    <a:pt x="1" y="2800"/>
                  </a:lnTo>
                  <a:cubicBezTo>
                    <a:pt x="1" y="3431"/>
                    <a:pt x="517" y="3948"/>
                    <a:pt x="1149" y="3948"/>
                  </a:cubicBezTo>
                  <a:lnTo>
                    <a:pt x="2799" y="3948"/>
                  </a:lnTo>
                  <a:cubicBezTo>
                    <a:pt x="3431" y="3948"/>
                    <a:pt x="3947" y="3431"/>
                    <a:pt x="3947" y="2800"/>
                  </a:cubicBezTo>
                  <a:lnTo>
                    <a:pt x="3947" y="1148"/>
                  </a:lnTo>
                  <a:cubicBezTo>
                    <a:pt x="3947" y="517"/>
                    <a:pt x="3431" y="0"/>
                    <a:pt x="279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60"/>
            <p:cNvSpPr/>
            <p:nvPr/>
          </p:nvSpPr>
          <p:spPr>
            <a:xfrm>
              <a:off x="2825293" y="4235097"/>
              <a:ext cx="221880" cy="222009"/>
            </a:xfrm>
            <a:custGeom>
              <a:avLst/>
              <a:gdLst/>
              <a:ahLst/>
              <a:cxnLst/>
              <a:rect l="l" t="t" r="r" b="b"/>
              <a:pathLst>
                <a:path w="3698" h="3700" extrusionOk="0">
                  <a:moveTo>
                    <a:pt x="3259" y="1"/>
                  </a:moveTo>
                  <a:cubicBezTo>
                    <a:pt x="3414" y="196"/>
                    <a:pt x="3508" y="443"/>
                    <a:pt x="3508" y="710"/>
                  </a:cubicBezTo>
                  <a:lnTo>
                    <a:pt x="3508" y="2363"/>
                  </a:lnTo>
                  <a:cubicBezTo>
                    <a:pt x="3508" y="2994"/>
                    <a:pt x="2992" y="3511"/>
                    <a:pt x="2361" y="3511"/>
                  </a:cubicBezTo>
                  <a:lnTo>
                    <a:pt x="710" y="3511"/>
                  </a:lnTo>
                  <a:cubicBezTo>
                    <a:pt x="442" y="3511"/>
                    <a:pt x="195" y="3417"/>
                    <a:pt x="0" y="3261"/>
                  </a:cubicBezTo>
                  <a:lnTo>
                    <a:pt x="0" y="3261"/>
                  </a:lnTo>
                  <a:cubicBezTo>
                    <a:pt x="211" y="3527"/>
                    <a:pt x="536" y="3700"/>
                    <a:pt x="899" y="3700"/>
                  </a:cubicBezTo>
                  <a:lnTo>
                    <a:pt x="2549" y="3700"/>
                  </a:lnTo>
                  <a:cubicBezTo>
                    <a:pt x="3181" y="3700"/>
                    <a:pt x="3697" y="3183"/>
                    <a:pt x="3697" y="2552"/>
                  </a:cubicBezTo>
                  <a:lnTo>
                    <a:pt x="3697" y="900"/>
                  </a:lnTo>
                  <a:cubicBezTo>
                    <a:pt x="3696" y="535"/>
                    <a:pt x="3524" y="210"/>
                    <a:pt x="32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60"/>
            <p:cNvSpPr/>
            <p:nvPr/>
          </p:nvSpPr>
          <p:spPr>
            <a:xfrm>
              <a:off x="2893093" y="4275836"/>
              <a:ext cx="71100" cy="140166"/>
            </a:xfrm>
            <a:custGeom>
              <a:avLst/>
              <a:gdLst/>
              <a:ahLst/>
              <a:cxnLst/>
              <a:rect l="l" t="t" r="r" b="b"/>
              <a:pathLst>
                <a:path w="1185" h="2336" extrusionOk="0">
                  <a:moveTo>
                    <a:pt x="593" y="1"/>
                  </a:moveTo>
                  <a:cubicBezTo>
                    <a:pt x="266" y="1"/>
                    <a:pt x="0" y="266"/>
                    <a:pt x="0" y="594"/>
                  </a:cubicBezTo>
                  <a:cubicBezTo>
                    <a:pt x="0" y="828"/>
                    <a:pt x="139" y="1029"/>
                    <a:pt x="337" y="1125"/>
                  </a:cubicBezTo>
                  <a:lnTo>
                    <a:pt x="42" y="2234"/>
                  </a:lnTo>
                  <a:cubicBezTo>
                    <a:pt x="31" y="2289"/>
                    <a:pt x="68" y="2335"/>
                    <a:pt x="124" y="2335"/>
                  </a:cubicBezTo>
                  <a:lnTo>
                    <a:pt x="1063" y="2335"/>
                  </a:lnTo>
                  <a:cubicBezTo>
                    <a:pt x="1118" y="2335"/>
                    <a:pt x="1156" y="2289"/>
                    <a:pt x="1144" y="2234"/>
                  </a:cubicBezTo>
                  <a:lnTo>
                    <a:pt x="850" y="1125"/>
                  </a:lnTo>
                  <a:cubicBezTo>
                    <a:pt x="1048" y="1029"/>
                    <a:pt x="1185" y="828"/>
                    <a:pt x="1185" y="594"/>
                  </a:cubicBezTo>
                  <a:cubicBezTo>
                    <a:pt x="1185" y="266"/>
                    <a:pt x="921" y="1"/>
                    <a:pt x="5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60"/>
            <p:cNvSpPr/>
            <p:nvPr/>
          </p:nvSpPr>
          <p:spPr>
            <a:xfrm>
              <a:off x="2554273" y="3548125"/>
              <a:ext cx="347520" cy="334874"/>
            </a:xfrm>
            <a:custGeom>
              <a:avLst/>
              <a:gdLst/>
              <a:ahLst/>
              <a:cxnLst/>
              <a:rect l="l" t="t" r="r" b="b"/>
              <a:pathLst>
                <a:path w="5792" h="5581" extrusionOk="0">
                  <a:moveTo>
                    <a:pt x="873" y="0"/>
                  </a:moveTo>
                  <a:cubicBezTo>
                    <a:pt x="393" y="0"/>
                    <a:pt x="0" y="394"/>
                    <a:pt x="0" y="873"/>
                  </a:cubicBezTo>
                  <a:lnTo>
                    <a:pt x="0" y="3548"/>
                  </a:lnTo>
                  <a:cubicBezTo>
                    <a:pt x="0" y="4028"/>
                    <a:pt x="393" y="4420"/>
                    <a:pt x="873" y="4420"/>
                  </a:cubicBezTo>
                  <a:lnTo>
                    <a:pt x="2697" y="4420"/>
                  </a:lnTo>
                  <a:lnTo>
                    <a:pt x="3764" y="5580"/>
                  </a:lnTo>
                  <a:lnTo>
                    <a:pt x="3764" y="4420"/>
                  </a:lnTo>
                  <a:lnTo>
                    <a:pt x="4919" y="4420"/>
                  </a:lnTo>
                  <a:cubicBezTo>
                    <a:pt x="5398" y="4420"/>
                    <a:pt x="5791" y="4028"/>
                    <a:pt x="5791" y="3548"/>
                  </a:cubicBezTo>
                  <a:lnTo>
                    <a:pt x="5791" y="873"/>
                  </a:lnTo>
                  <a:cubicBezTo>
                    <a:pt x="5791" y="392"/>
                    <a:pt x="5399" y="0"/>
                    <a:pt x="49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60"/>
            <p:cNvSpPr/>
            <p:nvPr/>
          </p:nvSpPr>
          <p:spPr>
            <a:xfrm>
              <a:off x="2631253" y="3662961"/>
              <a:ext cx="42360" cy="42362"/>
            </a:xfrm>
            <a:custGeom>
              <a:avLst/>
              <a:gdLst/>
              <a:ahLst/>
              <a:cxnLst/>
              <a:rect l="l" t="t" r="r" b="b"/>
              <a:pathLst>
                <a:path w="706" h="706" extrusionOk="0">
                  <a:moveTo>
                    <a:pt x="352" y="1"/>
                  </a:moveTo>
                  <a:cubicBezTo>
                    <a:pt x="158" y="1"/>
                    <a:pt x="1" y="160"/>
                    <a:pt x="1" y="354"/>
                  </a:cubicBezTo>
                  <a:cubicBezTo>
                    <a:pt x="1" y="548"/>
                    <a:pt x="158" y="705"/>
                    <a:pt x="352" y="705"/>
                  </a:cubicBezTo>
                  <a:cubicBezTo>
                    <a:pt x="548" y="705"/>
                    <a:pt x="705" y="548"/>
                    <a:pt x="705" y="354"/>
                  </a:cubicBezTo>
                  <a:cubicBezTo>
                    <a:pt x="705" y="159"/>
                    <a:pt x="548" y="1"/>
                    <a:pt x="3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60"/>
            <p:cNvSpPr/>
            <p:nvPr/>
          </p:nvSpPr>
          <p:spPr>
            <a:xfrm>
              <a:off x="2706853" y="3662961"/>
              <a:ext cx="42300" cy="42362"/>
            </a:xfrm>
            <a:custGeom>
              <a:avLst/>
              <a:gdLst/>
              <a:ahLst/>
              <a:cxnLst/>
              <a:rect l="l" t="t" r="r" b="b"/>
              <a:pathLst>
                <a:path w="705" h="706" extrusionOk="0">
                  <a:moveTo>
                    <a:pt x="353" y="1"/>
                  </a:moveTo>
                  <a:cubicBezTo>
                    <a:pt x="159" y="1"/>
                    <a:pt x="0" y="160"/>
                    <a:pt x="0" y="354"/>
                  </a:cubicBezTo>
                  <a:cubicBezTo>
                    <a:pt x="0" y="548"/>
                    <a:pt x="159" y="705"/>
                    <a:pt x="353" y="705"/>
                  </a:cubicBezTo>
                  <a:cubicBezTo>
                    <a:pt x="547" y="705"/>
                    <a:pt x="704" y="548"/>
                    <a:pt x="704" y="354"/>
                  </a:cubicBezTo>
                  <a:cubicBezTo>
                    <a:pt x="704" y="159"/>
                    <a:pt x="547" y="1"/>
                    <a:pt x="3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60"/>
            <p:cNvSpPr/>
            <p:nvPr/>
          </p:nvSpPr>
          <p:spPr>
            <a:xfrm>
              <a:off x="2782453" y="3662961"/>
              <a:ext cx="42300" cy="42362"/>
            </a:xfrm>
            <a:custGeom>
              <a:avLst/>
              <a:gdLst/>
              <a:ahLst/>
              <a:cxnLst/>
              <a:rect l="l" t="t" r="r" b="b"/>
              <a:pathLst>
                <a:path w="705" h="706" extrusionOk="0">
                  <a:moveTo>
                    <a:pt x="352" y="1"/>
                  </a:moveTo>
                  <a:cubicBezTo>
                    <a:pt x="158" y="1"/>
                    <a:pt x="1" y="160"/>
                    <a:pt x="1" y="354"/>
                  </a:cubicBezTo>
                  <a:cubicBezTo>
                    <a:pt x="1" y="548"/>
                    <a:pt x="158" y="705"/>
                    <a:pt x="352" y="705"/>
                  </a:cubicBezTo>
                  <a:cubicBezTo>
                    <a:pt x="548" y="705"/>
                    <a:pt x="705" y="548"/>
                    <a:pt x="705" y="354"/>
                  </a:cubicBezTo>
                  <a:cubicBezTo>
                    <a:pt x="705" y="159"/>
                    <a:pt x="548" y="1"/>
                    <a:pt x="3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60"/>
            <p:cNvSpPr/>
            <p:nvPr/>
          </p:nvSpPr>
          <p:spPr>
            <a:xfrm>
              <a:off x="2760253" y="3813255"/>
              <a:ext cx="19860" cy="69663"/>
            </a:xfrm>
            <a:custGeom>
              <a:avLst/>
              <a:gdLst/>
              <a:ahLst/>
              <a:cxnLst/>
              <a:rect l="l" t="t" r="r" b="b"/>
              <a:pathLst>
                <a:path w="331" h="1161" extrusionOk="0">
                  <a:moveTo>
                    <a:pt x="0" y="0"/>
                  </a:moveTo>
                  <a:lnTo>
                    <a:pt x="0" y="800"/>
                  </a:lnTo>
                  <a:lnTo>
                    <a:pt x="331" y="1160"/>
                  </a:lnTo>
                  <a:lnTo>
                    <a:pt x="3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60"/>
            <p:cNvSpPr/>
            <p:nvPr/>
          </p:nvSpPr>
          <p:spPr>
            <a:xfrm>
              <a:off x="2829493" y="3548125"/>
              <a:ext cx="72300" cy="265271"/>
            </a:xfrm>
            <a:custGeom>
              <a:avLst/>
              <a:gdLst/>
              <a:ahLst/>
              <a:cxnLst/>
              <a:rect l="l" t="t" r="r" b="b"/>
              <a:pathLst>
                <a:path w="1205" h="4421" extrusionOk="0">
                  <a:moveTo>
                    <a:pt x="0" y="0"/>
                  </a:moveTo>
                  <a:cubicBezTo>
                    <a:pt x="480" y="0"/>
                    <a:pt x="873" y="394"/>
                    <a:pt x="873" y="873"/>
                  </a:cubicBezTo>
                  <a:lnTo>
                    <a:pt x="873" y="3548"/>
                  </a:lnTo>
                  <a:cubicBezTo>
                    <a:pt x="873" y="4028"/>
                    <a:pt x="480" y="4420"/>
                    <a:pt x="0" y="4420"/>
                  </a:cubicBezTo>
                  <a:lnTo>
                    <a:pt x="332" y="4420"/>
                  </a:lnTo>
                  <a:cubicBezTo>
                    <a:pt x="812" y="4420"/>
                    <a:pt x="1204" y="4028"/>
                    <a:pt x="1204" y="3548"/>
                  </a:cubicBezTo>
                  <a:lnTo>
                    <a:pt x="1204" y="873"/>
                  </a:lnTo>
                  <a:cubicBezTo>
                    <a:pt x="1204" y="392"/>
                    <a:pt x="812" y="0"/>
                    <a:pt x="3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60"/>
            <p:cNvSpPr/>
            <p:nvPr/>
          </p:nvSpPr>
          <p:spPr>
            <a:xfrm>
              <a:off x="3465613" y="4292575"/>
              <a:ext cx="750840" cy="161107"/>
            </a:xfrm>
            <a:custGeom>
              <a:avLst/>
              <a:gdLst/>
              <a:ahLst/>
              <a:cxnLst/>
              <a:rect l="l" t="t" r="r" b="b"/>
              <a:pathLst>
                <a:path w="12514" h="2685" extrusionOk="0">
                  <a:moveTo>
                    <a:pt x="1808" y="1"/>
                  </a:moveTo>
                  <a:cubicBezTo>
                    <a:pt x="813" y="1"/>
                    <a:pt x="0" y="604"/>
                    <a:pt x="0" y="1342"/>
                  </a:cubicBezTo>
                  <a:cubicBezTo>
                    <a:pt x="0" y="2080"/>
                    <a:pt x="814" y="2684"/>
                    <a:pt x="1808" y="2684"/>
                  </a:cubicBezTo>
                  <a:lnTo>
                    <a:pt x="10708" y="2684"/>
                  </a:lnTo>
                  <a:cubicBezTo>
                    <a:pt x="11701" y="2684"/>
                    <a:pt x="12514" y="2080"/>
                    <a:pt x="12514" y="1342"/>
                  </a:cubicBezTo>
                  <a:cubicBezTo>
                    <a:pt x="12514" y="604"/>
                    <a:pt x="11701" y="1"/>
                    <a:pt x="107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60"/>
            <p:cNvSpPr/>
            <p:nvPr/>
          </p:nvSpPr>
          <p:spPr>
            <a:xfrm>
              <a:off x="3541033" y="4335653"/>
              <a:ext cx="81420" cy="83943"/>
            </a:xfrm>
            <a:custGeom>
              <a:avLst/>
              <a:gdLst/>
              <a:ahLst/>
              <a:cxnLst/>
              <a:rect l="l" t="t" r="r" b="b"/>
              <a:pathLst>
                <a:path w="1357" h="1399" extrusionOk="0">
                  <a:moveTo>
                    <a:pt x="566" y="0"/>
                  </a:moveTo>
                  <a:lnTo>
                    <a:pt x="569" y="506"/>
                  </a:lnTo>
                  <a:lnTo>
                    <a:pt x="117" y="240"/>
                  </a:lnTo>
                  <a:lnTo>
                    <a:pt x="1" y="450"/>
                  </a:lnTo>
                  <a:lnTo>
                    <a:pt x="449" y="698"/>
                  </a:lnTo>
                  <a:lnTo>
                    <a:pt x="1" y="949"/>
                  </a:lnTo>
                  <a:lnTo>
                    <a:pt x="117" y="1154"/>
                  </a:lnTo>
                  <a:lnTo>
                    <a:pt x="569" y="889"/>
                  </a:lnTo>
                  <a:lnTo>
                    <a:pt x="566" y="1399"/>
                  </a:lnTo>
                  <a:lnTo>
                    <a:pt x="791" y="1399"/>
                  </a:lnTo>
                  <a:lnTo>
                    <a:pt x="787" y="889"/>
                  </a:lnTo>
                  <a:lnTo>
                    <a:pt x="1241" y="1154"/>
                  </a:lnTo>
                  <a:lnTo>
                    <a:pt x="1357" y="949"/>
                  </a:lnTo>
                  <a:lnTo>
                    <a:pt x="911" y="698"/>
                  </a:lnTo>
                  <a:lnTo>
                    <a:pt x="1357" y="450"/>
                  </a:lnTo>
                  <a:lnTo>
                    <a:pt x="1241" y="240"/>
                  </a:lnTo>
                  <a:lnTo>
                    <a:pt x="787" y="506"/>
                  </a:lnTo>
                  <a:lnTo>
                    <a:pt x="7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60"/>
            <p:cNvSpPr/>
            <p:nvPr/>
          </p:nvSpPr>
          <p:spPr>
            <a:xfrm>
              <a:off x="3675253" y="4335653"/>
              <a:ext cx="81420" cy="83943"/>
            </a:xfrm>
            <a:custGeom>
              <a:avLst/>
              <a:gdLst/>
              <a:ahLst/>
              <a:cxnLst/>
              <a:rect l="l" t="t" r="r" b="b"/>
              <a:pathLst>
                <a:path w="1357" h="1399" extrusionOk="0">
                  <a:moveTo>
                    <a:pt x="565" y="0"/>
                  </a:moveTo>
                  <a:lnTo>
                    <a:pt x="569" y="506"/>
                  </a:lnTo>
                  <a:lnTo>
                    <a:pt x="116" y="240"/>
                  </a:lnTo>
                  <a:lnTo>
                    <a:pt x="1" y="450"/>
                  </a:lnTo>
                  <a:lnTo>
                    <a:pt x="449" y="698"/>
                  </a:lnTo>
                  <a:lnTo>
                    <a:pt x="1" y="949"/>
                  </a:lnTo>
                  <a:lnTo>
                    <a:pt x="116" y="1154"/>
                  </a:lnTo>
                  <a:lnTo>
                    <a:pt x="569" y="889"/>
                  </a:lnTo>
                  <a:lnTo>
                    <a:pt x="565" y="1399"/>
                  </a:lnTo>
                  <a:lnTo>
                    <a:pt x="789" y="1399"/>
                  </a:lnTo>
                  <a:lnTo>
                    <a:pt x="787" y="889"/>
                  </a:lnTo>
                  <a:lnTo>
                    <a:pt x="1240" y="1154"/>
                  </a:lnTo>
                  <a:lnTo>
                    <a:pt x="1356" y="949"/>
                  </a:lnTo>
                  <a:lnTo>
                    <a:pt x="909" y="698"/>
                  </a:lnTo>
                  <a:lnTo>
                    <a:pt x="1356" y="450"/>
                  </a:lnTo>
                  <a:lnTo>
                    <a:pt x="1240" y="240"/>
                  </a:lnTo>
                  <a:lnTo>
                    <a:pt x="787" y="506"/>
                  </a:lnTo>
                  <a:lnTo>
                    <a:pt x="7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60"/>
            <p:cNvSpPr/>
            <p:nvPr/>
          </p:nvSpPr>
          <p:spPr>
            <a:xfrm>
              <a:off x="3809233" y="4335653"/>
              <a:ext cx="81420" cy="83943"/>
            </a:xfrm>
            <a:custGeom>
              <a:avLst/>
              <a:gdLst/>
              <a:ahLst/>
              <a:cxnLst/>
              <a:rect l="l" t="t" r="r" b="b"/>
              <a:pathLst>
                <a:path w="1357" h="1399" extrusionOk="0">
                  <a:moveTo>
                    <a:pt x="567" y="0"/>
                  </a:moveTo>
                  <a:lnTo>
                    <a:pt x="569" y="506"/>
                  </a:lnTo>
                  <a:lnTo>
                    <a:pt x="116" y="240"/>
                  </a:lnTo>
                  <a:lnTo>
                    <a:pt x="1" y="450"/>
                  </a:lnTo>
                  <a:lnTo>
                    <a:pt x="450" y="698"/>
                  </a:lnTo>
                  <a:lnTo>
                    <a:pt x="1" y="949"/>
                  </a:lnTo>
                  <a:lnTo>
                    <a:pt x="116" y="1154"/>
                  </a:lnTo>
                  <a:lnTo>
                    <a:pt x="569" y="889"/>
                  </a:lnTo>
                  <a:lnTo>
                    <a:pt x="567" y="1399"/>
                  </a:lnTo>
                  <a:lnTo>
                    <a:pt x="791" y="1399"/>
                  </a:lnTo>
                  <a:lnTo>
                    <a:pt x="788" y="889"/>
                  </a:lnTo>
                  <a:lnTo>
                    <a:pt x="1241" y="1154"/>
                  </a:lnTo>
                  <a:lnTo>
                    <a:pt x="1357" y="949"/>
                  </a:lnTo>
                  <a:lnTo>
                    <a:pt x="911" y="698"/>
                  </a:lnTo>
                  <a:lnTo>
                    <a:pt x="1357" y="450"/>
                  </a:lnTo>
                  <a:lnTo>
                    <a:pt x="1241" y="240"/>
                  </a:lnTo>
                  <a:lnTo>
                    <a:pt x="788" y="506"/>
                  </a:lnTo>
                  <a:lnTo>
                    <a:pt x="788" y="506"/>
                  </a:lnTo>
                  <a:lnTo>
                    <a:pt x="7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60"/>
            <p:cNvSpPr/>
            <p:nvPr/>
          </p:nvSpPr>
          <p:spPr>
            <a:xfrm>
              <a:off x="3943273" y="4335653"/>
              <a:ext cx="81540" cy="83943"/>
            </a:xfrm>
            <a:custGeom>
              <a:avLst/>
              <a:gdLst/>
              <a:ahLst/>
              <a:cxnLst/>
              <a:rect l="l" t="t" r="r" b="b"/>
              <a:pathLst>
                <a:path w="1359" h="1399" extrusionOk="0">
                  <a:moveTo>
                    <a:pt x="567" y="0"/>
                  </a:moveTo>
                  <a:lnTo>
                    <a:pt x="571" y="506"/>
                  </a:lnTo>
                  <a:lnTo>
                    <a:pt x="117" y="240"/>
                  </a:lnTo>
                  <a:lnTo>
                    <a:pt x="0" y="450"/>
                  </a:lnTo>
                  <a:lnTo>
                    <a:pt x="451" y="698"/>
                  </a:lnTo>
                  <a:lnTo>
                    <a:pt x="0" y="949"/>
                  </a:lnTo>
                  <a:lnTo>
                    <a:pt x="117" y="1154"/>
                  </a:lnTo>
                  <a:lnTo>
                    <a:pt x="571" y="889"/>
                  </a:lnTo>
                  <a:lnTo>
                    <a:pt x="567" y="1399"/>
                  </a:lnTo>
                  <a:lnTo>
                    <a:pt x="792" y="1399"/>
                  </a:lnTo>
                  <a:lnTo>
                    <a:pt x="788" y="889"/>
                  </a:lnTo>
                  <a:lnTo>
                    <a:pt x="1241" y="1154"/>
                  </a:lnTo>
                  <a:lnTo>
                    <a:pt x="1359" y="949"/>
                  </a:lnTo>
                  <a:lnTo>
                    <a:pt x="912" y="698"/>
                  </a:lnTo>
                  <a:lnTo>
                    <a:pt x="1359" y="450"/>
                  </a:lnTo>
                  <a:lnTo>
                    <a:pt x="1241" y="240"/>
                  </a:lnTo>
                  <a:lnTo>
                    <a:pt x="788" y="506"/>
                  </a:lnTo>
                  <a:lnTo>
                    <a:pt x="79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60"/>
            <p:cNvSpPr/>
            <p:nvPr/>
          </p:nvSpPr>
          <p:spPr>
            <a:xfrm>
              <a:off x="4077553" y="4335653"/>
              <a:ext cx="81360" cy="83943"/>
            </a:xfrm>
            <a:custGeom>
              <a:avLst/>
              <a:gdLst/>
              <a:ahLst/>
              <a:cxnLst/>
              <a:rect l="l" t="t" r="r" b="b"/>
              <a:pathLst>
                <a:path w="1356" h="1399" extrusionOk="0">
                  <a:moveTo>
                    <a:pt x="566" y="0"/>
                  </a:moveTo>
                  <a:lnTo>
                    <a:pt x="569" y="506"/>
                  </a:lnTo>
                  <a:lnTo>
                    <a:pt x="116" y="240"/>
                  </a:lnTo>
                  <a:lnTo>
                    <a:pt x="1" y="450"/>
                  </a:lnTo>
                  <a:lnTo>
                    <a:pt x="449" y="698"/>
                  </a:lnTo>
                  <a:lnTo>
                    <a:pt x="1" y="949"/>
                  </a:lnTo>
                  <a:lnTo>
                    <a:pt x="116" y="1154"/>
                  </a:lnTo>
                  <a:lnTo>
                    <a:pt x="569" y="889"/>
                  </a:lnTo>
                  <a:lnTo>
                    <a:pt x="566" y="1399"/>
                  </a:lnTo>
                  <a:lnTo>
                    <a:pt x="790" y="1399"/>
                  </a:lnTo>
                  <a:lnTo>
                    <a:pt x="786" y="889"/>
                  </a:lnTo>
                  <a:lnTo>
                    <a:pt x="1240" y="1154"/>
                  </a:lnTo>
                  <a:lnTo>
                    <a:pt x="1356" y="949"/>
                  </a:lnTo>
                  <a:lnTo>
                    <a:pt x="910" y="698"/>
                  </a:lnTo>
                  <a:lnTo>
                    <a:pt x="1356" y="450"/>
                  </a:lnTo>
                  <a:lnTo>
                    <a:pt x="1240" y="240"/>
                  </a:lnTo>
                  <a:lnTo>
                    <a:pt x="786" y="506"/>
                  </a:lnTo>
                  <a:lnTo>
                    <a:pt x="79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60"/>
            <p:cNvSpPr/>
            <p:nvPr/>
          </p:nvSpPr>
          <p:spPr>
            <a:xfrm>
              <a:off x="2865673" y="2993209"/>
              <a:ext cx="428580" cy="428658"/>
            </a:xfrm>
            <a:custGeom>
              <a:avLst/>
              <a:gdLst/>
              <a:ahLst/>
              <a:cxnLst/>
              <a:rect l="l" t="t" r="r" b="b"/>
              <a:pathLst>
                <a:path w="7143" h="7144" extrusionOk="0">
                  <a:moveTo>
                    <a:pt x="3571" y="1"/>
                  </a:moveTo>
                  <a:cubicBezTo>
                    <a:pt x="1599" y="1"/>
                    <a:pt x="0" y="1600"/>
                    <a:pt x="0" y="3572"/>
                  </a:cubicBezTo>
                  <a:cubicBezTo>
                    <a:pt x="0" y="5544"/>
                    <a:pt x="1599" y="7144"/>
                    <a:pt x="3571" y="7144"/>
                  </a:cubicBezTo>
                  <a:cubicBezTo>
                    <a:pt x="5543" y="7144"/>
                    <a:pt x="7142" y="5544"/>
                    <a:pt x="7142" y="3572"/>
                  </a:cubicBezTo>
                  <a:cubicBezTo>
                    <a:pt x="7142" y="1599"/>
                    <a:pt x="5543" y="1"/>
                    <a:pt x="35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60"/>
            <p:cNvSpPr/>
            <p:nvPr/>
          </p:nvSpPr>
          <p:spPr>
            <a:xfrm>
              <a:off x="2928613" y="3056266"/>
              <a:ext cx="302520" cy="302533"/>
            </a:xfrm>
            <a:custGeom>
              <a:avLst/>
              <a:gdLst/>
              <a:ahLst/>
              <a:cxnLst/>
              <a:rect l="l" t="t" r="r" b="b"/>
              <a:pathLst>
                <a:path w="5042" h="5042" extrusionOk="0">
                  <a:moveTo>
                    <a:pt x="2521" y="0"/>
                  </a:moveTo>
                  <a:cubicBezTo>
                    <a:pt x="1129" y="0"/>
                    <a:pt x="1" y="1129"/>
                    <a:pt x="1" y="2521"/>
                  </a:cubicBezTo>
                  <a:cubicBezTo>
                    <a:pt x="1" y="3914"/>
                    <a:pt x="1128" y="5042"/>
                    <a:pt x="2521" y="5042"/>
                  </a:cubicBezTo>
                  <a:cubicBezTo>
                    <a:pt x="3914" y="5042"/>
                    <a:pt x="5042" y="3913"/>
                    <a:pt x="5042" y="2521"/>
                  </a:cubicBezTo>
                  <a:cubicBezTo>
                    <a:pt x="5042" y="1128"/>
                    <a:pt x="3914" y="0"/>
                    <a:pt x="25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60"/>
            <p:cNvSpPr/>
            <p:nvPr/>
          </p:nvSpPr>
          <p:spPr>
            <a:xfrm>
              <a:off x="3070513" y="3056266"/>
              <a:ext cx="160680" cy="302413"/>
            </a:xfrm>
            <a:custGeom>
              <a:avLst/>
              <a:gdLst/>
              <a:ahLst/>
              <a:cxnLst/>
              <a:rect l="l" t="t" r="r" b="b"/>
              <a:pathLst>
                <a:path w="2678" h="5040" extrusionOk="0">
                  <a:moveTo>
                    <a:pt x="157" y="0"/>
                  </a:moveTo>
                  <a:cubicBezTo>
                    <a:pt x="104" y="0"/>
                    <a:pt x="53" y="5"/>
                    <a:pt x="0" y="8"/>
                  </a:cubicBezTo>
                  <a:cubicBezTo>
                    <a:pt x="1319" y="89"/>
                    <a:pt x="2364" y="1181"/>
                    <a:pt x="2364" y="2520"/>
                  </a:cubicBezTo>
                  <a:cubicBezTo>
                    <a:pt x="2364" y="3860"/>
                    <a:pt x="1318" y="4951"/>
                    <a:pt x="0" y="5032"/>
                  </a:cubicBezTo>
                  <a:cubicBezTo>
                    <a:pt x="53" y="5035"/>
                    <a:pt x="104" y="5040"/>
                    <a:pt x="157" y="5040"/>
                  </a:cubicBezTo>
                  <a:cubicBezTo>
                    <a:pt x="1549" y="5040"/>
                    <a:pt x="2678" y="3912"/>
                    <a:pt x="2678" y="2519"/>
                  </a:cubicBezTo>
                  <a:cubicBezTo>
                    <a:pt x="2677" y="1128"/>
                    <a:pt x="1549" y="0"/>
                    <a:pt x="1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60"/>
            <p:cNvSpPr/>
            <p:nvPr/>
          </p:nvSpPr>
          <p:spPr>
            <a:xfrm>
              <a:off x="2992933" y="3150882"/>
              <a:ext cx="177540" cy="119165"/>
            </a:xfrm>
            <a:custGeom>
              <a:avLst/>
              <a:gdLst/>
              <a:ahLst/>
              <a:cxnLst/>
              <a:rect l="l" t="t" r="r" b="b"/>
              <a:pathLst>
                <a:path w="2959" h="1986" extrusionOk="0">
                  <a:moveTo>
                    <a:pt x="2729" y="1"/>
                  </a:moveTo>
                  <a:lnTo>
                    <a:pt x="991" y="1522"/>
                  </a:lnTo>
                  <a:lnTo>
                    <a:pt x="227" y="875"/>
                  </a:lnTo>
                  <a:lnTo>
                    <a:pt x="1" y="1142"/>
                  </a:lnTo>
                  <a:lnTo>
                    <a:pt x="995" y="1985"/>
                  </a:lnTo>
                  <a:lnTo>
                    <a:pt x="2959" y="266"/>
                  </a:lnTo>
                  <a:lnTo>
                    <a:pt x="27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60"/>
            <p:cNvSpPr/>
            <p:nvPr/>
          </p:nvSpPr>
          <p:spPr>
            <a:xfrm>
              <a:off x="3669013" y="3191620"/>
              <a:ext cx="385149" cy="330246"/>
            </a:xfrm>
            <a:custGeom>
              <a:avLst/>
              <a:gdLst/>
              <a:ahLst/>
              <a:cxnLst/>
              <a:rect l="l" t="t" r="r" b="b"/>
              <a:pathLst>
                <a:path w="25609" h="22237" extrusionOk="0">
                  <a:moveTo>
                    <a:pt x="12805" y="0"/>
                  </a:moveTo>
                  <a:cubicBezTo>
                    <a:pt x="11896" y="720"/>
                    <a:pt x="8489" y="3183"/>
                    <a:pt x="4208" y="3253"/>
                  </a:cubicBezTo>
                  <a:cubicBezTo>
                    <a:pt x="4208" y="3253"/>
                    <a:pt x="0" y="17535"/>
                    <a:pt x="12805" y="22237"/>
                  </a:cubicBezTo>
                  <a:cubicBezTo>
                    <a:pt x="25609" y="17535"/>
                    <a:pt x="21401" y="3253"/>
                    <a:pt x="21401" y="3253"/>
                  </a:cubicBezTo>
                  <a:cubicBezTo>
                    <a:pt x="17118" y="3183"/>
                    <a:pt x="13713" y="723"/>
                    <a:pt x="128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60"/>
            <p:cNvSpPr/>
            <p:nvPr/>
          </p:nvSpPr>
          <p:spPr>
            <a:xfrm>
              <a:off x="3686459" y="3203887"/>
              <a:ext cx="350272" cy="304761"/>
            </a:xfrm>
            <a:custGeom>
              <a:avLst/>
              <a:gdLst/>
              <a:ahLst/>
              <a:cxnLst/>
              <a:rect l="l" t="t" r="r" b="b"/>
              <a:pathLst>
                <a:path w="23290" h="20521" extrusionOk="0">
                  <a:moveTo>
                    <a:pt x="11643" y="764"/>
                  </a:moveTo>
                  <a:cubicBezTo>
                    <a:pt x="12681" y="1551"/>
                    <a:pt x="15527" y="3442"/>
                    <a:pt x="19072" y="3576"/>
                  </a:cubicBezTo>
                  <a:cubicBezTo>
                    <a:pt x="19480" y="5223"/>
                    <a:pt x="21749" y="16087"/>
                    <a:pt x="11643" y="19880"/>
                  </a:cubicBezTo>
                  <a:cubicBezTo>
                    <a:pt x="7095" y="18174"/>
                    <a:pt x="4468" y="14901"/>
                    <a:pt x="3834" y="10149"/>
                  </a:cubicBezTo>
                  <a:cubicBezTo>
                    <a:pt x="3426" y="7079"/>
                    <a:pt x="4024" y="4339"/>
                    <a:pt x="4215" y="3576"/>
                  </a:cubicBezTo>
                  <a:cubicBezTo>
                    <a:pt x="7761" y="3442"/>
                    <a:pt x="10608" y="1551"/>
                    <a:pt x="11643" y="764"/>
                  </a:cubicBezTo>
                  <a:close/>
                  <a:moveTo>
                    <a:pt x="11645" y="0"/>
                  </a:moveTo>
                  <a:lnTo>
                    <a:pt x="11459" y="149"/>
                  </a:lnTo>
                  <a:cubicBezTo>
                    <a:pt x="10641" y="797"/>
                    <a:pt x="7686" y="2922"/>
                    <a:pt x="3979" y="2982"/>
                  </a:cubicBezTo>
                  <a:lnTo>
                    <a:pt x="3759" y="2986"/>
                  </a:lnTo>
                  <a:lnTo>
                    <a:pt x="3696" y="3197"/>
                  </a:lnTo>
                  <a:cubicBezTo>
                    <a:pt x="3657" y="3326"/>
                    <a:pt x="1" y="16242"/>
                    <a:pt x="11542" y="20482"/>
                  </a:cubicBezTo>
                  <a:lnTo>
                    <a:pt x="11645" y="20520"/>
                  </a:lnTo>
                  <a:lnTo>
                    <a:pt x="11748" y="20482"/>
                  </a:lnTo>
                  <a:cubicBezTo>
                    <a:pt x="23289" y="16242"/>
                    <a:pt x="19633" y="3326"/>
                    <a:pt x="19594" y="3197"/>
                  </a:cubicBezTo>
                  <a:lnTo>
                    <a:pt x="19532" y="2986"/>
                  </a:lnTo>
                  <a:lnTo>
                    <a:pt x="19311" y="2982"/>
                  </a:lnTo>
                  <a:cubicBezTo>
                    <a:pt x="15605" y="2922"/>
                    <a:pt x="12650" y="797"/>
                    <a:pt x="11832" y="149"/>
                  </a:cubicBezTo>
                  <a:lnTo>
                    <a:pt x="116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60"/>
            <p:cNvSpPr/>
            <p:nvPr/>
          </p:nvSpPr>
          <p:spPr>
            <a:xfrm>
              <a:off x="3793874" y="3294539"/>
              <a:ext cx="141658" cy="109721"/>
            </a:xfrm>
            <a:custGeom>
              <a:avLst/>
              <a:gdLst/>
              <a:ahLst/>
              <a:cxnLst/>
              <a:rect l="l" t="t" r="r" b="b"/>
              <a:pathLst>
                <a:path w="9419" h="7388" extrusionOk="0">
                  <a:moveTo>
                    <a:pt x="8378" y="0"/>
                  </a:moveTo>
                  <a:lnTo>
                    <a:pt x="3544" y="5535"/>
                  </a:lnTo>
                  <a:lnTo>
                    <a:pt x="802" y="3577"/>
                  </a:lnTo>
                  <a:lnTo>
                    <a:pt x="0" y="4703"/>
                  </a:lnTo>
                  <a:lnTo>
                    <a:pt x="3761" y="7387"/>
                  </a:lnTo>
                  <a:lnTo>
                    <a:pt x="9418" y="908"/>
                  </a:lnTo>
                  <a:lnTo>
                    <a:pt x="83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7" name="Google Shape;1907;p60"/>
          <p:cNvGrpSpPr/>
          <p:nvPr/>
        </p:nvGrpSpPr>
        <p:grpSpPr>
          <a:xfrm>
            <a:off x="6422187" y="3093470"/>
            <a:ext cx="2001825" cy="1371707"/>
            <a:chOff x="6422187" y="3093470"/>
            <a:chExt cx="2001825" cy="1371707"/>
          </a:xfrm>
        </p:grpSpPr>
        <p:sp>
          <p:nvSpPr>
            <p:cNvPr id="1908" name="Google Shape;1908;p60"/>
            <p:cNvSpPr/>
            <p:nvPr/>
          </p:nvSpPr>
          <p:spPr>
            <a:xfrm>
              <a:off x="6669598" y="3360079"/>
              <a:ext cx="1613860" cy="981580"/>
            </a:xfrm>
            <a:custGeom>
              <a:avLst/>
              <a:gdLst/>
              <a:ahLst/>
              <a:cxnLst/>
              <a:rect l="l" t="t" r="r" b="b"/>
              <a:pathLst>
                <a:path w="104120" h="63543" extrusionOk="0">
                  <a:moveTo>
                    <a:pt x="3255" y="1"/>
                  </a:moveTo>
                  <a:cubicBezTo>
                    <a:pt x="1465" y="1"/>
                    <a:pt x="1" y="1464"/>
                    <a:pt x="1" y="3255"/>
                  </a:cubicBezTo>
                  <a:lnTo>
                    <a:pt x="1" y="60289"/>
                  </a:lnTo>
                  <a:cubicBezTo>
                    <a:pt x="1" y="62078"/>
                    <a:pt x="1465" y="63543"/>
                    <a:pt x="3255" y="63543"/>
                  </a:cubicBezTo>
                  <a:lnTo>
                    <a:pt x="100864" y="63543"/>
                  </a:lnTo>
                  <a:cubicBezTo>
                    <a:pt x="102654" y="63543"/>
                    <a:pt x="104120" y="62078"/>
                    <a:pt x="104120" y="60289"/>
                  </a:cubicBezTo>
                  <a:lnTo>
                    <a:pt x="104120" y="3255"/>
                  </a:lnTo>
                  <a:cubicBezTo>
                    <a:pt x="104120" y="1464"/>
                    <a:pt x="102654" y="1"/>
                    <a:pt x="100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60"/>
            <p:cNvSpPr/>
            <p:nvPr/>
          </p:nvSpPr>
          <p:spPr>
            <a:xfrm>
              <a:off x="6722252" y="3414021"/>
              <a:ext cx="1508553" cy="767246"/>
            </a:xfrm>
            <a:custGeom>
              <a:avLst/>
              <a:gdLst/>
              <a:ahLst/>
              <a:cxnLst/>
              <a:rect l="l" t="t" r="r" b="b"/>
              <a:pathLst>
                <a:path w="97326" h="49668" extrusionOk="0">
                  <a:moveTo>
                    <a:pt x="1" y="1"/>
                  </a:moveTo>
                  <a:lnTo>
                    <a:pt x="1" y="49667"/>
                  </a:lnTo>
                  <a:lnTo>
                    <a:pt x="97326" y="49667"/>
                  </a:lnTo>
                  <a:lnTo>
                    <a:pt x="973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60"/>
            <p:cNvSpPr/>
            <p:nvPr/>
          </p:nvSpPr>
          <p:spPr>
            <a:xfrm>
              <a:off x="6576242" y="4240540"/>
              <a:ext cx="1800557" cy="125341"/>
            </a:xfrm>
            <a:custGeom>
              <a:avLst/>
              <a:gdLst/>
              <a:ahLst/>
              <a:cxnLst/>
              <a:rect l="l" t="t" r="r" b="b"/>
              <a:pathLst>
                <a:path w="116165" h="8114" extrusionOk="0">
                  <a:moveTo>
                    <a:pt x="1" y="1"/>
                  </a:moveTo>
                  <a:lnTo>
                    <a:pt x="1" y="4483"/>
                  </a:lnTo>
                  <a:cubicBezTo>
                    <a:pt x="1" y="6480"/>
                    <a:pt x="1634" y="8114"/>
                    <a:pt x="3631" y="8114"/>
                  </a:cubicBezTo>
                  <a:lnTo>
                    <a:pt x="112534" y="8114"/>
                  </a:lnTo>
                  <a:cubicBezTo>
                    <a:pt x="114530" y="8114"/>
                    <a:pt x="116164" y="6480"/>
                    <a:pt x="116164" y="4483"/>
                  </a:cubicBezTo>
                  <a:lnTo>
                    <a:pt x="11616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60"/>
            <p:cNvSpPr/>
            <p:nvPr/>
          </p:nvSpPr>
          <p:spPr>
            <a:xfrm>
              <a:off x="7297875" y="4241096"/>
              <a:ext cx="357275" cy="40874"/>
            </a:xfrm>
            <a:custGeom>
              <a:avLst/>
              <a:gdLst/>
              <a:ahLst/>
              <a:cxnLst/>
              <a:rect l="l" t="t" r="r" b="b"/>
              <a:pathLst>
                <a:path w="23050" h="2646" extrusionOk="0">
                  <a:moveTo>
                    <a:pt x="1" y="0"/>
                  </a:moveTo>
                  <a:lnTo>
                    <a:pt x="1" y="1462"/>
                  </a:lnTo>
                  <a:cubicBezTo>
                    <a:pt x="1" y="2112"/>
                    <a:pt x="532" y="2646"/>
                    <a:pt x="1183" y="2646"/>
                  </a:cubicBezTo>
                  <a:lnTo>
                    <a:pt x="21866" y="2646"/>
                  </a:lnTo>
                  <a:cubicBezTo>
                    <a:pt x="22516" y="2646"/>
                    <a:pt x="23049" y="2114"/>
                    <a:pt x="23049" y="1462"/>
                  </a:cubicBezTo>
                  <a:lnTo>
                    <a:pt x="230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60"/>
            <p:cNvSpPr/>
            <p:nvPr/>
          </p:nvSpPr>
          <p:spPr>
            <a:xfrm>
              <a:off x="6939872" y="3466358"/>
              <a:ext cx="1073344" cy="618224"/>
            </a:xfrm>
            <a:custGeom>
              <a:avLst/>
              <a:gdLst/>
              <a:ahLst/>
              <a:cxnLst/>
              <a:rect l="l" t="t" r="r" b="b"/>
              <a:pathLst>
                <a:path w="69248" h="40021" extrusionOk="0">
                  <a:moveTo>
                    <a:pt x="3822" y="0"/>
                  </a:moveTo>
                  <a:cubicBezTo>
                    <a:pt x="1721" y="0"/>
                    <a:pt x="0" y="1721"/>
                    <a:pt x="0" y="3825"/>
                  </a:cubicBezTo>
                  <a:lnTo>
                    <a:pt x="0" y="36198"/>
                  </a:lnTo>
                  <a:cubicBezTo>
                    <a:pt x="0" y="38299"/>
                    <a:pt x="1721" y="40020"/>
                    <a:pt x="3822" y="40020"/>
                  </a:cubicBezTo>
                  <a:lnTo>
                    <a:pt x="65424" y="40020"/>
                  </a:lnTo>
                  <a:cubicBezTo>
                    <a:pt x="67526" y="40020"/>
                    <a:pt x="69248" y="38301"/>
                    <a:pt x="69248" y="36198"/>
                  </a:cubicBezTo>
                  <a:lnTo>
                    <a:pt x="69248" y="3825"/>
                  </a:lnTo>
                  <a:cubicBezTo>
                    <a:pt x="69248" y="1721"/>
                    <a:pt x="67526" y="0"/>
                    <a:pt x="654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60"/>
            <p:cNvSpPr/>
            <p:nvPr/>
          </p:nvSpPr>
          <p:spPr>
            <a:xfrm>
              <a:off x="7261186" y="3145961"/>
              <a:ext cx="430714" cy="429255"/>
            </a:xfrm>
            <a:custGeom>
              <a:avLst/>
              <a:gdLst/>
              <a:ahLst/>
              <a:cxnLst/>
              <a:rect l="l" t="t" r="r" b="b"/>
              <a:pathLst>
                <a:path w="27788" h="27788" extrusionOk="0">
                  <a:moveTo>
                    <a:pt x="13895" y="1"/>
                  </a:moveTo>
                  <a:cubicBezTo>
                    <a:pt x="6223" y="1"/>
                    <a:pt x="1" y="6220"/>
                    <a:pt x="1" y="13893"/>
                  </a:cubicBezTo>
                  <a:cubicBezTo>
                    <a:pt x="1" y="21567"/>
                    <a:pt x="6223" y="27787"/>
                    <a:pt x="13895" y="27787"/>
                  </a:cubicBezTo>
                  <a:cubicBezTo>
                    <a:pt x="21567" y="27787"/>
                    <a:pt x="27787" y="21567"/>
                    <a:pt x="27787" y="13893"/>
                  </a:cubicBezTo>
                  <a:cubicBezTo>
                    <a:pt x="27787" y="6220"/>
                    <a:pt x="21567" y="1"/>
                    <a:pt x="1389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60"/>
            <p:cNvSpPr/>
            <p:nvPr/>
          </p:nvSpPr>
          <p:spPr>
            <a:xfrm>
              <a:off x="7414001" y="3246771"/>
              <a:ext cx="125070" cy="167451"/>
            </a:xfrm>
            <a:custGeom>
              <a:avLst/>
              <a:gdLst/>
              <a:ahLst/>
              <a:cxnLst/>
              <a:rect l="l" t="t" r="r" b="b"/>
              <a:pathLst>
                <a:path w="8069" h="10840" extrusionOk="0">
                  <a:moveTo>
                    <a:pt x="4036" y="0"/>
                  </a:moveTo>
                  <a:cubicBezTo>
                    <a:pt x="1807" y="0"/>
                    <a:pt x="1" y="2426"/>
                    <a:pt x="1" y="5421"/>
                  </a:cubicBezTo>
                  <a:cubicBezTo>
                    <a:pt x="1" y="8413"/>
                    <a:pt x="1809" y="10839"/>
                    <a:pt x="4036" y="10839"/>
                  </a:cubicBezTo>
                  <a:cubicBezTo>
                    <a:pt x="6263" y="10839"/>
                    <a:pt x="8069" y="8413"/>
                    <a:pt x="8069" y="5421"/>
                  </a:cubicBezTo>
                  <a:cubicBezTo>
                    <a:pt x="8069" y="2428"/>
                    <a:pt x="6264" y="0"/>
                    <a:pt x="403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60"/>
            <p:cNvSpPr/>
            <p:nvPr/>
          </p:nvSpPr>
          <p:spPr>
            <a:xfrm>
              <a:off x="7227753" y="3626131"/>
              <a:ext cx="497535" cy="45184"/>
            </a:xfrm>
            <a:custGeom>
              <a:avLst/>
              <a:gdLst/>
              <a:ahLst/>
              <a:cxnLst/>
              <a:rect l="l" t="t" r="r" b="b"/>
              <a:pathLst>
                <a:path w="32099" h="2925" extrusionOk="0">
                  <a:moveTo>
                    <a:pt x="1" y="1"/>
                  </a:moveTo>
                  <a:lnTo>
                    <a:pt x="1" y="2925"/>
                  </a:lnTo>
                  <a:lnTo>
                    <a:pt x="32099" y="2925"/>
                  </a:lnTo>
                  <a:lnTo>
                    <a:pt x="320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60"/>
            <p:cNvSpPr/>
            <p:nvPr/>
          </p:nvSpPr>
          <p:spPr>
            <a:xfrm>
              <a:off x="7150517" y="3738311"/>
              <a:ext cx="652007" cy="139429"/>
            </a:xfrm>
            <a:custGeom>
              <a:avLst/>
              <a:gdLst/>
              <a:ahLst/>
              <a:cxnLst/>
              <a:rect l="l" t="t" r="r" b="b"/>
              <a:pathLst>
                <a:path w="42065" h="9026" extrusionOk="0">
                  <a:moveTo>
                    <a:pt x="6077" y="1"/>
                  </a:moveTo>
                  <a:cubicBezTo>
                    <a:pt x="2734" y="1"/>
                    <a:pt x="1" y="2032"/>
                    <a:pt x="1" y="4514"/>
                  </a:cubicBezTo>
                  <a:cubicBezTo>
                    <a:pt x="1" y="6996"/>
                    <a:pt x="2734" y="9026"/>
                    <a:pt x="6077" y="9026"/>
                  </a:cubicBezTo>
                  <a:lnTo>
                    <a:pt x="35991" y="9026"/>
                  </a:lnTo>
                  <a:cubicBezTo>
                    <a:pt x="39332" y="9026"/>
                    <a:pt x="42065" y="6996"/>
                    <a:pt x="42065" y="4514"/>
                  </a:cubicBezTo>
                  <a:cubicBezTo>
                    <a:pt x="42065" y="2032"/>
                    <a:pt x="39332" y="1"/>
                    <a:pt x="359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60"/>
            <p:cNvSpPr/>
            <p:nvPr/>
          </p:nvSpPr>
          <p:spPr>
            <a:xfrm>
              <a:off x="7298991" y="3796671"/>
              <a:ext cx="22847" cy="22770"/>
            </a:xfrm>
            <a:custGeom>
              <a:avLst/>
              <a:gdLst/>
              <a:ahLst/>
              <a:cxnLst/>
              <a:rect l="l" t="t" r="r" b="b"/>
              <a:pathLst>
                <a:path w="1474" h="1474" extrusionOk="0">
                  <a:moveTo>
                    <a:pt x="736" y="0"/>
                  </a:moveTo>
                  <a:cubicBezTo>
                    <a:pt x="331" y="0"/>
                    <a:pt x="0" y="329"/>
                    <a:pt x="0" y="736"/>
                  </a:cubicBezTo>
                  <a:cubicBezTo>
                    <a:pt x="0" y="1144"/>
                    <a:pt x="331" y="1474"/>
                    <a:pt x="736" y="1474"/>
                  </a:cubicBezTo>
                  <a:cubicBezTo>
                    <a:pt x="1145" y="1474"/>
                    <a:pt x="1474" y="1144"/>
                    <a:pt x="1474" y="736"/>
                  </a:cubicBezTo>
                  <a:cubicBezTo>
                    <a:pt x="1474" y="329"/>
                    <a:pt x="1145" y="0"/>
                    <a:pt x="7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60"/>
            <p:cNvSpPr/>
            <p:nvPr/>
          </p:nvSpPr>
          <p:spPr>
            <a:xfrm>
              <a:off x="7365424" y="3796671"/>
              <a:ext cx="22832" cy="22770"/>
            </a:xfrm>
            <a:custGeom>
              <a:avLst/>
              <a:gdLst/>
              <a:ahLst/>
              <a:cxnLst/>
              <a:rect l="l" t="t" r="r" b="b"/>
              <a:pathLst>
                <a:path w="1473" h="1474" extrusionOk="0">
                  <a:moveTo>
                    <a:pt x="736" y="0"/>
                  </a:moveTo>
                  <a:cubicBezTo>
                    <a:pt x="327" y="0"/>
                    <a:pt x="0" y="329"/>
                    <a:pt x="0" y="736"/>
                  </a:cubicBezTo>
                  <a:cubicBezTo>
                    <a:pt x="0" y="1144"/>
                    <a:pt x="327" y="1474"/>
                    <a:pt x="736" y="1474"/>
                  </a:cubicBezTo>
                  <a:cubicBezTo>
                    <a:pt x="1145" y="1474"/>
                    <a:pt x="1473" y="1144"/>
                    <a:pt x="1473" y="736"/>
                  </a:cubicBezTo>
                  <a:cubicBezTo>
                    <a:pt x="1473" y="329"/>
                    <a:pt x="1145" y="0"/>
                    <a:pt x="7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60"/>
            <p:cNvSpPr/>
            <p:nvPr/>
          </p:nvSpPr>
          <p:spPr>
            <a:xfrm>
              <a:off x="7431873" y="3796671"/>
              <a:ext cx="22863" cy="22770"/>
            </a:xfrm>
            <a:custGeom>
              <a:avLst/>
              <a:gdLst/>
              <a:ahLst/>
              <a:cxnLst/>
              <a:rect l="l" t="t" r="r" b="b"/>
              <a:pathLst>
                <a:path w="1475" h="1474" extrusionOk="0">
                  <a:moveTo>
                    <a:pt x="738" y="0"/>
                  </a:moveTo>
                  <a:cubicBezTo>
                    <a:pt x="329" y="0"/>
                    <a:pt x="0" y="329"/>
                    <a:pt x="0" y="736"/>
                  </a:cubicBezTo>
                  <a:cubicBezTo>
                    <a:pt x="0" y="1144"/>
                    <a:pt x="329" y="1474"/>
                    <a:pt x="738" y="1474"/>
                  </a:cubicBezTo>
                  <a:cubicBezTo>
                    <a:pt x="1146" y="1474"/>
                    <a:pt x="1475" y="1144"/>
                    <a:pt x="1475" y="736"/>
                  </a:cubicBezTo>
                  <a:cubicBezTo>
                    <a:pt x="1475" y="329"/>
                    <a:pt x="1146" y="0"/>
                    <a:pt x="7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60"/>
            <p:cNvSpPr/>
            <p:nvPr/>
          </p:nvSpPr>
          <p:spPr>
            <a:xfrm>
              <a:off x="7498305" y="3796671"/>
              <a:ext cx="22863" cy="22770"/>
            </a:xfrm>
            <a:custGeom>
              <a:avLst/>
              <a:gdLst/>
              <a:ahLst/>
              <a:cxnLst/>
              <a:rect l="l" t="t" r="r" b="b"/>
              <a:pathLst>
                <a:path w="1475" h="1474" extrusionOk="0">
                  <a:moveTo>
                    <a:pt x="738" y="0"/>
                  </a:moveTo>
                  <a:cubicBezTo>
                    <a:pt x="328" y="0"/>
                    <a:pt x="0" y="329"/>
                    <a:pt x="0" y="736"/>
                  </a:cubicBezTo>
                  <a:cubicBezTo>
                    <a:pt x="0" y="1144"/>
                    <a:pt x="329" y="1474"/>
                    <a:pt x="738" y="1474"/>
                  </a:cubicBezTo>
                  <a:cubicBezTo>
                    <a:pt x="1146" y="1474"/>
                    <a:pt x="1475" y="1144"/>
                    <a:pt x="1475" y="736"/>
                  </a:cubicBezTo>
                  <a:cubicBezTo>
                    <a:pt x="1475" y="329"/>
                    <a:pt x="1146" y="0"/>
                    <a:pt x="7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60"/>
            <p:cNvSpPr/>
            <p:nvPr/>
          </p:nvSpPr>
          <p:spPr>
            <a:xfrm>
              <a:off x="7564770" y="3796671"/>
              <a:ext cx="22832" cy="22770"/>
            </a:xfrm>
            <a:custGeom>
              <a:avLst/>
              <a:gdLst/>
              <a:ahLst/>
              <a:cxnLst/>
              <a:rect l="l" t="t" r="r" b="b"/>
              <a:pathLst>
                <a:path w="1473" h="1474" extrusionOk="0">
                  <a:moveTo>
                    <a:pt x="737" y="0"/>
                  </a:moveTo>
                  <a:cubicBezTo>
                    <a:pt x="328" y="0"/>
                    <a:pt x="1" y="329"/>
                    <a:pt x="1" y="736"/>
                  </a:cubicBezTo>
                  <a:cubicBezTo>
                    <a:pt x="1" y="1144"/>
                    <a:pt x="328" y="1474"/>
                    <a:pt x="737" y="1474"/>
                  </a:cubicBezTo>
                  <a:cubicBezTo>
                    <a:pt x="1147" y="1474"/>
                    <a:pt x="1473" y="1144"/>
                    <a:pt x="1473" y="736"/>
                  </a:cubicBezTo>
                  <a:cubicBezTo>
                    <a:pt x="1473" y="329"/>
                    <a:pt x="1147" y="0"/>
                    <a:pt x="7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60"/>
            <p:cNvSpPr/>
            <p:nvPr/>
          </p:nvSpPr>
          <p:spPr>
            <a:xfrm>
              <a:off x="7631218" y="3796671"/>
              <a:ext cx="22863" cy="22770"/>
            </a:xfrm>
            <a:custGeom>
              <a:avLst/>
              <a:gdLst/>
              <a:ahLst/>
              <a:cxnLst/>
              <a:rect l="l" t="t" r="r" b="b"/>
              <a:pathLst>
                <a:path w="1475" h="1474" extrusionOk="0">
                  <a:moveTo>
                    <a:pt x="738" y="0"/>
                  </a:moveTo>
                  <a:cubicBezTo>
                    <a:pt x="330" y="0"/>
                    <a:pt x="1" y="329"/>
                    <a:pt x="1" y="736"/>
                  </a:cubicBezTo>
                  <a:cubicBezTo>
                    <a:pt x="1" y="1144"/>
                    <a:pt x="330" y="1474"/>
                    <a:pt x="738" y="1474"/>
                  </a:cubicBezTo>
                  <a:cubicBezTo>
                    <a:pt x="1144" y="1474"/>
                    <a:pt x="1474" y="1144"/>
                    <a:pt x="1474" y="736"/>
                  </a:cubicBezTo>
                  <a:cubicBezTo>
                    <a:pt x="1474" y="329"/>
                    <a:pt x="1144" y="0"/>
                    <a:pt x="7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60"/>
            <p:cNvSpPr/>
            <p:nvPr/>
          </p:nvSpPr>
          <p:spPr>
            <a:xfrm>
              <a:off x="7205340" y="3944010"/>
              <a:ext cx="247457" cy="72588"/>
            </a:xfrm>
            <a:custGeom>
              <a:avLst/>
              <a:gdLst/>
              <a:ahLst/>
              <a:cxnLst/>
              <a:rect l="l" t="t" r="r" b="b"/>
              <a:pathLst>
                <a:path w="15965" h="4699" extrusionOk="0">
                  <a:moveTo>
                    <a:pt x="1" y="0"/>
                  </a:moveTo>
                  <a:lnTo>
                    <a:pt x="1" y="4698"/>
                  </a:lnTo>
                  <a:lnTo>
                    <a:pt x="15965" y="4698"/>
                  </a:lnTo>
                  <a:lnTo>
                    <a:pt x="159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60"/>
            <p:cNvSpPr/>
            <p:nvPr/>
          </p:nvSpPr>
          <p:spPr>
            <a:xfrm>
              <a:off x="7249035" y="3970379"/>
              <a:ext cx="160022" cy="19850"/>
            </a:xfrm>
            <a:custGeom>
              <a:avLst/>
              <a:gdLst/>
              <a:ahLst/>
              <a:cxnLst/>
              <a:rect l="l" t="t" r="r" b="b"/>
              <a:pathLst>
                <a:path w="10324" h="1285" extrusionOk="0">
                  <a:moveTo>
                    <a:pt x="0" y="1"/>
                  </a:moveTo>
                  <a:lnTo>
                    <a:pt x="0" y="1284"/>
                  </a:lnTo>
                  <a:lnTo>
                    <a:pt x="10324" y="1284"/>
                  </a:lnTo>
                  <a:lnTo>
                    <a:pt x="1032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60"/>
            <p:cNvSpPr/>
            <p:nvPr/>
          </p:nvSpPr>
          <p:spPr>
            <a:xfrm>
              <a:off x="7500258" y="3944010"/>
              <a:ext cx="247473" cy="72588"/>
            </a:xfrm>
            <a:custGeom>
              <a:avLst/>
              <a:gdLst/>
              <a:ahLst/>
              <a:cxnLst/>
              <a:rect l="l" t="t" r="r" b="b"/>
              <a:pathLst>
                <a:path w="15966" h="4699" extrusionOk="0">
                  <a:moveTo>
                    <a:pt x="1" y="0"/>
                  </a:moveTo>
                  <a:lnTo>
                    <a:pt x="1" y="4698"/>
                  </a:lnTo>
                  <a:lnTo>
                    <a:pt x="15966" y="4698"/>
                  </a:lnTo>
                  <a:lnTo>
                    <a:pt x="159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60"/>
            <p:cNvSpPr/>
            <p:nvPr/>
          </p:nvSpPr>
          <p:spPr>
            <a:xfrm>
              <a:off x="7543984" y="3970379"/>
              <a:ext cx="160038" cy="19850"/>
            </a:xfrm>
            <a:custGeom>
              <a:avLst/>
              <a:gdLst/>
              <a:ahLst/>
              <a:cxnLst/>
              <a:rect l="l" t="t" r="r" b="b"/>
              <a:pathLst>
                <a:path w="10325" h="1285" extrusionOk="0">
                  <a:moveTo>
                    <a:pt x="0" y="1"/>
                  </a:moveTo>
                  <a:lnTo>
                    <a:pt x="0" y="1284"/>
                  </a:lnTo>
                  <a:lnTo>
                    <a:pt x="10324" y="1284"/>
                  </a:lnTo>
                  <a:lnTo>
                    <a:pt x="1032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60"/>
            <p:cNvSpPr/>
            <p:nvPr/>
          </p:nvSpPr>
          <p:spPr>
            <a:xfrm>
              <a:off x="7348529" y="3426735"/>
              <a:ext cx="255982" cy="148481"/>
            </a:xfrm>
            <a:custGeom>
              <a:avLst/>
              <a:gdLst/>
              <a:ahLst/>
              <a:cxnLst/>
              <a:rect l="l" t="t" r="r" b="b"/>
              <a:pathLst>
                <a:path w="16515" h="9612" extrusionOk="0">
                  <a:moveTo>
                    <a:pt x="8260" y="0"/>
                  </a:moveTo>
                  <a:cubicBezTo>
                    <a:pt x="4135" y="0"/>
                    <a:pt x="708" y="2973"/>
                    <a:pt x="1" y="6891"/>
                  </a:cubicBezTo>
                  <a:cubicBezTo>
                    <a:pt x="2310" y="8600"/>
                    <a:pt x="5166" y="9611"/>
                    <a:pt x="8259" y="9611"/>
                  </a:cubicBezTo>
                  <a:cubicBezTo>
                    <a:pt x="11351" y="9611"/>
                    <a:pt x="14207" y="8600"/>
                    <a:pt x="16514" y="6892"/>
                  </a:cubicBezTo>
                  <a:cubicBezTo>
                    <a:pt x="15808" y="2973"/>
                    <a:pt x="12383" y="0"/>
                    <a:pt x="82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60"/>
            <p:cNvSpPr/>
            <p:nvPr/>
          </p:nvSpPr>
          <p:spPr>
            <a:xfrm>
              <a:off x="6422187" y="3870387"/>
              <a:ext cx="596827" cy="594791"/>
            </a:xfrm>
            <a:custGeom>
              <a:avLst/>
              <a:gdLst/>
              <a:ahLst/>
              <a:cxnLst/>
              <a:rect l="l" t="t" r="r" b="b"/>
              <a:pathLst>
                <a:path w="38505" h="38504" extrusionOk="0">
                  <a:moveTo>
                    <a:pt x="19256" y="1"/>
                  </a:moveTo>
                  <a:cubicBezTo>
                    <a:pt x="19254" y="1"/>
                    <a:pt x="19253" y="1"/>
                    <a:pt x="19252" y="1"/>
                  </a:cubicBezTo>
                  <a:cubicBezTo>
                    <a:pt x="8618" y="1"/>
                    <a:pt x="0" y="8619"/>
                    <a:pt x="0" y="19252"/>
                  </a:cubicBezTo>
                  <a:cubicBezTo>
                    <a:pt x="0" y="29883"/>
                    <a:pt x="8618" y="38503"/>
                    <a:pt x="19252" y="38503"/>
                  </a:cubicBezTo>
                  <a:cubicBezTo>
                    <a:pt x="29883" y="38503"/>
                    <a:pt x="38504" y="29885"/>
                    <a:pt x="38504" y="19252"/>
                  </a:cubicBezTo>
                  <a:cubicBezTo>
                    <a:pt x="38504" y="8620"/>
                    <a:pt x="29885" y="1"/>
                    <a:pt x="192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60"/>
            <p:cNvSpPr/>
            <p:nvPr/>
          </p:nvSpPr>
          <p:spPr>
            <a:xfrm>
              <a:off x="6471772" y="3919803"/>
              <a:ext cx="497627" cy="495973"/>
            </a:xfrm>
            <a:custGeom>
              <a:avLst/>
              <a:gdLst/>
              <a:ahLst/>
              <a:cxnLst/>
              <a:rect l="l" t="t" r="r" b="b"/>
              <a:pathLst>
                <a:path w="32105" h="32107" extrusionOk="0">
                  <a:moveTo>
                    <a:pt x="16055" y="1"/>
                  </a:moveTo>
                  <a:cubicBezTo>
                    <a:pt x="16054" y="1"/>
                    <a:pt x="16053" y="1"/>
                    <a:pt x="16053" y="1"/>
                  </a:cubicBezTo>
                  <a:cubicBezTo>
                    <a:pt x="7186" y="1"/>
                    <a:pt x="0" y="7187"/>
                    <a:pt x="0" y="16053"/>
                  </a:cubicBezTo>
                  <a:cubicBezTo>
                    <a:pt x="0" y="24918"/>
                    <a:pt x="7186" y="32107"/>
                    <a:pt x="16053" y="32107"/>
                  </a:cubicBezTo>
                  <a:cubicBezTo>
                    <a:pt x="24920" y="32107"/>
                    <a:pt x="32105" y="24918"/>
                    <a:pt x="32105" y="16053"/>
                  </a:cubicBezTo>
                  <a:cubicBezTo>
                    <a:pt x="32105" y="7186"/>
                    <a:pt x="24921" y="1"/>
                    <a:pt x="160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60"/>
            <p:cNvSpPr/>
            <p:nvPr/>
          </p:nvSpPr>
          <p:spPr>
            <a:xfrm>
              <a:off x="6705108" y="3919788"/>
              <a:ext cx="264290" cy="495973"/>
            </a:xfrm>
            <a:custGeom>
              <a:avLst/>
              <a:gdLst/>
              <a:ahLst/>
              <a:cxnLst/>
              <a:rect l="l" t="t" r="r" b="b"/>
              <a:pathLst>
                <a:path w="17051" h="32107" extrusionOk="0">
                  <a:moveTo>
                    <a:pt x="999" y="1"/>
                  </a:moveTo>
                  <a:cubicBezTo>
                    <a:pt x="662" y="1"/>
                    <a:pt x="331" y="31"/>
                    <a:pt x="0" y="50"/>
                  </a:cubicBezTo>
                  <a:cubicBezTo>
                    <a:pt x="8401" y="568"/>
                    <a:pt x="15056" y="7525"/>
                    <a:pt x="15056" y="16052"/>
                  </a:cubicBezTo>
                  <a:cubicBezTo>
                    <a:pt x="15056" y="24582"/>
                    <a:pt x="8401" y="31538"/>
                    <a:pt x="0" y="32055"/>
                  </a:cubicBezTo>
                  <a:cubicBezTo>
                    <a:pt x="331" y="32073"/>
                    <a:pt x="660" y="32106"/>
                    <a:pt x="999" y="32106"/>
                  </a:cubicBezTo>
                  <a:cubicBezTo>
                    <a:pt x="9867" y="32106"/>
                    <a:pt x="17051" y="24918"/>
                    <a:pt x="17051" y="16052"/>
                  </a:cubicBezTo>
                  <a:cubicBezTo>
                    <a:pt x="17051" y="7187"/>
                    <a:pt x="9866" y="1"/>
                    <a:pt x="9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60"/>
            <p:cNvSpPr/>
            <p:nvPr/>
          </p:nvSpPr>
          <p:spPr>
            <a:xfrm>
              <a:off x="7924571" y="3851757"/>
              <a:ext cx="499441" cy="237258"/>
            </a:xfrm>
            <a:custGeom>
              <a:avLst/>
              <a:gdLst/>
              <a:ahLst/>
              <a:cxnLst/>
              <a:rect l="l" t="t" r="r" b="b"/>
              <a:pathLst>
                <a:path w="32222" h="15359" extrusionOk="0">
                  <a:moveTo>
                    <a:pt x="24543" y="2798"/>
                  </a:moveTo>
                  <a:cubicBezTo>
                    <a:pt x="27238" y="2798"/>
                    <a:pt x="29423" y="4983"/>
                    <a:pt x="29423" y="7680"/>
                  </a:cubicBezTo>
                  <a:cubicBezTo>
                    <a:pt x="29423" y="10375"/>
                    <a:pt x="27238" y="12561"/>
                    <a:pt x="24543" y="12561"/>
                  </a:cubicBezTo>
                  <a:cubicBezTo>
                    <a:pt x="21846" y="12560"/>
                    <a:pt x="19660" y="10376"/>
                    <a:pt x="19660" y="7681"/>
                  </a:cubicBezTo>
                  <a:cubicBezTo>
                    <a:pt x="19660" y="4983"/>
                    <a:pt x="21847" y="2798"/>
                    <a:pt x="24543" y="2798"/>
                  </a:cubicBezTo>
                  <a:close/>
                  <a:moveTo>
                    <a:pt x="24543" y="0"/>
                  </a:moveTo>
                  <a:cubicBezTo>
                    <a:pt x="20770" y="1"/>
                    <a:pt x="17647" y="2726"/>
                    <a:pt x="17000" y="6312"/>
                  </a:cubicBezTo>
                  <a:cubicBezTo>
                    <a:pt x="10373" y="6312"/>
                    <a:pt x="7936" y="6312"/>
                    <a:pt x="1313" y="6311"/>
                  </a:cubicBezTo>
                  <a:cubicBezTo>
                    <a:pt x="596" y="6311"/>
                    <a:pt x="1" y="6904"/>
                    <a:pt x="1" y="7621"/>
                  </a:cubicBezTo>
                  <a:lnTo>
                    <a:pt x="1" y="11901"/>
                  </a:lnTo>
                  <a:cubicBezTo>
                    <a:pt x="1" y="12745"/>
                    <a:pt x="655" y="13167"/>
                    <a:pt x="1309" y="13167"/>
                  </a:cubicBezTo>
                  <a:cubicBezTo>
                    <a:pt x="1964" y="13167"/>
                    <a:pt x="2619" y="12745"/>
                    <a:pt x="2620" y="11901"/>
                  </a:cubicBezTo>
                  <a:lnTo>
                    <a:pt x="2620" y="10232"/>
                  </a:lnTo>
                  <a:lnTo>
                    <a:pt x="3994" y="10230"/>
                  </a:lnTo>
                  <a:lnTo>
                    <a:pt x="3994" y="10230"/>
                  </a:lnTo>
                  <a:cubicBezTo>
                    <a:pt x="3991" y="10394"/>
                    <a:pt x="3991" y="10558"/>
                    <a:pt x="3991" y="10723"/>
                  </a:cubicBezTo>
                  <a:cubicBezTo>
                    <a:pt x="3991" y="11568"/>
                    <a:pt x="4646" y="11990"/>
                    <a:pt x="5301" y="11990"/>
                  </a:cubicBezTo>
                  <a:cubicBezTo>
                    <a:pt x="5955" y="11990"/>
                    <a:pt x="6610" y="11568"/>
                    <a:pt x="6608" y="10723"/>
                  </a:cubicBezTo>
                  <a:cubicBezTo>
                    <a:pt x="6611" y="10126"/>
                    <a:pt x="6611" y="9527"/>
                    <a:pt x="6611" y="8930"/>
                  </a:cubicBezTo>
                  <a:lnTo>
                    <a:pt x="8183" y="8930"/>
                  </a:lnTo>
                  <a:cubicBezTo>
                    <a:pt x="8181" y="9527"/>
                    <a:pt x="8181" y="10126"/>
                    <a:pt x="8181" y="10723"/>
                  </a:cubicBezTo>
                  <a:cubicBezTo>
                    <a:pt x="8181" y="11568"/>
                    <a:pt x="8836" y="11991"/>
                    <a:pt x="9490" y="11991"/>
                  </a:cubicBezTo>
                  <a:cubicBezTo>
                    <a:pt x="10144" y="11991"/>
                    <a:pt x="10798" y="11568"/>
                    <a:pt x="10798" y="10723"/>
                  </a:cubicBezTo>
                  <a:lnTo>
                    <a:pt x="10798" y="8930"/>
                  </a:lnTo>
                  <a:lnTo>
                    <a:pt x="16987" y="8930"/>
                  </a:lnTo>
                  <a:cubicBezTo>
                    <a:pt x="17587" y="12573"/>
                    <a:pt x="20730" y="15359"/>
                    <a:pt x="24543" y="15359"/>
                  </a:cubicBezTo>
                  <a:cubicBezTo>
                    <a:pt x="28783" y="15359"/>
                    <a:pt x="32221" y="11921"/>
                    <a:pt x="32221" y="7681"/>
                  </a:cubicBezTo>
                  <a:cubicBezTo>
                    <a:pt x="32221" y="3437"/>
                    <a:pt x="28783" y="0"/>
                    <a:pt x="245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60"/>
            <p:cNvSpPr/>
            <p:nvPr/>
          </p:nvSpPr>
          <p:spPr>
            <a:xfrm>
              <a:off x="7869887" y="3093470"/>
              <a:ext cx="537571" cy="535750"/>
            </a:xfrm>
            <a:custGeom>
              <a:avLst/>
              <a:gdLst/>
              <a:ahLst/>
              <a:cxnLst/>
              <a:rect l="l" t="t" r="r" b="b"/>
              <a:pathLst>
                <a:path w="34682" h="34682" extrusionOk="0">
                  <a:moveTo>
                    <a:pt x="17341" y="1"/>
                  </a:moveTo>
                  <a:cubicBezTo>
                    <a:pt x="12742" y="1"/>
                    <a:pt x="8331" y="1827"/>
                    <a:pt x="5079" y="5079"/>
                  </a:cubicBezTo>
                  <a:cubicBezTo>
                    <a:pt x="1827" y="8331"/>
                    <a:pt x="1" y="12742"/>
                    <a:pt x="1" y="17341"/>
                  </a:cubicBezTo>
                  <a:cubicBezTo>
                    <a:pt x="1" y="21940"/>
                    <a:pt x="1827" y="26351"/>
                    <a:pt x="5079" y="29603"/>
                  </a:cubicBezTo>
                  <a:cubicBezTo>
                    <a:pt x="8331" y="32855"/>
                    <a:pt x="12742" y="34682"/>
                    <a:pt x="17341" y="34682"/>
                  </a:cubicBezTo>
                  <a:cubicBezTo>
                    <a:pt x="21940" y="34682"/>
                    <a:pt x="26351" y="32855"/>
                    <a:pt x="29603" y="29603"/>
                  </a:cubicBezTo>
                  <a:cubicBezTo>
                    <a:pt x="32855" y="26351"/>
                    <a:pt x="34682" y="21940"/>
                    <a:pt x="34682" y="17341"/>
                  </a:cubicBezTo>
                  <a:cubicBezTo>
                    <a:pt x="34682" y="12742"/>
                    <a:pt x="32855" y="8331"/>
                    <a:pt x="29603" y="5079"/>
                  </a:cubicBezTo>
                  <a:cubicBezTo>
                    <a:pt x="26351" y="1827"/>
                    <a:pt x="21940" y="1"/>
                    <a:pt x="173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60"/>
            <p:cNvSpPr/>
            <p:nvPr/>
          </p:nvSpPr>
          <p:spPr>
            <a:xfrm>
              <a:off x="8094095" y="3093470"/>
              <a:ext cx="313363" cy="535750"/>
            </a:xfrm>
            <a:custGeom>
              <a:avLst/>
              <a:gdLst/>
              <a:ahLst/>
              <a:cxnLst/>
              <a:rect l="l" t="t" r="r" b="b"/>
              <a:pathLst>
                <a:path w="20217" h="34682" extrusionOk="0">
                  <a:moveTo>
                    <a:pt x="2876" y="1"/>
                  </a:moveTo>
                  <a:cubicBezTo>
                    <a:pt x="1896" y="1"/>
                    <a:pt x="937" y="87"/>
                    <a:pt x="0" y="242"/>
                  </a:cubicBezTo>
                  <a:cubicBezTo>
                    <a:pt x="8208" y="1612"/>
                    <a:pt x="14465" y="8744"/>
                    <a:pt x="14465" y="17341"/>
                  </a:cubicBezTo>
                  <a:cubicBezTo>
                    <a:pt x="14465" y="25939"/>
                    <a:pt x="8208" y="33069"/>
                    <a:pt x="0" y="34440"/>
                  </a:cubicBezTo>
                  <a:cubicBezTo>
                    <a:pt x="937" y="34597"/>
                    <a:pt x="1896" y="34682"/>
                    <a:pt x="2876" y="34682"/>
                  </a:cubicBezTo>
                  <a:cubicBezTo>
                    <a:pt x="12454" y="34682"/>
                    <a:pt x="20217" y="26919"/>
                    <a:pt x="20217" y="17341"/>
                  </a:cubicBezTo>
                  <a:cubicBezTo>
                    <a:pt x="20217" y="7764"/>
                    <a:pt x="12454" y="1"/>
                    <a:pt x="28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60"/>
            <p:cNvSpPr/>
            <p:nvPr/>
          </p:nvSpPr>
          <p:spPr>
            <a:xfrm>
              <a:off x="8057391" y="3197973"/>
              <a:ext cx="162595" cy="159465"/>
            </a:xfrm>
            <a:custGeom>
              <a:avLst/>
              <a:gdLst/>
              <a:ahLst/>
              <a:cxnLst/>
              <a:rect l="l" t="t" r="r" b="b"/>
              <a:pathLst>
                <a:path w="10490" h="10323" extrusionOk="0">
                  <a:moveTo>
                    <a:pt x="5976" y="1354"/>
                  </a:moveTo>
                  <a:cubicBezTo>
                    <a:pt x="7718" y="1354"/>
                    <a:pt x="9137" y="2771"/>
                    <a:pt x="9137" y="4514"/>
                  </a:cubicBezTo>
                  <a:lnTo>
                    <a:pt x="9137" y="5808"/>
                  </a:lnTo>
                  <a:cubicBezTo>
                    <a:pt x="9137" y="7551"/>
                    <a:pt x="7718" y="8969"/>
                    <a:pt x="5976" y="8969"/>
                  </a:cubicBezTo>
                  <a:lnTo>
                    <a:pt x="4514" y="8969"/>
                  </a:lnTo>
                  <a:cubicBezTo>
                    <a:pt x="2771" y="8969"/>
                    <a:pt x="1354" y="7551"/>
                    <a:pt x="1354" y="5808"/>
                  </a:cubicBezTo>
                  <a:lnTo>
                    <a:pt x="1354" y="4514"/>
                  </a:lnTo>
                  <a:cubicBezTo>
                    <a:pt x="1354" y="2771"/>
                    <a:pt x="2771" y="1354"/>
                    <a:pt x="4514" y="1354"/>
                  </a:cubicBezTo>
                  <a:close/>
                  <a:moveTo>
                    <a:pt x="4514" y="0"/>
                  </a:moveTo>
                  <a:cubicBezTo>
                    <a:pt x="2025" y="0"/>
                    <a:pt x="0" y="2025"/>
                    <a:pt x="0" y="4514"/>
                  </a:cubicBezTo>
                  <a:lnTo>
                    <a:pt x="0" y="5808"/>
                  </a:lnTo>
                  <a:cubicBezTo>
                    <a:pt x="0" y="8298"/>
                    <a:pt x="2025" y="10322"/>
                    <a:pt x="4514" y="10322"/>
                  </a:cubicBezTo>
                  <a:lnTo>
                    <a:pt x="5976" y="10322"/>
                  </a:lnTo>
                  <a:cubicBezTo>
                    <a:pt x="8465" y="10322"/>
                    <a:pt x="10490" y="8298"/>
                    <a:pt x="10490" y="5808"/>
                  </a:cubicBezTo>
                  <a:lnTo>
                    <a:pt x="10490" y="4514"/>
                  </a:lnTo>
                  <a:cubicBezTo>
                    <a:pt x="10490" y="2025"/>
                    <a:pt x="8465" y="0"/>
                    <a:pt x="59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60"/>
            <p:cNvSpPr/>
            <p:nvPr/>
          </p:nvSpPr>
          <p:spPr>
            <a:xfrm>
              <a:off x="8020656" y="3289468"/>
              <a:ext cx="236034" cy="235235"/>
            </a:xfrm>
            <a:custGeom>
              <a:avLst/>
              <a:gdLst/>
              <a:ahLst/>
              <a:cxnLst/>
              <a:rect l="l" t="t" r="r" b="b"/>
              <a:pathLst>
                <a:path w="15228" h="15228" extrusionOk="0">
                  <a:moveTo>
                    <a:pt x="4428" y="0"/>
                  </a:moveTo>
                  <a:cubicBezTo>
                    <a:pt x="1994" y="0"/>
                    <a:pt x="0" y="1994"/>
                    <a:pt x="0" y="4428"/>
                  </a:cubicBezTo>
                  <a:lnTo>
                    <a:pt x="0" y="10800"/>
                  </a:lnTo>
                  <a:cubicBezTo>
                    <a:pt x="0" y="13234"/>
                    <a:pt x="1994" y="15228"/>
                    <a:pt x="4428" y="15228"/>
                  </a:cubicBezTo>
                  <a:lnTo>
                    <a:pt x="10801" y="15228"/>
                  </a:lnTo>
                  <a:cubicBezTo>
                    <a:pt x="13237" y="15228"/>
                    <a:pt x="15228" y="13234"/>
                    <a:pt x="15228" y="10800"/>
                  </a:cubicBezTo>
                  <a:lnTo>
                    <a:pt x="15228" y="4428"/>
                  </a:lnTo>
                  <a:cubicBezTo>
                    <a:pt x="15228" y="1994"/>
                    <a:pt x="13237" y="0"/>
                    <a:pt x="108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60"/>
            <p:cNvSpPr/>
            <p:nvPr/>
          </p:nvSpPr>
          <p:spPr>
            <a:xfrm>
              <a:off x="8035505" y="3304267"/>
              <a:ext cx="221185" cy="220405"/>
            </a:xfrm>
            <a:custGeom>
              <a:avLst/>
              <a:gdLst/>
              <a:ahLst/>
              <a:cxnLst/>
              <a:rect l="l" t="t" r="r" b="b"/>
              <a:pathLst>
                <a:path w="14270" h="14268" extrusionOk="0">
                  <a:moveTo>
                    <a:pt x="12580" y="0"/>
                  </a:moveTo>
                  <a:cubicBezTo>
                    <a:pt x="13178" y="755"/>
                    <a:pt x="13540" y="1706"/>
                    <a:pt x="13540" y="2738"/>
                  </a:cubicBezTo>
                  <a:lnTo>
                    <a:pt x="13540" y="9110"/>
                  </a:lnTo>
                  <a:cubicBezTo>
                    <a:pt x="13540" y="11545"/>
                    <a:pt x="11548" y="13537"/>
                    <a:pt x="9112" y="13537"/>
                  </a:cubicBezTo>
                  <a:lnTo>
                    <a:pt x="2738" y="13537"/>
                  </a:lnTo>
                  <a:cubicBezTo>
                    <a:pt x="1705" y="13537"/>
                    <a:pt x="756" y="13176"/>
                    <a:pt x="1" y="12578"/>
                  </a:cubicBezTo>
                  <a:lnTo>
                    <a:pt x="1" y="12578"/>
                  </a:lnTo>
                  <a:cubicBezTo>
                    <a:pt x="813" y="13605"/>
                    <a:pt x="2067" y="14268"/>
                    <a:pt x="3469" y="14268"/>
                  </a:cubicBezTo>
                  <a:lnTo>
                    <a:pt x="9841" y="14268"/>
                  </a:lnTo>
                  <a:cubicBezTo>
                    <a:pt x="12277" y="14268"/>
                    <a:pt x="14269" y="12275"/>
                    <a:pt x="14269" y="9841"/>
                  </a:cubicBezTo>
                  <a:lnTo>
                    <a:pt x="14269" y="3469"/>
                  </a:lnTo>
                  <a:cubicBezTo>
                    <a:pt x="14270" y="2066"/>
                    <a:pt x="13607" y="813"/>
                    <a:pt x="125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60"/>
            <p:cNvSpPr/>
            <p:nvPr/>
          </p:nvSpPr>
          <p:spPr>
            <a:xfrm>
              <a:off x="8103255" y="3344817"/>
              <a:ext cx="70835" cy="139105"/>
            </a:xfrm>
            <a:custGeom>
              <a:avLst/>
              <a:gdLst/>
              <a:ahLst/>
              <a:cxnLst/>
              <a:rect l="l" t="t" r="r" b="b"/>
              <a:pathLst>
                <a:path w="4570" h="9005" extrusionOk="0">
                  <a:moveTo>
                    <a:pt x="2285" y="0"/>
                  </a:moveTo>
                  <a:cubicBezTo>
                    <a:pt x="1024" y="0"/>
                    <a:pt x="1" y="1024"/>
                    <a:pt x="1" y="2285"/>
                  </a:cubicBezTo>
                  <a:cubicBezTo>
                    <a:pt x="1" y="3191"/>
                    <a:pt x="532" y="3967"/>
                    <a:pt x="1295" y="4336"/>
                  </a:cubicBezTo>
                  <a:lnTo>
                    <a:pt x="157" y="8616"/>
                  </a:lnTo>
                  <a:cubicBezTo>
                    <a:pt x="115" y="8829"/>
                    <a:pt x="256" y="9005"/>
                    <a:pt x="473" y="9005"/>
                  </a:cubicBezTo>
                  <a:lnTo>
                    <a:pt x="4095" y="9005"/>
                  </a:lnTo>
                  <a:cubicBezTo>
                    <a:pt x="4311" y="9005"/>
                    <a:pt x="4455" y="8830"/>
                    <a:pt x="4412" y="8616"/>
                  </a:cubicBezTo>
                  <a:lnTo>
                    <a:pt x="3276" y="4335"/>
                  </a:lnTo>
                  <a:cubicBezTo>
                    <a:pt x="4039" y="3967"/>
                    <a:pt x="4570" y="3191"/>
                    <a:pt x="4570" y="2285"/>
                  </a:cubicBezTo>
                  <a:cubicBezTo>
                    <a:pt x="4570" y="1023"/>
                    <a:pt x="3548" y="0"/>
                    <a:pt x="22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60"/>
            <p:cNvSpPr/>
            <p:nvPr/>
          </p:nvSpPr>
          <p:spPr>
            <a:xfrm>
              <a:off x="6549101" y="3265988"/>
              <a:ext cx="346332" cy="332523"/>
            </a:xfrm>
            <a:custGeom>
              <a:avLst/>
              <a:gdLst/>
              <a:ahLst/>
              <a:cxnLst/>
              <a:rect l="l" t="t" r="r" b="b"/>
              <a:pathLst>
                <a:path w="22344" h="21526" extrusionOk="0">
                  <a:moveTo>
                    <a:pt x="3367" y="1"/>
                  </a:moveTo>
                  <a:cubicBezTo>
                    <a:pt x="1514" y="1"/>
                    <a:pt x="0" y="1515"/>
                    <a:pt x="0" y="3367"/>
                  </a:cubicBezTo>
                  <a:lnTo>
                    <a:pt x="0" y="13688"/>
                  </a:lnTo>
                  <a:cubicBezTo>
                    <a:pt x="0" y="15540"/>
                    <a:pt x="1514" y="17054"/>
                    <a:pt x="3367" y="17054"/>
                  </a:cubicBezTo>
                  <a:lnTo>
                    <a:pt x="10404" y="17054"/>
                  </a:lnTo>
                  <a:lnTo>
                    <a:pt x="14523" y="21525"/>
                  </a:lnTo>
                  <a:lnTo>
                    <a:pt x="14523" y="17054"/>
                  </a:lnTo>
                  <a:lnTo>
                    <a:pt x="18978" y="17054"/>
                  </a:lnTo>
                  <a:cubicBezTo>
                    <a:pt x="20830" y="17054"/>
                    <a:pt x="22343" y="15538"/>
                    <a:pt x="22343" y="13688"/>
                  </a:cubicBezTo>
                  <a:lnTo>
                    <a:pt x="22343" y="3367"/>
                  </a:lnTo>
                  <a:cubicBezTo>
                    <a:pt x="22342" y="1515"/>
                    <a:pt x="20828" y="1"/>
                    <a:pt x="189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60"/>
            <p:cNvSpPr/>
            <p:nvPr/>
          </p:nvSpPr>
          <p:spPr>
            <a:xfrm>
              <a:off x="6625826" y="3380145"/>
              <a:ext cx="42113" cy="41986"/>
            </a:xfrm>
            <a:custGeom>
              <a:avLst/>
              <a:gdLst/>
              <a:ahLst/>
              <a:cxnLst/>
              <a:rect l="l" t="t" r="r" b="b"/>
              <a:pathLst>
                <a:path w="2717" h="2718" extrusionOk="0">
                  <a:moveTo>
                    <a:pt x="1359" y="0"/>
                  </a:moveTo>
                  <a:cubicBezTo>
                    <a:pt x="608" y="0"/>
                    <a:pt x="1" y="610"/>
                    <a:pt x="1" y="1359"/>
                  </a:cubicBezTo>
                  <a:cubicBezTo>
                    <a:pt x="1" y="2109"/>
                    <a:pt x="608" y="2717"/>
                    <a:pt x="1359" y="2717"/>
                  </a:cubicBezTo>
                  <a:cubicBezTo>
                    <a:pt x="2111" y="2717"/>
                    <a:pt x="2717" y="2109"/>
                    <a:pt x="2717" y="1359"/>
                  </a:cubicBezTo>
                  <a:cubicBezTo>
                    <a:pt x="2717" y="608"/>
                    <a:pt x="2109" y="0"/>
                    <a:pt x="13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60"/>
            <p:cNvSpPr/>
            <p:nvPr/>
          </p:nvSpPr>
          <p:spPr>
            <a:xfrm>
              <a:off x="6701187" y="3380145"/>
              <a:ext cx="42145" cy="41986"/>
            </a:xfrm>
            <a:custGeom>
              <a:avLst/>
              <a:gdLst/>
              <a:ahLst/>
              <a:cxnLst/>
              <a:rect l="l" t="t" r="r" b="b"/>
              <a:pathLst>
                <a:path w="2719" h="2718" extrusionOk="0">
                  <a:moveTo>
                    <a:pt x="1361" y="0"/>
                  </a:moveTo>
                  <a:cubicBezTo>
                    <a:pt x="609" y="0"/>
                    <a:pt x="0" y="610"/>
                    <a:pt x="0" y="1359"/>
                  </a:cubicBezTo>
                  <a:cubicBezTo>
                    <a:pt x="0" y="2109"/>
                    <a:pt x="609" y="2717"/>
                    <a:pt x="1361" y="2717"/>
                  </a:cubicBezTo>
                  <a:cubicBezTo>
                    <a:pt x="2110" y="2717"/>
                    <a:pt x="2718" y="2109"/>
                    <a:pt x="2718" y="1359"/>
                  </a:cubicBezTo>
                  <a:cubicBezTo>
                    <a:pt x="2718" y="608"/>
                    <a:pt x="2110" y="0"/>
                    <a:pt x="13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60"/>
            <p:cNvSpPr/>
            <p:nvPr/>
          </p:nvSpPr>
          <p:spPr>
            <a:xfrm>
              <a:off x="6776564" y="3380145"/>
              <a:ext cx="42113" cy="41986"/>
            </a:xfrm>
            <a:custGeom>
              <a:avLst/>
              <a:gdLst/>
              <a:ahLst/>
              <a:cxnLst/>
              <a:rect l="l" t="t" r="r" b="b"/>
              <a:pathLst>
                <a:path w="2717" h="2718" extrusionOk="0">
                  <a:moveTo>
                    <a:pt x="1358" y="0"/>
                  </a:moveTo>
                  <a:cubicBezTo>
                    <a:pt x="607" y="0"/>
                    <a:pt x="1" y="610"/>
                    <a:pt x="1" y="1359"/>
                  </a:cubicBezTo>
                  <a:cubicBezTo>
                    <a:pt x="1" y="2109"/>
                    <a:pt x="607" y="2717"/>
                    <a:pt x="1358" y="2717"/>
                  </a:cubicBezTo>
                  <a:cubicBezTo>
                    <a:pt x="2110" y="2717"/>
                    <a:pt x="2716" y="2109"/>
                    <a:pt x="2716" y="1359"/>
                  </a:cubicBezTo>
                  <a:cubicBezTo>
                    <a:pt x="2716" y="608"/>
                    <a:pt x="2110" y="0"/>
                    <a:pt x="135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60"/>
            <p:cNvSpPr/>
            <p:nvPr/>
          </p:nvSpPr>
          <p:spPr>
            <a:xfrm>
              <a:off x="6754368" y="3529414"/>
              <a:ext cx="19824" cy="69097"/>
            </a:xfrm>
            <a:custGeom>
              <a:avLst/>
              <a:gdLst/>
              <a:ahLst/>
              <a:cxnLst/>
              <a:rect l="l" t="t" r="r" b="b"/>
              <a:pathLst>
                <a:path w="1279" h="4473" extrusionOk="0">
                  <a:moveTo>
                    <a:pt x="0" y="1"/>
                  </a:moveTo>
                  <a:lnTo>
                    <a:pt x="0" y="3085"/>
                  </a:lnTo>
                  <a:lnTo>
                    <a:pt x="1278" y="4472"/>
                  </a:lnTo>
                  <a:lnTo>
                    <a:pt x="1278" y="1"/>
                  </a:lnTo>
                  <a:close/>
                </a:path>
              </a:pathLst>
            </a:custGeom>
            <a:solidFill>
              <a:srgbClr val="F78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60"/>
            <p:cNvSpPr/>
            <p:nvPr/>
          </p:nvSpPr>
          <p:spPr>
            <a:xfrm>
              <a:off x="6823405" y="3265988"/>
              <a:ext cx="72013" cy="263442"/>
            </a:xfrm>
            <a:custGeom>
              <a:avLst/>
              <a:gdLst/>
              <a:ahLst/>
              <a:cxnLst/>
              <a:rect l="l" t="t" r="r" b="b"/>
              <a:pathLst>
                <a:path w="4646" h="17054" extrusionOk="0">
                  <a:moveTo>
                    <a:pt x="0" y="1"/>
                  </a:moveTo>
                  <a:cubicBezTo>
                    <a:pt x="1852" y="1"/>
                    <a:pt x="3368" y="1515"/>
                    <a:pt x="3368" y="3367"/>
                  </a:cubicBezTo>
                  <a:lnTo>
                    <a:pt x="3368" y="13688"/>
                  </a:lnTo>
                  <a:cubicBezTo>
                    <a:pt x="3368" y="15540"/>
                    <a:pt x="1852" y="17054"/>
                    <a:pt x="0" y="17054"/>
                  </a:cubicBezTo>
                  <a:lnTo>
                    <a:pt x="1279" y="17054"/>
                  </a:lnTo>
                  <a:cubicBezTo>
                    <a:pt x="3131" y="17054"/>
                    <a:pt x="4645" y="15538"/>
                    <a:pt x="4645" y="13688"/>
                  </a:cubicBezTo>
                  <a:lnTo>
                    <a:pt x="4645" y="3367"/>
                  </a:lnTo>
                  <a:cubicBezTo>
                    <a:pt x="4645" y="1515"/>
                    <a:pt x="3131" y="1"/>
                    <a:pt x="1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60"/>
            <p:cNvSpPr/>
            <p:nvPr/>
          </p:nvSpPr>
          <p:spPr>
            <a:xfrm>
              <a:off x="6494658" y="3982196"/>
              <a:ext cx="453552" cy="389690"/>
            </a:xfrm>
            <a:custGeom>
              <a:avLst/>
              <a:gdLst/>
              <a:ahLst/>
              <a:cxnLst/>
              <a:rect l="l" t="t" r="r" b="b"/>
              <a:pathLst>
                <a:path w="25609" h="22237" extrusionOk="0">
                  <a:moveTo>
                    <a:pt x="12805" y="0"/>
                  </a:moveTo>
                  <a:cubicBezTo>
                    <a:pt x="11896" y="720"/>
                    <a:pt x="8489" y="3183"/>
                    <a:pt x="4208" y="3253"/>
                  </a:cubicBezTo>
                  <a:cubicBezTo>
                    <a:pt x="4208" y="3253"/>
                    <a:pt x="0" y="17535"/>
                    <a:pt x="12805" y="22237"/>
                  </a:cubicBezTo>
                  <a:cubicBezTo>
                    <a:pt x="25609" y="17535"/>
                    <a:pt x="21401" y="3253"/>
                    <a:pt x="21401" y="3253"/>
                  </a:cubicBezTo>
                  <a:cubicBezTo>
                    <a:pt x="17118" y="3183"/>
                    <a:pt x="13713" y="723"/>
                    <a:pt x="128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60"/>
            <p:cNvSpPr/>
            <p:nvPr/>
          </p:nvSpPr>
          <p:spPr>
            <a:xfrm>
              <a:off x="6515203" y="3996671"/>
              <a:ext cx="412481" cy="359619"/>
            </a:xfrm>
            <a:custGeom>
              <a:avLst/>
              <a:gdLst/>
              <a:ahLst/>
              <a:cxnLst/>
              <a:rect l="l" t="t" r="r" b="b"/>
              <a:pathLst>
                <a:path w="23290" h="20521" extrusionOk="0">
                  <a:moveTo>
                    <a:pt x="11643" y="764"/>
                  </a:moveTo>
                  <a:cubicBezTo>
                    <a:pt x="12681" y="1551"/>
                    <a:pt x="15527" y="3442"/>
                    <a:pt x="19072" y="3576"/>
                  </a:cubicBezTo>
                  <a:cubicBezTo>
                    <a:pt x="19480" y="5223"/>
                    <a:pt x="21749" y="16087"/>
                    <a:pt x="11643" y="19880"/>
                  </a:cubicBezTo>
                  <a:cubicBezTo>
                    <a:pt x="7095" y="18174"/>
                    <a:pt x="4468" y="14901"/>
                    <a:pt x="3834" y="10149"/>
                  </a:cubicBezTo>
                  <a:cubicBezTo>
                    <a:pt x="3426" y="7079"/>
                    <a:pt x="4024" y="4339"/>
                    <a:pt x="4215" y="3576"/>
                  </a:cubicBezTo>
                  <a:cubicBezTo>
                    <a:pt x="7761" y="3442"/>
                    <a:pt x="10608" y="1551"/>
                    <a:pt x="11643" y="764"/>
                  </a:cubicBezTo>
                  <a:close/>
                  <a:moveTo>
                    <a:pt x="11645" y="0"/>
                  </a:moveTo>
                  <a:lnTo>
                    <a:pt x="11459" y="149"/>
                  </a:lnTo>
                  <a:cubicBezTo>
                    <a:pt x="10641" y="797"/>
                    <a:pt x="7686" y="2922"/>
                    <a:pt x="3979" y="2982"/>
                  </a:cubicBezTo>
                  <a:lnTo>
                    <a:pt x="3759" y="2986"/>
                  </a:lnTo>
                  <a:lnTo>
                    <a:pt x="3696" y="3197"/>
                  </a:lnTo>
                  <a:cubicBezTo>
                    <a:pt x="3657" y="3326"/>
                    <a:pt x="1" y="16242"/>
                    <a:pt x="11542" y="20482"/>
                  </a:cubicBezTo>
                  <a:lnTo>
                    <a:pt x="11645" y="20520"/>
                  </a:lnTo>
                  <a:lnTo>
                    <a:pt x="11748" y="20482"/>
                  </a:lnTo>
                  <a:cubicBezTo>
                    <a:pt x="23289" y="16242"/>
                    <a:pt x="19633" y="3326"/>
                    <a:pt x="19594" y="3197"/>
                  </a:cubicBezTo>
                  <a:lnTo>
                    <a:pt x="19532" y="2986"/>
                  </a:lnTo>
                  <a:lnTo>
                    <a:pt x="19311" y="2982"/>
                  </a:lnTo>
                  <a:cubicBezTo>
                    <a:pt x="15605" y="2922"/>
                    <a:pt x="12650" y="797"/>
                    <a:pt x="11832" y="149"/>
                  </a:cubicBezTo>
                  <a:lnTo>
                    <a:pt x="116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60"/>
            <p:cNvSpPr/>
            <p:nvPr/>
          </p:nvSpPr>
          <p:spPr>
            <a:xfrm>
              <a:off x="6641694" y="4103640"/>
              <a:ext cx="166817" cy="129470"/>
            </a:xfrm>
            <a:custGeom>
              <a:avLst/>
              <a:gdLst/>
              <a:ahLst/>
              <a:cxnLst/>
              <a:rect l="l" t="t" r="r" b="b"/>
              <a:pathLst>
                <a:path w="9419" h="7388" extrusionOk="0">
                  <a:moveTo>
                    <a:pt x="8378" y="0"/>
                  </a:moveTo>
                  <a:lnTo>
                    <a:pt x="3544" y="5535"/>
                  </a:lnTo>
                  <a:lnTo>
                    <a:pt x="802" y="3577"/>
                  </a:lnTo>
                  <a:lnTo>
                    <a:pt x="0" y="4703"/>
                  </a:lnTo>
                  <a:lnTo>
                    <a:pt x="3761" y="7387"/>
                  </a:lnTo>
                  <a:lnTo>
                    <a:pt x="9418" y="908"/>
                  </a:lnTo>
                  <a:lnTo>
                    <a:pt x="83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Software Development School Center by Slidesgo">
  <a:themeElements>
    <a:clrScheme name="Simple Light">
      <a:dk1>
        <a:srgbClr val="666466"/>
      </a:dk1>
      <a:lt1>
        <a:srgbClr val="005D77"/>
      </a:lt1>
      <a:dk2>
        <a:srgbClr val="399BD8"/>
      </a:dk2>
      <a:lt2>
        <a:srgbClr val="84C4F4"/>
      </a:lt2>
      <a:accent1>
        <a:srgbClr val="C2E9FF"/>
      </a:accent1>
      <a:accent2>
        <a:srgbClr val="D9F1FF"/>
      </a:accent2>
      <a:accent3>
        <a:srgbClr val="EC6F09"/>
      </a:accent3>
      <a:accent4>
        <a:srgbClr val="F78A2F"/>
      </a:accent4>
      <a:accent5>
        <a:srgbClr val="FFFFFF"/>
      </a:accent5>
      <a:accent6>
        <a:srgbClr val="FFFFFF"/>
      </a:accent6>
      <a:hlink>
        <a:srgbClr val="66646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1066</Words>
  <Application>Microsoft Office PowerPoint</Application>
  <PresentationFormat>On-screen Show (16:9)</PresentationFormat>
  <Paragraphs>223</Paragraphs>
  <Slides>26</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Montserrat Medium</vt:lpstr>
      <vt:lpstr>Arial</vt:lpstr>
      <vt:lpstr>Archivo Black</vt:lpstr>
      <vt:lpstr>Montserrat</vt:lpstr>
      <vt:lpstr>Montserrat Black</vt:lpstr>
      <vt:lpstr>Bebas Neue</vt:lpstr>
      <vt:lpstr>Software Development School Center by Slidesgo</vt:lpstr>
      <vt:lpstr>Testing &amp; Evaluation</vt:lpstr>
      <vt:lpstr>Unit Testing</vt:lpstr>
      <vt:lpstr>TEST PLAN (high level)</vt:lpstr>
      <vt:lpstr>A. Functional Cases</vt:lpstr>
      <vt:lpstr>A. Functional Cases</vt:lpstr>
      <vt:lpstr>CONTENTS OF THIS TEMPLATE</vt:lpstr>
      <vt:lpstr>01</vt:lpstr>
      <vt:lpstr>INTRODUCTION</vt:lpstr>
      <vt:lpstr>—SOMEONE FAMOUS</vt:lpstr>
      <vt:lpstr>OUR TEACHING METHOD</vt:lpstr>
      <vt:lpstr>A PICTURE IS WORTH A THOUSAND WORDS</vt:lpstr>
      <vt:lpstr>WHAT SETS US APART</vt:lpstr>
      <vt:lpstr>THE CURRICULUM</vt:lpstr>
      <vt:lpstr>MARS</vt:lpstr>
      <vt:lpstr>VISION</vt:lpstr>
      <vt:lpstr>OUR VALUES</vt:lpstr>
      <vt:lpstr>MERCURY</vt:lpstr>
      <vt:lpstr>A PICTURE REINFORCES THE CONCEPT</vt:lpstr>
      <vt:lpstr>STATISTICS</vt:lpstr>
      <vt:lpstr>OUR TEACHERS</vt:lpstr>
      <vt:lpstr>OUR GOALS</vt:lpstr>
      <vt:lpstr>150,000</vt:lpstr>
      <vt:lpstr>STUDENT PROGRESS</vt:lpstr>
      <vt:lpstr>ENROLLMENT PROCESS</vt:lpstr>
      <vt:lpstr>SPECIAL REMINDERS</vt:lpstr>
      <vt:lpstr>ALTERNATIVE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&amp; Evaluation</dc:title>
  <cp:lastModifiedBy>Mira William</cp:lastModifiedBy>
  <cp:revision>14</cp:revision>
  <dcterms:modified xsi:type="dcterms:W3CDTF">2026-04-11T00:46:14Z</dcterms:modified>
</cp:coreProperties>
</file>