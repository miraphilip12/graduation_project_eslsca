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15"/>
  </p:notesMasterIdLst>
  <p:sldIdLst>
    <p:sldId id="256" r:id="rId2"/>
    <p:sldId id="258" r:id="rId3"/>
    <p:sldId id="283" r:id="rId4"/>
    <p:sldId id="279" r:id="rId5"/>
    <p:sldId id="284" r:id="rId6"/>
    <p:sldId id="285" r:id="rId7"/>
    <p:sldId id="286" r:id="rId8"/>
    <p:sldId id="288" r:id="rId9"/>
    <p:sldId id="289" r:id="rId10"/>
    <p:sldId id="290" r:id="rId11"/>
    <p:sldId id="291" r:id="rId12"/>
    <p:sldId id="292" r:id="rId13"/>
    <p:sldId id="293" r:id="rId14"/>
  </p:sldIdLst>
  <p:sldSz cx="9144000" cy="5143500" type="screen16x9"/>
  <p:notesSz cx="6858000" cy="9144000"/>
  <p:embeddedFontLst>
    <p:embeddedFont>
      <p:font typeface="Montserrat Black" panose="020B0604020202020204" charset="0"/>
      <p:bold r:id="rId16"/>
      <p:boldItalic r:id="rId17"/>
    </p:embeddedFont>
    <p:embeddedFont>
      <p:font typeface="Archivo Black" panose="020B0604020202020204" charset="0"/>
      <p:regular r:id="rId18"/>
    </p:embeddedFont>
    <p:embeddedFont>
      <p:font typeface="Bebas Neue" panose="020B0604020202020204" charset="0"/>
      <p:regular r:id="rId19"/>
    </p:embeddedFont>
    <p:embeddedFont>
      <p:font typeface="Montserrat" panose="020B0604020202020204" charset="0"/>
      <p:regular r:id="rId20"/>
      <p:bold r:id="rId21"/>
      <p:italic r:id="rId22"/>
      <p:boldItalic r:id="rId23"/>
    </p:embeddedFont>
    <p:embeddedFont>
      <p:font typeface="Montserrat Medium" panose="020B060402020202020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07A7369-85E4-47C4-8D66-556326131C27}">
  <a:tblStyle styleId="{E07A7369-85E4-47C4-8D66-556326131C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30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1578fe0731a_1_22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1578fe0731a_1_22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8" name="Google Shape;1948;g1578fe0731a_1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9" name="Google Shape;1949;g1578fe0731a_1_2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22115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64065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00961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15553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986616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74436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05693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64543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0" name="Google Shape;1610;g1578fe0731a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1" name="Google Shape;1611;g1578fe0731a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2286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 rot="10800000">
            <a:off x="4736150" y="4101575"/>
            <a:ext cx="4407850" cy="1041925"/>
          </a:xfrm>
          <a:custGeom>
            <a:avLst/>
            <a:gdLst/>
            <a:ahLst/>
            <a:cxnLst/>
            <a:rect l="l" t="t" r="r" b="b"/>
            <a:pathLst>
              <a:path w="176314" h="41677" extrusionOk="0">
                <a:moveTo>
                  <a:pt x="1" y="0"/>
                </a:moveTo>
                <a:lnTo>
                  <a:pt x="1" y="26973"/>
                </a:lnTo>
                <a:cubicBezTo>
                  <a:pt x="1" y="26973"/>
                  <a:pt x="7504" y="41676"/>
                  <a:pt x="29031" y="41676"/>
                </a:cubicBezTo>
                <a:cubicBezTo>
                  <a:pt x="34143" y="41676"/>
                  <a:pt x="40047" y="40847"/>
                  <a:pt x="46829" y="38794"/>
                </a:cubicBezTo>
                <a:cubicBezTo>
                  <a:pt x="77849" y="29407"/>
                  <a:pt x="87280" y="14815"/>
                  <a:pt x="111927" y="14815"/>
                </a:cubicBezTo>
                <a:cubicBezTo>
                  <a:pt x="115359" y="14815"/>
                  <a:pt x="119085" y="15098"/>
                  <a:pt x="123205" y="15717"/>
                </a:cubicBezTo>
                <a:cubicBezTo>
                  <a:pt x="126869" y="16267"/>
                  <a:pt x="130363" y="16513"/>
                  <a:pt x="133681" y="16513"/>
                </a:cubicBezTo>
                <a:cubicBezTo>
                  <a:pt x="160908" y="16513"/>
                  <a:pt x="176314" y="0"/>
                  <a:pt x="17631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720000" y="540000"/>
            <a:ext cx="5505600" cy="237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720000" y="2910300"/>
            <a:ext cx="5505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Montserrat Medium"/>
              <a:buNone/>
              <a:defRPr sz="18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p2"/>
          <p:cNvSpPr/>
          <p:nvPr/>
        </p:nvSpPr>
        <p:spPr>
          <a:xfrm flipH="1">
            <a:off x="4736150" y="0"/>
            <a:ext cx="4407850" cy="1041925"/>
          </a:xfrm>
          <a:custGeom>
            <a:avLst/>
            <a:gdLst/>
            <a:ahLst/>
            <a:cxnLst/>
            <a:rect l="l" t="t" r="r" b="b"/>
            <a:pathLst>
              <a:path w="176314" h="41677" extrusionOk="0">
                <a:moveTo>
                  <a:pt x="1" y="0"/>
                </a:moveTo>
                <a:lnTo>
                  <a:pt x="1" y="26973"/>
                </a:lnTo>
                <a:cubicBezTo>
                  <a:pt x="1" y="26973"/>
                  <a:pt x="7504" y="41676"/>
                  <a:pt x="29031" y="41676"/>
                </a:cubicBezTo>
                <a:cubicBezTo>
                  <a:pt x="34143" y="41676"/>
                  <a:pt x="40047" y="40847"/>
                  <a:pt x="46829" y="38794"/>
                </a:cubicBezTo>
                <a:cubicBezTo>
                  <a:pt x="77849" y="29407"/>
                  <a:pt x="87280" y="14815"/>
                  <a:pt x="111927" y="14815"/>
                </a:cubicBezTo>
                <a:cubicBezTo>
                  <a:pt x="115359" y="14815"/>
                  <a:pt x="119085" y="15098"/>
                  <a:pt x="123205" y="15717"/>
                </a:cubicBezTo>
                <a:cubicBezTo>
                  <a:pt x="126869" y="16267"/>
                  <a:pt x="130363" y="16513"/>
                  <a:pt x="133681" y="16513"/>
                </a:cubicBezTo>
                <a:cubicBezTo>
                  <a:pt x="160908" y="16513"/>
                  <a:pt x="176314" y="0"/>
                  <a:pt x="176314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 flipH="1">
            <a:off x="5445825" y="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 rot="5400000">
            <a:off x="1350050" y="2703450"/>
            <a:ext cx="1099950" cy="3800075"/>
          </a:xfrm>
          <a:custGeom>
            <a:avLst/>
            <a:gdLst/>
            <a:ahLst/>
            <a:cxnLst/>
            <a:rect l="l" t="t" r="r" b="b"/>
            <a:pathLst>
              <a:path w="43998" h="152003" extrusionOk="0">
                <a:moveTo>
                  <a:pt x="43615" y="0"/>
                </a:moveTo>
                <a:cubicBezTo>
                  <a:pt x="43615" y="0"/>
                  <a:pt x="16366" y="17346"/>
                  <a:pt x="22729" y="41629"/>
                </a:cubicBezTo>
                <a:cubicBezTo>
                  <a:pt x="29096" y="65911"/>
                  <a:pt x="43997" y="70379"/>
                  <a:pt x="22000" y="100808"/>
                </a:cubicBezTo>
                <a:cubicBezTo>
                  <a:pt x="1" y="131235"/>
                  <a:pt x="43615" y="152002"/>
                  <a:pt x="43615" y="152002"/>
                </a:cubicBezTo>
                <a:lnTo>
                  <a:pt x="43615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 rot="5400000">
            <a:off x="1282425" y="3051700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 rot="5400000">
            <a:off x="-1385450" y="1641238"/>
            <a:ext cx="3275400" cy="504525"/>
          </a:xfrm>
          <a:custGeom>
            <a:avLst/>
            <a:gdLst/>
            <a:ahLst/>
            <a:cxnLst/>
            <a:rect l="l" t="t" r="r" b="b"/>
            <a:pathLst>
              <a:path w="131016" h="20181" extrusionOk="0">
                <a:moveTo>
                  <a:pt x="25838" y="1"/>
                </a:moveTo>
                <a:cubicBezTo>
                  <a:pt x="6842" y="1"/>
                  <a:pt x="0" y="20178"/>
                  <a:pt x="0" y="20178"/>
                </a:cubicBezTo>
                <a:lnTo>
                  <a:pt x="0" y="20181"/>
                </a:lnTo>
                <a:lnTo>
                  <a:pt x="131016" y="20181"/>
                </a:lnTo>
                <a:cubicBezTo>
                  <a:pt x="131016" y="20181"/>
                  <a:pt x="122212" y="8215"/>
                  <a:pt x="108815" y="8215"/>
                </a:cubicBezTo>
                <a:cubicBezTo>
                  <a:pt x="105950" y="8215"/>
                  <a:pt x="102875" y="8763"/>
                  <a:pt x="99631" y="10091"/>
                </a:cubicBezTo>
                <a:cubicBezTo>
                  <a:pt x="93778" y="12488"/>
                  <a:pt x="87492" y="14982"/>
                  <a:pt x="78789" y="14982"/>
                </a:cubicBezTo>
                <a:cubicBezTo>
                  <a:pt x="69901" y="14982"/>
                  <a:pt x="58491" y="12380"/>
                  <a:pt x="42447" y="4415"/>
                </a:cubicBezTo>
                <a:cubicBezTo>
                  <a:pt x="36095" y="1262"/>
                  <a:pt x="30587" y="1"/>
                  <a:pt x="2583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 rot="5400000">
            <a:off x="-1210600" y="1210638"/>
            <a:ext cx="2862100" cy="440825"/>
          </a:xfrm>
          <a:custGeom>
            <a:avLst/>
            <a:gdLst/>
            <a:ahLst/>
            <a:cxnLst/>
            <a:rect l="l" t="t" r="r" b="b"/>
            <a:pathLst>
              <a:path w="114484" h="17633" extrusionOk="0">
                <a:moveTo>
                  <a:pt x="22578" y="1"/>
                </a:moveTo>
                <a:cubicBezTo>
                  <a:pt x="5980" y="1"/>
                  <a:pt x="1" y="17632"/>
                  <a:pt x="1" y="17632"/>
                </a:cubicBezTo>
                <a:lnTo>
                  <a:pt x="114484" y="17632"/>
                </a:lnTo>
                <a:cubicBezTo>
                  <a:pt x="114484" y="17632"/>
                  <a:pt x="106791" y="7178"/>
                  <a:pt x="95085" y="7178"/>
                </a:cubicBezTo>
                <a:cubicBezTo>
                  <a:pt x="92581" y="7178"/>
                  <a:pt x="89894" y="7656"/>
                  <a:pt x="87059" y="8817"/>
                </a:cubicBezTo>
                <a:cubicBezTo>
                  <a:pt x="81944" y="10911"/>
                  <a:pt x="76451" y="13091"/>
                  <a:pt x="68846" y="13091"/>
                </a:cubicBezTo>
                <a:cubicBezTo>
                  <a:pt x="61079" y="13091"/>
                  <a:pt x="51110" y="10817"/>
                  <a:pt x="37090" y="3858"/>
                </a:cubicBezTo>
                <a:cubicBezTo>
                  <a:pt x="31541" y="1103"/>
                  <a:pt x="26727" y="1"/>
                  <a:pt x="225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>
            <a:spLocks noGrp="1"/>
          </p:cNvSpPr>
          <p:nvPr>
            <p:ph type="title"/>
          </p:nvPr>
        </p:nvSpPr>
        <p:spPr>
          <a:xfrm>
            <a:off x="1792800" y="1217250"/>
            <a:ext cx="5558400" cy="270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82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57" name="Google Shape;57;p8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8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8"/>
          <p:cNvSpPr/>
          <p:nvPr/>
        </p:nvSpPr>
        <p:spPr>
          <a:xfrm>
            <a:off x="2" y="0"/>
            <a:ext cx="1813093" cy="1842725"/>
          </a:xfrm>
          <a:custGeom>
            <a:avLst/>
            <a:gdLst/>
            <a:ahLst/>
            <a:cxnLst/>
            <a:rect l="l" t="t" r="r" b="b"/>
            <a:pathLst>
              <a:path w="43689" h="44403" extrusionOk="0">
                <a:moveTo>
                  <a:pt x="0" y="1"/>
                </a:moveTo>
                <a:lnTo>
                  <a:pt x="0" y="44403"/>
                </a:lnTo>
                <a:cubicBezTo>
                  <a:pt x="0" y="44403"/>
                  <a:pt x="1" y="44403"/>
                  <a:pt x="3" y="44403"/>
                </a:cubicBezTo>
                <a:cubicBezTo>
                  <a:pt x="242" y="44403"/>
                  <a:pt x="14099" y="44366"/>
                  <a:pt x="14761" y="35934"/>
                </a:cubicBezTo>
                <a:cubicBezTo>
                  <a:pt x="15429" y="27428"/>
                  <a:pt x="12315" y="24926"/>
                  <a:pt x="18544" y="20639"/>
                </a:cubicBezTo>
                <a:cubicBezTo>
                  <a:pt x="24775" y="16351"/>
                  <a:pt x="43688" y="13774"/>
                  <a:pt x="3857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8"/>
          <p:cNvSpPr/>
          <p:nvPr/>
        </p:nvSpPr>
        <p:spPr>
          <a:xfrm rot="10800000">
            <a:off x="7597553" y="3246200"/>
            <a:ext cx="1546456" cy="1897297"/>
          </a:xfrm>
          <a:custGeom>
            <a:avLst/>
            <a:gdLst/>
            <a:ahLst/>
            <a:cxnLst/>
            <a:rect l="l" t="t" r="r" b="b"/>
            <a:pathLst>
              <a:path w="37264" h="45718" extrusionOk="0">
                <a:moveTo>
                  <a:pt x="0" y="1"/>
                </a:moveTo>
                <a:lnTo>
                  <a:pt x="0" y="45718"/>
                </a:lnTo>
                <a:cubicBezTo>
                  <a:pt x="0" y="45718"/>
                  <a:pt x="1" y="45718"/>
                  <a:pt x="3" y="45718"/>
                </a:cubicBezTo>
                <a:cubicBezTo>
                  <a:pt x="219" y="45718"/>
                  <a:pt x="12696" y="45680"/>
                  <a:pt x="13245" y="36960"/>
                </a:cubicBezTo>
                <a:cubicBezTo>
                  <a:pt x="13798" y="28165"/>
                  <a:pt x="11214" y="25578"/>
                  <a:pt x="16386" y="21144"/>
                </a:cubicBezTo>
                <a:cubicBezTo>
                  <a:pt x="21559" y="16709"/>
                  <a:pt x="37264" y="14243"/>
                  <a:pt x="33015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5"/>
        </a:solidFill>
        <a:effectLst/>
      </p:bgPr>
    </p:bg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1_1_1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3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/>
          </p:nvPr>
        </p:nvSpPr>
        <p:spPr>
          <a:xfrm>
            <a:off x="1529700" y="11722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1722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subTitle" idx="1"/>
          </p:nvPr>
        </p:nvSpPr>
        <p:spPr>
          <a:xfrm>
            <a:off x="1529700" y="15739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3"/>
          </p:nvPr>
        </p:nvSpPr>
        <p:spPr>
          <a:xfrm>
            <a:off x="2328900" y="20231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4" hasCustomPrompt="1"/>
          </p:nvPr>
        </p:nvSpPr>
        <p:spPr>
          <a:xfrm>
            <a:off x="1519200" y="20231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subTitle" idx="5"/>
          </p:nvPr>
        </p:nvSpPr>
        <p:spPr>
          <a:xfrm>
            <a:off x="2328900" y="24248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97" name="Google Shape;97;p13"/>
          <p:cNvSpPr txBox="1">
            <a:spLocks noGrp="1"/>
          </p:cNvSpPr>
          <p:nvPr>
            <p:ph type="title" idx="6"/>
          </p:nvPr>
        </p:nvSpPr>
        <p:spPr>
          <a:xfrm>
            <a:off x="3124500" y="287575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title" idx="7" hasCustomPrompt="1"/>
          </p:nvPr>
        </p:nvSpPr>
        <p:spPr>
          <a:xfrm>
            <a:off x="2314800" y="287575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8"/>
          </p:nvPr>
        </p:nvSpPr>
        <p:spPr>
          <a:xfrm>
            <a:off x="3124500" y="327745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title" idx="9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title" idx="13"/>
          </p:nvPr>
        </p:nvSpPr>
        <p:spPr>
          <a:xfrm>
            <a:off x="3923700" y="3725400"/>
            <a:ext cx="4500000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title" idx="14" hasCustomPrompt="1"/>
          </p:nvPr>
        </p:nvSpPr>
        <p:spPr>
          <a:xfrm>
            <a:off x="3114000" y="37254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5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03" name="Google Shape;103;p13"/>
          <p:cNvSpPr txBox="1">
            <a:spLocks noGrp="1"/>
          </p:cNvSpPr>
          <p:nvPr>
            <p:ph type="subTitle" idx="15"/>
          </p:nvPr>
        </p:nvSpPr>
        <p:spPr>
          <a:xfrm>
            <a:off x="3923700" y="4127100"/>
            <a:ext cx="45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 sz="1400"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None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10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1"/>
          <p:cNvSpPr/>
          <p:nvPr/>
        </p:nvSpPr>
        <p:spPr>
          <a:xfrm rot="10800000">
            <a:off x="5445825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21"/>
          <p:cNvSpPr/>
          <p:nvPr/>
        </p:nvSpPr>
        <p:spPr>
          <a:xfrm>
            <a:off x="0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2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21"/>
          <p:cNvSpPr txBox="1">
            <a:spLocks noGrp="1"/>
          </p:cNvSpPr>
          <p:nvPr>
            <p:ph type="body" idx="1"/>
          </p:nvPr>
        </p:nvSpPr>
        <p:spPr>
          <a:xfrm>
            <a:off x="720000" y="1216800"/>
            <a:ext cx="3852000" cy="338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Char char="●"/>
              <a:defRPr sz="120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48" name="Google Shape;148;p21"/>
          <p:cNvSpPr txBox="1">
            <a:spLocks noGrp="1"/>
          </p:cNvSpPr>
          <p:nvPr>
            <p:ph type="body" idx="2"/>
          </p:nvPr>
        </p:nvSpPr>
        <p:spPr>
          <a:xfrm>
            <a:off x="4571995" y="1216800"/>
            <a:ext cx="38520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Montserrat"/>
              <a:buChar char="●"/>
              <a:defRPr sz="2200">
                <a:solidFill>
                  <a:schemeClr val="dk1"/>
                </a:solidFill>
                <a:latin typeface="Archivo Black"/>
                <a:ea typeface="Archivo Black"/>
                <a:cs typeface="Archivo Black"/>
                <a:sym typeface="Archivo Black"/>
              </a:defRPr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●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○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ontserrat"/>
              <a:buChar char="■"/>
              <a:defRPr sz="1200"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  <p:sp>
        <p:nvSpPr>
          <p:cNvPr id="149" name="Google Shape;149;p21"/>
          <p:cNvSpPr/>
          <p:nvPr/>
        </p:nvSpPr>
        <p:spPr>
          <a:xfrm rot="-5400000">
            <a:off x="1641575" y="-1282437"/>
            <a:ext cx="819325" cy="3384200"/>
          </a:xfrm>
          <a:custGeom>
            <a:avLst/>
            <a:gdLst/>
            <a:ahLst/>
            <a:cxnLst/>
            <a:rect l="l" t="t" r="r" b="b"/>
            <a:pathLst>
              <a:path w="32773" h="135368" extrusionOk="0">
                <a:moveTo>
                  <a:pt x="32773" y="0"/>
                </a:moveTo>
                <a:lnTo>
                  <a:pt x="32773" y="0"/>
                </a:lnTo>
                <a:cubicBezTo>
                  <a:pt x="32772" y="1"/>
                  <a:pt x="12156" y="14749"/>
                  <a:pt x="16884" y="36501"/>
                </a:cubicBezTo>
                <a:cubicBezTo>
                  <a:pt x="21613" y="58253"/>
                  <a:pt x="32684" y="62255"/>
                  <a:pt x="16343" y="89509"/>
                </a:cubicBezTo>
                <a:cubicBezTo>
                  <a:pt x="1" y="116766"/>
                  <a:pt x="32401" y="135367"/>
                  <a:pt x="32401" y="135367"/>
                </a:cubicBezTo>
                <a:lnTo>
                  <a:pt x="32773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"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29"/>
          <p:cNvSpPr/>
          <p:nvPr/>
        </p:nvSpPr>
        <p:spPr>
          <a:xfrm rot="10800000" flipH="1">
            <a:off x="9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29"/>
          <p:cNvSpPr/>
          <p:nvPr/>
        </p:nvSpPr>
        <p:spPr>
          <a:xfrm flipH="1">
            <a:off x="5445834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"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0"/>
          <p:cNvSpPr/>
          <p:nvPr/>
        </p:nvSpPr>
        <p:spPr>
          <a:xfrm rot="10800000">
            <a:off x="5445834" y="4088013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30"/>
          <p:cNvSpPr/>
          <p:nvPr/>
        </p:nvSpPr>
        <p:spPr>
          <a:xfrm>
            <a:off x="9" y="6150"/>
            <a:ext cx="3698175" cy="1055475"/>
          </a:xfrm>
          <a:custGeom>
            <a:avLst/>
            <a:gdLst/>
            <a:ahLst/>
            <a:cxnLst/>
            <a:rect l="l" t="t" r="r" b="b"/>
            <a:pathLst>
              <a:path w="147927" h="42219" extrusionOk="0">
                <a:moveTo>
                  <a:pt x="1" y="0"/>
                </a:moveTo>
                <a:lnTo>
                  <a:pt x="1" y="27326"/>
                </a:lnTo>
                <a:cubicBezTo>
                  <a:pt x="1" y="27326"/>
                  <a:pt x="6296" y="42219"/>
                  <a:pt x="24357" y="42219"/>
                </a:cubicBezTo>
                <a:cubicBezTo>
                  <a:pt x="28646" y="42219"/>
                  <a:pt x="33599" y="41379"/>
                  <a:pt x="39290" y="39299"/>
                </a:cubicBezTo>
                <a:cubicBezTo>
                  <a:pt x="65317" y="29790"/>
                  <a:pt x="73228" y="15009"/>
                  <a:pt x="93908" y="15009"/>
                </a:cubicBezTo>
                <a:cubicBezTo>
                  <a:pt x="96787" y="15009"/>
                  <a:pt x="99913" y="15295"/>
                  <a:pt x="103370" y="15922"/>
                </a:cubicBezTo>
                <a:cubicBezTo>
                  <a:pt x="106443" y="16479"/>
                  <a:pt x="109374" y="16728"/>
                  <a:pt x="112158" y="16728"/>
                </a:cubicBezTo>
                <a:cubicBezTo>
                  <a:pt x="135001" y="16728"/>
                  <a:pt x="147927" y="0"/>
                  <a:pt x="147927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Montserrat Black"/>
              <a:buNone/>
              <a:defRPr sz="350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216800"/>
            <a:ext cx="77040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●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○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■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●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○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■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●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Medium"/>
              <a:buChar char="○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Montserrat Medium"/>
              <a:buChar char="■"/>
              <a:defRPr>
                <a:solidFill>
                  <a:schemeClr val="dk1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8" r:id="rId3"/>
    <p:sldLayoutId id="2147483659" r:id="rId4"/>
    <p:sldLayoutId id="2147483667" r:id="rId5"/>
    <p:sldLayoutId id="2147483675" r:id="rId6"/>
    <p:sldLayoutId id="2147483676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4"/>
          <p:cNvSpPr txBox="1">
            <a:spLocks noGrp="1"/>
          </p:cNvSpPr>
          <p:nvPr>
            <p:ph type="ctrTitle"/>
          </p:nvPr>
        </p:nvSpPr>
        <p:spPr>
          <a:xfrm>
            <a:off x="417049" y="1222944"/>
            <a:ext cx="5505600" cy="1738866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900" b="1" dirty="0" smtClean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Testing &amp;</a:t>
            </a:r>
            <a:br>
              <a:rPr lang="en" sz="4900" b="1" dirty="0" smtClean="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lang="en" sz="4400" dirty="0" smtClean="0"/>
              <a:t>Evaluation</a:t>
            </a:r>
            <a:endParaRPr sz="4400" dirty="0"/>
          </a:p>
        </p:txBody>
      </p:sp>
      <p:sp>
        <p:nvSpPr>
          <p:cNvPr id="247" name="Google Shape;247;p34"/>
          <p:cNvSpPr txBox="1">
            <a:spLocks noGrp="1"/>
          </p:cNvSpPr>
          <p:nvPr>
            <p:ph type="subTitle" idx="1"/>
          </p:nvPr>
        </p:nvSpPr>
        <p:spPr>
          <a:xfrm>
            <a:off x="349384" y="3132955"/>
            <a:ext cx="6031864" cy="1526131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Milestone 5 done by:</a:t>
            </a:r>
            <a:br>
              <a:rPr lang="en" dirty="0" smtClean="0"/>
            </a:br>
            <a:r>
              <a:rPr lang="en" dirty="0" smtClean="0"/>
              <a:t>Mehraeel Philip, Fatema Milad, Sama Gehad, Marwan Ahmed, Mo’men Mohie &amp; Jana Mahdy</a:t>
            </a:r>
            <a:endParaRPr dirty="0"/>
          </a:p>
        </p:txBody>
      </p:sp>
      <p:grpSp>
        <p:nvGrpSpPr>
          <p:cNvPr id="248" name="Google Shape;248;p34"/>
          <p:cNvGrpSpPr/>
          <p:nvPr/>
        </p:nvGrpSpPr>
        <p:grpSpPr>
          <a:xfrm>
            <a:off x="5831889" y="1579815"/>
            <a:ext cx="4620746" cy="3556754"/>
            <a:chOff x="5527089" y="1579815"/>
            <a:chExt cx="4620746" cy="3556754"/>
          </a:xfrm>
        </p:grpSpPr>
        <p:sp>
          <p:nvSpPr>
            <p:cNvPr id="249" name="Google Shape;249;p34"/>
            <p:cNvSpPr/>
            <p:nvPr/>
          </p:nvSpPr>
          <p:spPr>
            <a:xfrm>
              <a:off x="6239778" y="2099076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34"/>
            <p:cNvSpPr/>
            <p:nvPr/>
          </p:nvSpPr>
          <p:spPr>
            <a:xfrm>
              <a:off x="9124311" y="4112833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34"/>
            <p:cNvSpPr/>
            <p:nvPr/>
          </p:nvSpPr>
          <p:spPr>
            <a:xfrm flipH="1">
              <a:off x="9407991" y="180171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34"/>
            <p:cNvSpPr/>
            <p:nvPr/>
          </p:nvSpPr>
          <p:spPr>
            <a:xfrm flipH="1">
              <a:off x="9111945" y="157981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34"/>
            <p:cNvSpPr/>
            <p:nvPr/>
          </p:nvSpPr>
          <p:spPr>
            <a:xfrm flipH="1">
              <a:off x="8924714" y="1897923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4"/>
            <p:cNvSpPr/>
            <p:nvPr/>
          </p:nvSpPr>
          <p:spPr>
            <a:xfrm>
              <a:off x="5527089" y="3925265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34"/>
            <p:cNvSpPr/>
            <p:nvPr/>
          </p:nvSpPr>
          <p:spPr>
            <a:xfrm>
              <a:off x="5983525" y="4306634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34"/>
            <p:cNvSpPr/>
            <p:nvPr/>
          </p:nvSpPr>
          <p:spPr>
            <a:xfrm>
              <a:off x="6203967" y="4021455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7" name="Google Shape;257;p34"/>
            <p:cNvGrpSpPr/>
            <p:nvPr/>
          </p:nvGrpSpPr>
          <p:grpSpPr>
            <a:xfrm>
              <a:off x="6419268" y="2175276"/>
              <a:ext cx="3428123" cy="2427848"/>
              <a:chOff x="6419268" y="2175276"/>
              <a:chExt cx="3428123" cy="2427848"/>
            </a:xfrm>
          </p:grpSpPr>
          <p:sp>
            <p:nvSpPr>
              <p:cNvPr id="258" name="Google Shape;258;p34"/>
              <p:cNvSpPr/>
              <p:nvPr/>
            </p:nvSpPr>
            <p:spPr>
              <a:xfrm>
                <a:off x="6825596" y="2683536"/>
                <a:ext cx="2463278" cy="1555605"/>
              </a:xfrm>
              <a:custGeom>
                <a:avLst/>
                <a:gdLst/>
                <a:ahLst/>
                <a:cxnLst/>
                <a:rect l="l" t="t" r="r" b="b"/>
                <a:pathLst>
                  <a:path w="109479" h="69138" extrusionOk="0">
                    <a:moveTo>
                      <a:pt x="4971" y="1"/>
                    </a:moveTo>
                    <a:cubicBezTo>
                      <a:pt x="2238" y="1"/>
                      <a:pt x="0" y="2237"/>
                      <a:pt x="0" y="4972"/>
                    </a:cubicBezTo>
                    <a:lnTo>
                      <a:pt x="0" y="64165"/>
                    </a:lnTo>
                    <a:cubicBezTo>
                      <a:pt x="0" y="66900"/>
                      <a:pt x="2237" y="69137"/>
                      <a:pt x="4971" y="69137"/>
                    </a:cubicBezTo>
                    <a:lnTo>
                      <a:pt x="104507" y="69137"/>
                    </a:lnTo>
                    <a:cubicBezTo>
                      <a:pt x="107241" y="69137"/>
                      <a:pt x="109479" y="66900"/>
                      <a:pt x="109479" y="64165"/>
                    </a:cubicBezTo>
                    <a:lnTo>
                      <a:pt x="109479" y="4972"/>
                    </a:lnTo>
                    <a:cubicBezTo>
                      <a:pt x="109479" y="2238"/>
                      <a:pt x="107243" y="1"/>
                      <a:pt x="10450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Google Shape;259;p34"/>
              <p:cNvSpPr/>
              <p:nvPr/>
            </p:nvSpPr>
            <p:spPr>
              <a:xfrm>
                <a:off x="6825528" y="3851398"/>
                <a:ext cx="2463323" cy="387765"/>
              </a:xfrm>
              <a:custGeom>
                <a:avLst/>
                <a:gdLst/>
                <a:ahLst/>
                <a:cxnLst/>
                <a:rect l="l" t="t" r="r" b="b"/>
                <a:pathLst>
                  <a:path w="109481" h="17234" extrusionOk="0">
                    <a:moveTo>
                      <a:pt x="1" y="1"/>
                    </a:moveTo>
                    <a:lnTo>
                      <a:pt x="1" y="12261"/>
                    </a:lnTo>
                    <a:cubicBezTo>
                      <a:pt x="1" y="14996"/>
                      <a:pt x="2240" y="17234"/>
                      <a:pt x="4972" y="17234"/>
                    </a:cubicBezTo>
                    <a:lnTo>
                      <a:pt x="104509" y="17234"/>
                    </a:lnTo>
                    <a:cubicBezTo>
                      <a:pt x="107244" y="17234"/>
                      <a:pt x="109481" y="14996"/>
                      <a:pt x="109481" y="12261"/>
                    </a:cubicBezTo>
                    <a:lnTo>
                      <a:pt x="10948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Google Shape;260;p34"/>
              <p:cNvSpPr/>
              <p:nvPr/>
            </p:nvSpPr>
            <p:spPr>
              <a:xfrm>
                <a:off x="6889901" y="2748696"/>
                <a:ext cx="2334645" cy="1046768"/>
              </a:xfrm>
              <a:custGeom>
                <a:avLst/>
                <a:gdLst/>
                <a:ahLst/>
                <a:cxnLst/>
                <a:rect l="l" t="t" r="r" b="b"/>
                <a:pathLst>
                  <a:path w="103762" h="46523" extrusionOk="0">
                    <a:moveTo>
                      <a:pt x="1598" y="1"/>
                    </a:moveTo>
                    <a:cubicBezTo>
                      <a:pt x="719" y="1"/>
                      <a:pt x="1" y="720"/>
                      <a:pt x="1" y="1600"/>
                    </a:cubicBezTo>
                    <a:lnTo>
                      <a:pt x="1" y="44925"/>
                    </a:lnTo>
                    <a:cubicBezTo>
                      <a:pt x="1" y="45804"/>
                      <a:pt x="719" y="46523"/>
                      <a:pt x="1598" y="46523"/>
                    </a:cubicBezTo>
                    <a:lnTo>
                      <a:pt x="102162" y="46523"/>
                    </a:lnTo>
                    <a:cubicBezTo>
                      <a:pt x="103042" y="46523"/>
                      <a:pt x="103761" y="45804"/>
                      <a:pt x="103761" y="44925"/>
                    </a:cubicBezTo>
                    <a:lnTo>
                      <a:pt x="103761" y="1600"/>
                    </a:lnTo>
                    <a:cubicBezTo>
                      <a:pt x="103761" y="720"/>
                      <a:pt x="103042" y="1"/>
                      <a:pt x="10216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Google Shape;261;p34"/>
              <p:cNvSpPr/>
              <p:nvPr/>
            </p:nvSpPr>
            <p:spPr>
              <a:xfrm>
                <a:off x="7451928" y="4474648"/>
                <a:ext cx="1210613" cy="63945"/>
              </a:xfrm>
              <a:custGeom>
                <a:avLst/>
                <a:gdLst/>
                <a:ahLst/>
                <a:cxnLst/>
                <a:rect l="l" t="t" r="r" b="b"/>
                <a:pathLst>
                  <a:path w="53805" h="2842" extrusionOk="0">
                    <a:moveTo>
                      <a:pt x="1" y="1"/>
                    </a:moveTo>
                    <a:lnTo>
                      <a:pt x="1" y="2841"/>
                    </a:lnTo>
                    <a:lnTo>
                      <a:pt x="53805" y="2841"/>
                    </a:lnTo>
                    <a:lnTo>
                      <a:pt x="5380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34"/>
              <p:cNvSpPr/>
              <p:nvPr/>
            </p:nvSpPr>
            <p:spPr>
              <a:xfrm>
                <a:off x="7609743" y="4239118"/>
                <a:ext cx="894960" cy="235553"/>
              </a:xfrm>
              <a:custGeom>
                <a:avLst/>
                <a:gdLst/>
                <a:ahLst/>
                <a:cxnLst/>
                <a:rect l="l" t="t" r="r" b="b"/>
                <a:pathLst>
                  <a:path w="39776" h="10469" extrusionOk="0">
                    <a:moveTo>
                      <a:pt x="0" y="0"/>
                    </a:moveTo>
                    <a:lnTo>
                      <a:pt x="0" y="10469"/>
                    </a:lnTo>
                    <a:lnTo>
                      <a:pt x="39776" y="10469"/>
                    </a:lnTo>
                    <a:lnTo>
                      <a:pt x="39776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Google Shape;263;p34"/>
              <p:cNvSpPr/>
              <p:nvPr/>
            </p:nvSpPr>
            <p:spPr>
              <a:xfrm>
                <a:off x="7609743" y="4239118"/>
                <a:ext cx="894960" cy="135675"/>
              </a:xfrm>
              <a:custGeom>
                <a:avLst/>
                <a:gdLst/>
                <a:ahLst/>
                <a:cxnLst/>
                <a:rect l="l" t="t" r="r" b="b"/>
                <a:pathLst>
                  <a:path w="39776" h="6030" extrusionOk="0">
                    <a:moveTo>
                      <a:pt x="0" y="0"/>
                    </a:moveTo>
                    <a:lnTo>
                      <a:pt x="0" y="1945"/>
                    </a:lnTo>
                    <a:lnTo>
                      <a:pt x="39776" y="6030"/>
                    </a:lnTo>
                    <a:lnTo>
                      <a:pt x="3977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Google Shape;264;p34"/>
              <p:cNvSpPr/>
              <p:nvPr/>
            </p:nvSpPr>
            <p:spPr>
              <a:xfrm>
                <a:off x="8869338" y="3487056"/>
                <a:ext cx="978052" cy="558180"/>
              </a:xfrm>
              <a:custGeom>
                <a:avLst/>
                <a:gdLst/>
                <a:ahLst/>
                <a:cxnLst/>
                <a:rect l="l" t="t" r="r" b="b"/>
                <a:pathLst>
                  <a:path w="43469" h="24808" extrusionOk="0">
                    <a:moveTo>
                      <a:pt x="0" y="1"/>
                    </a:moveTo>
                    <a:lnTo>
                      <a:pt x="0" y="24808"/>
                    </a:lnTo>
                    <a:lnTo>
                      <a:pt x="43469" y="24808"/>
                    </a:lnTo>
                    <a:lnTo>
                      <a:pt x="43469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Google Shape;265;p34"/>
              <p:cNvSpPr/>
              <p:nvPr/>
            </p:nvSpPr>
            <p:spPr>
              <a:xfrm>
                <a:off x="8869338" y="3487056"/>
                <a:ext cx="978052" cy="81225"/>
              </a:xfrm>
              <a:custGeom>
                <a:avLst/>
                <a:gdLst/>
                <a:ahLst/>
                <a:cxnLst/>
                <a:rect l="l" t="t" r="r" b="b"/>
                <a:pathLst>
                  <a:path w="43469" h="3610" extrusionOk="0">
                    <a:moveTo>
                      <a:pt x="0" y="1"/>
                    </a:moveTo>
                    <a:lnTo>
                      <a:pt x="0" y="3609"/>
                    </a:lnTo>
                    <a:lnTo>
                      <a:pt x="43469" y="3609"/>
                    </a:lnTo>
                    <a:lnTo>
                      <a:pt x="4346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Google Shape;266;p34"/>
              <p:cNvSpPr/>
              <p:nvPr/>
            </p:nvSpPr>
            <p:spPr>
              <a:xfrm>
                <a:off x="8898588" y="3514956"/>
                <a:ext cx="23445" cy="23468"/>
              </a:xfrm>
              <a:custGeom>
                <a:avLst/>
                <a:gdLst/>
                <a:ahLst/>
                <a:cxnLst/>
                <a:rect l="l" t="t" r="r" b="b"/>
                <a:pathLst>
                  <a:path w="1042" h="1043" extrusionOk="0">
                    <a:moveTo>
                      <a:pt x="521" y="0"/>
                    </a:moveTo>
                    <a:cubicBezTo>
                      <a:pt x="233" y="0"/>
                      <a:pt x="0" y="234"/>
                      <a:pt x="0" y="522"/>
                    </a:cubicBezTo>
                    <a:cubicBezTo>
                      <a:pt x="0" y="808"/>
                      <a:pt x="235" y="1043"/>
                      <a:pt x="521" y="1043"/>
                    </a:cubicBezTo>
                    <a:cubicBezTo>
                      <a:pt x="807" y="1043"/>
                      <a:pt x="1042" y="808"/>
                      <a:pt x="1042" y="522"/>
                    </a:cubicBezTo>
                    <a:cubicBezTo>
                      <a:pt x="1042" y="234"/>
                      <a:pt x="807" y="0"/>
                      <a:pt x="52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Google Shape;267;p34"/>
              <p:cNvSpPr/>
              <p:nvPr/>
            </p:nvSpPr>
            <p:spPr>
              <a:xfrm>
                <a:off x="8942643" y="3514956"/>
                <a:ext cx="23490" cy="23468"/>
              </a:xfrm>
              <a:custGeom>
                <a:avLst/>
                <a:gdLst/>
                <a:ahLst/>
                <a:cxnLst/>
                <a:rect l="l" t="t" r="r" b="b"/>
                <a:pathLst>
                  <a:path w="1044" h="1043" extrusionOk="0">
                    <a:moveTo>
                      <a:pt x="522" y="0"/>
                    </a:moveTo>
                    <a:cubicBezTo>
                      <a:pt x="234" y="0"/>
                      <a:pt x="1" y="234"/>
                      <a:pt x="1" y="522"/>
                    </a:cubicBezTo>
                    <a:cubicBezTo>
                      <a:pt x="1" y="808"/>
                      <a:pt x="235" y="1043"/>
                      <a:pt x="522" y="1043"/>
                    </a:cubicBezTo>
                    <a:cubicBezTo>
                      <a:pt x="810" y="1043"/>
                      <a:pt x="1044" y="808"/>
                      <a:pt x="1044" y="522"/>
                    </a:cubicBezTo>
                    <a:cubicBezTo>
                      <a:pt x="1044" y="234"/>
                      <a:pt x="810" y="0"/>
                      <a:pt x="522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Google Shape;268;p34"/>
              <p:cNvSpPr/>
              <p:nvPr/>
            </p:nvSpPr>
            <p:spPr>
              <a:xfrm>
                <a:off x="8986788" y="3514956"/>
                <a:ext cx="23445" cy="23468"/>
              </a:xfrm>
              <a:custGeom>
                <a:avLst/>
                <a:gdLst/>
                <a:ahLst/>
                <a:cxnLst/>
                <a:rect l="l" t="t" r="r" b="b"/>
                <a:pathLst>
                  <a:path w="1042" h="1043" extrusionOk="0">
                    <a:moveTo>
                      <a:pt x="521" y="0"/>
                    </a:moveTo>
                    <a:cubicBezTo>
                      <a:pt x="232" y="0"/>
                      <a:pt x="0" y="234"/>
                      <a:pt x="0" y="522"/>
                    </a:cubicBezTo>
                    <a:cubicBezTo>
                      <a:pt x="0" y="808"/>
                      <a:pt x="232" y="1043"/>
                      <a:pt x="521" y="1043"/>
                    </a:cubicBezTo>
                    <a:cubicBezTo>
                      <a:pt x="808" y="1043"/>
                      <a:pt x="1042" y="808"/>
                      <a:pt x="1042" y="522"/>
                    </a:cubicBezTo>
                    <a:cubicBezTo>
                      <a:pt x="1042" y="234"/>
                      <a:pt x="808" y="0"/>
                      <a:pt x="521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Google Shape;269;p34"/>
              <p:cNvSpPr/>
              <p:nvPr/>
            </p:nvSpPr>
            <p:spPr>
              <a:xfrm>
                <a:off x="8967528" y="3662691"/>
                <a:ext cx="269280" cy="269257"/>
              </a:xfrm>
              <a:custGeom>
                <a:avLst/>
                <a:gdLst/>
                <a:ahLst/>
                <a:cxnLst/>
                <a:rect l="l" t="t" r="r" b="b"/>
                <a:pathLst>
                  <a:path w="11968" h="11967" extrusionOk="0">
                    <a:moveTo>
                      <a:pt x="5983" y="1"/>
                    </a:moveTo>
                    <a:cubicBezTo>
                      <a:pt x="2678" y="1"/>
                      <a:pt x="1" y="2678"/>
                      <a:pt x="1" y="5983"/>
                    </a:cubicBezTo>
                    <a:cubicBezTo>
                      <a:pt x="1" y="9288"/>
                      <a:pt x="2678" y="11967"/>
                      <a:pt x="5983" y="11967"/>
                    </a:cubicBezTo>
                    <a:cubicBezTo>
                      <a:pt x="9289" y="11967"/>
                      <a:pt x="11967" y="9287"/>
                      <a:pt x="11967" y="5983"/>
                    </a:cubicBezTo>
                    <a:cubicBezTo>
                      <a:pt x="11967" y="2679"/>
                      <a:pt x="9289" y="1"/>
                      <a:pt x="5983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Google Shape;270;p34"/>
              <p:cNvSpPr/>
              <p:nvPr/>
            </p:nvSpPr>
            <p:spPr>
              <a:xfrm>
                <a:off x="9068868" y="3731698"/>
                <a:ext cx="66600" cy="131175"/>
              </a:xfrm>
              <a:custGeom>
                <a:avLst/>
                <a:gdLst/>
                <a:ahLst/>
                <a:cxnLst/>
                <a:rect l="l" t="t" r="r" b="b"/>
                <a:pathLst>
                  <a:path w="2960" h="5830" extrusionOk="0">
                    <a:moveTo>
                      <a:pt x="1479" y="1"/>
                    </a:moveTo>
                    <a:cubicBezTo>
                      <a:pt x="661" y="1"/>
                      <a:pt x="1" y="663"/>
                      <a:pt x="1" y="1481"/>
                    </a:cubicBezTo>
                    <a:cubicBezTo>
                      <a:pt x="1" y="2066"/>
                      <a:pt x="343" y="2570"/>
                      <a:pt x="838" y="2807"/>
                    </a:cubicBezTo>
                    <a:lnTo>
                      <a:pt x="100" y="5579"/>
                    </a:lnTo>
                    <a:cubicBezTo>
                      <a:pt x="73" y="5716"/>
                      <a:pt x="167" y="5830"/>
                      <a:pt x="307" y="5830"/>
                    </a:cubicBezTo>
                    <a:lnTo>
                      <a:pt x="2650" y="5830"/>
                    </a:lnTo>
                    <a:cubicBezTo>
                      <a:pt x="2792" y="5830"/>
                      <a:pt x="2883" y="5717"/>
                      <a:pt x="2858" y="5579"/>
                    </a:cubicBezTo>
                    <a:lnTo>
                      <a:pt x="2123" y="2807"/>
                    </a:lnTo>
                    <a:cubicBezTo>
                      <a:pt x="2615" y="2568"/>
                      <a:pt x="2959" y="2066"/>
                      <a:pt x="2959" y="1481"/>
                    </a:cubicBezTo>
                    <a:cubicBezTo>
                      <a:pt x="2959" y="665"/>
                      <a:pt x="2297" y="1"/>
                      <a:pt x="147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Google Shape;271;p34"/>
              <p:cNvSpPr/>
              <p:nvPr/>
            </p:nvSpPr>
            <p:spPr>
              <a:xfrm>
                <a:off x="9312633" y="3654186"/>
                <a:ext cx="239850" cy="16672"/>
              </a:xfrm>
              <a:custGeom>
                <a:avLst/>
                <a:gdLst/>
                <a:ahLst/>
                <a:cxnLst/>
                <a:rect l="l" t="t" r="r" b="b"/>
                <a:pathLst>
                  <a:path w="10660" h="741" extrusionOk="0">
                    <a:moveTo>
                      <a:pt x="0" y="1"/>
                    </a:moveTo>
                    <a:lnTo>
                      <a:pt x="0" y="741"/>
                    </a:lnTo>
                    <a:lnTo>
                      <a:pt x="10659" y="741"/>
                    </a:lnTo>
                    <a:lnTo>
                      <a:pt x="10659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Google Shape;272;p34"/>
              <p:cNvSpPr/>
              <p:nvPr/>
            </p:nvSpPr>
            <p:spPr>
              <a:xfrm>
                <a:off x="9312633" y="3698331"/>
                <a:ext cx="432810" cy="16605"/>
              </a:xfrm>
              <a:custGeom>
                <a:avLst/>
                <a:gdLst/>
                <a:ahLst/>
                <a:cxnLst/>
                <a:rect l="l" t="t" r="r" b="b"/>
                <a:pathLst>
                  <a:path w="19236" h="738" extrusionOk="0">
                    <a:moveTo>
                      <a:pt x="0" y="0"/>
                    </a:moveTo>
                    <a:lnTo>
                      <a:pt x="0" y="738"/>
                    </a:lnTo>
                    <a:lnTo>
                      <a:pt x="19235" y="738"/>
                    </a:lnTo>
                    <a:lnTo>
                      <a:pt x="1923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Google Shape;273;p34"/>
              <p:cNvSpPr/>
              <p:nvPr/>
            </p:nvSpPr>
            <p:spPr>
              <a:xfrm>
                <a:off x="9312633" y="3758451"/>
                <a:ext cx="432855" cy="92857"/>
              </a:xfrm>
              <a:custGeom>
                <a:avLst/>
                <a:gdLst/>
                <a:ahLst/>
                <a:cxnLst/>
                <a:rect l="l" t="t" r="r" b="b"/>
                <a:pathLst>
                  <a:path w="19238" h="4127" extrusionOk="0">
                    <a:moveTo>
                      <a:pt x="2780" y="0"/>
                    </a:moveTo>
                    <a:cubicBezTo>
                      <a:pt x="1250" y="0"/>
                      <a:pt x="0" y="928"/>
                      <a:pt x="0" y="2063"/>
                    </a:cubicBezTo>
                    <a:cubicBezTo>
                      <a:pt x="0" y="3198"/>
                      <a:pt x="1250" y="4127"/>
                      <a:pt x="2780" y="4127"/>
                    </a:cubicBezTo>
                    <a:lnTo>
                      <a:pt x="16459" y="4127"/>
                    </a:lnTo>
                    <a:cubicBezTo>
                      <a:pt x="17986" y="4127"/>
                      <a:pt x="19238" y="3197"/>
                      <a:pt x="19238" y="2063"/>
                    </a:cubicBezTo>
                    <a:cubicBezTo>
                      <a:pt x="19238" y="929"/>
                      <a:pt x="17986" y="0"/>
                      <a:pt x="164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Google Shape;274;p34"/>
              <p:cNvSpPr/>
              <p:nvPr/>
            </p:nvSpPr>
            <p:spPr>
              <a:xfrm>
                <a:off x="9411183" y="3797263"/>
                <a:ext cx="15210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75" extrusionOk="0">
                    <a:moveTo>
                      <a:pt x="339" y="1"/>
                    </a:moveTo>
                    <a:cubicBezTo>
                      <a:pt x="151" y="1"/>
                      <a:pt x="0" y="152"/>
                      <a:pt x="0" y="338"/>
                    </a:cubicBezTo>
                    <a:cubicBezTo>
                      <a:pt x="0" y="525"/>
                      <a:pt x="152" y="675"/>
                      <a:pt x="339" y="675"/>
                    </a:cubicBezTo>
                    <a:cubicBezTo>
                      <a:pt x="525" y="675"/>
                      <a:pt x="676" y="525"/>
                      <a:pt x="676" y="338"/>
                    </a:cubicBezTo>
                    <a:cubicBezTo>
                      <a:pt x="676" y="152"/>
                      <a:pt x="525" y="2"/>
                      <a:pt x="3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Google Shape;275;p34"/>
              <p:cNvSpPr/>
              <p:nvPr/>
            </p:nvSpPr>
            <p:spPr>
              <a:xfrm>
                <a:off x="9455283" y="3797263"/>
                <a:ext cx="15188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5" h="675" extrusionOk="0">
                    <a:moveTo>
                      <a:pt x="337" y="1"/>
                    </a:moveTo>
                    <a:cubicBezTo>
                      <a:pt x="152" y="1"/>
                      <a:pt x="0" y="152"/>
                      <a:pt x="0" y="338"/>
                    </a:cubicBezTo>
                    <a:cubicBezTo>
                      <a:pt x="0" y="525"/>
                      <a:pt x="152" y="675"/>
                      <a:pt x="337" y="675"/>
                    </a:cubicBezTo>
                    <a:cubicBezTo>
                      <a:pt x="526" y="675"/>
                      <a:pt x="674" y="525"/>
                      <a:pt x="674" y="338"/>
                    </a:cubicBezTo>
                    <a:cubicBezTo>
                      <a:pt x="674" y="152"/>
                      <a:pt x="526" y="2"/>
                      <a:pt x="3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Google Shape;276;p34"/>
              <p:cNvSpPr/>
              <p:nvPr/>
            </p:nvSpPr>
            <p:spPr>
              <a:xfrm>
                <a:off x="9499406" y="3797263"/>
                <a:ext cx="15210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75" extrusionOk="0">
                    <a:moveTo>
                      <a:pt x="339" y="1"/>
                    </a:moveTo>
                    <a:cubicBezTo>
                      <a:pt x="151" y="1"/>
                      <a:pt x="0" y="152"/>
                      <a:pt x="0" y="338"/>
                    </a:cubicBezTo>
                    <a:cubicBezTo>
                      <a:pt x="0" y="525"/>
                      <a:pt x="152" y="675"/>
                      <a:pt x="339" y="675"/>
                    </a:cubicBezTo>
                    <a:cubicBezTo>
                      <a:pt x="526" y="675"/>
                      <a:pt x="676" y="525"/>
                      <a:pt x="676" y="338"/>
                    </a:cubicBezTo>
                    <a:cubicBezTo>
                      <a:pt x="676" y="152"/>
                      <a:pt x="525" y="2"/>
                      <a:pt x="33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Google Shape;277;p34"/>
              <p:cNvSpPr/>
              <p:nvPr/>
            </p:nvSpPr>
            <p:spPr>
              <a:xfrm>
                <a:off x="9543528" y="3797263"/>
                <a:ext cx="15165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4" h="675" extrusionOk="0">
                    <a:moveTo>
                      <a:pt x="338" y="1"/>
                    </a:moveTo>
                    <a:cubicBezTo>
                      <a:pt x="151" y="1"/>
                      <a:pt x="1" y="152"/>
                      <a:pt x="1" y="338"/>
                    </a:cubicBezTo>
                    <a:cubicBezTo>
                      <a:pt x="1" y="525"/>
                      <a:pt x="153" y="675"/>
                      <a:pt x="338" y="675"/>
                    </a:cubicBezTo>
                    <a:cubicBezTo>
                      <a:pt x="525" y="675"/>
                      <a:pt x="673" y="525"/>
                      <a:pt x="673" y="338"/>
                    </a:cubicBezTo>
                    <a:cubicBezTo>
                      <a:pt x="673" y="152"/>
                      <a:pt x="525" y="2"/>
                      <a:pt x="3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Google Shape;278;p34"/>
              <p:cNvSpPr/>
              <p:nvPr/>
            </p:nvSpPr>
            <p:spPr>
              <a:xfrm>
                <a:off x="9587606" y="3797263"/>
                <a:ext cx="15210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75" extrusionOk="0">
                    <a:moveTo>
                      <a:pt x="337" y="1"/>
                    </a:moveTo>
                    <a:cubicBezTo>
                      <a:pt x="151" y="1"/>
                      <a:pt x="0" y="152"/>
                      <a:pt x="0" y="338"/>
                    </a:cubicBezTo>
                    <a:cubicBezTo>
                      <a:pt x="0" y="525"/>
                      <a:pt x="151" y="675"/>
                      <a:pt x="337" y="675"/>
                    </a:cubicBezTo>
                    <a:cubicBezTo>
                      <a:pt x="526" y="675"/>
                      <a:pt x="676" y="525"/>
                      <a:pt x="676" y="338"/>
                    </a:cubicBezTo>
                    <a:cubicBezTo>
                      <a:pt x="676" y="152"/>
                      <a:pt x="526" y="2"/>
                      <a:pt x="33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34"/>
              <p:cNvSpPr/>
              <p:nvPr/>
            </p:nvSpPr>
            <p:spPr>
              <a:xfrm>
                <a:off x="9631728" y="3797263"/>
                <a:ext cx="15188" cy="15188"/>
              </a:xfrm>
              <a:custGeom>
                <a:avLst/>
                <a:gdLst/>
                <a:ahLst/>
                <a:cxnLst/>
                <a:rect l="l" t="t" r="r" b="b"/>
                <a:pathLst>
                  <a:path w="675" h="675" extrusionOk="0">
                    <a:moveTo>
                      <a:pt x="338" y="1"/>
                    </a:moveTo>
                    <a:cubicBezTo>
                      <a:pt x="153" y="1"/>
                      <a:pt x="1" y="152"/>
                      <a:pt x="1" y="338"/>
                    </a:cubicBezTo>
                    <a:cubicBezTo>
                      <a:pt x="1" y="525"/>
                      <a:pt x="153" y="675"/>
                      <a:pt x="338" y="675"/>
                    </a:cubicBezTo>
                    <a:cubicBezTo>
                      <a:pt x="524" y="675"/>
                      <a:pt x="675" y="525"/>
                      <a:pt x="675" y="338"/>
                    </a:cubicBezTo>
                    <a:cubicBezTo>
                      <a:pt x="675" y="152"/>
                      <a:pt x="526" y="2"/>
                      <a:pt x="33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Google Shape;280;p34"/>
              <p:cNvSpPr/>
              <p:nvPr/>
            </p:nvSpPr>
            <p:spPr>
              <a:xfrm>
                <a:off x="9312633" y="3899548"/>
                <a:ext cx="203220" cy="60907"/>
              </a:xfrm>
              <a:custGeom>
                <a:avLst/>
                <a:gdLst/>
                <a:ahLst/>
                <a:cxnLst/>
                <a:rect l="l" t="t" r="r" b="b"/>
                <a:pathLst>
                  <a:path w="9032" h="2707" extrusionOk="0">
                    <a:moveTo>
                      <a:pt x="0" y="1"/>
                    </a:moveTo>
                    <a:lnTo>
                      <a:pt x="0" y="2707"/>
                    </a:lnTo>
                    <a:lnTo>
                      <a:pt x="9031" y="2707"/>
                    </a:lnTo>
                    <a:lnTo>
                      <a:pt x="903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Google Shape;281;p34"/>
              <p:cNvSpPr/>
              <p:nvPr/>
            </p:nvSpPr>
            <p:spPr>
              <a:xfrm>
                <a:off x="9339161" y="3921666"/>
                <a:ext cx="150165" cy="16650"/>
              </a:xfrm>
              <a:custGeom>
                <a:avLst/>
                <a:gdLst/>
                <a:ahLst/>
                <a:cxnLst/>
                <a:rect l="l" t="t" r="r" b="b"/>
                <a:pathLst>
                  <a:path w="6674" h="740" extrusionOk="0">
                    <a:moveTo>
                      <a:pt x="1" y="1"/>
                    </a:moveTo>
                    <a:lnTo>
                      <a:pt x="1" y="739"/>
                    </a:lnTo>
                    <a:lnTo>
                      <a:pt x="6674" y="739"/>
                    </a:lnTo>
                    <a:lnTo>
                      <a:pt x="667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34"/>
              <p:cNvSpPr/>
              <p:nvPr/>
            </p:nvSpPr>
            <p:spPr>
              <a:xfrm>
                <a:off x="9034466" y="2311926"/>
                <a:ext cx="609682" cy="690503"/>
              </a:xfrm>
              <a:custGeom>
                <a:avLst/>
                <a:gdLst/>
                <a:ahLst/>
                <a:cxnLst/>
                <a:rect l="l" t="t" r="r" b="b"/>
                <a:pathLst>
                  <a:path w="27097" h="30689" extrusionOk="0">
                    <a:moveTo>
                      <a:pt x="1" y="1"/>
                    </a:moveTo>
                    <a:lnTo>
                      <a:pt x="1" y="30688"/>
                    </a:lnTo>
                    <a:lnTo>
                      <a:pt x="27097" y="30688"/>
                    </a:lnTo>
                    <a:lnTo>
                      <a:pt x="27097" y="6594"/>
                    </a:lnTo>
                    <a:lnTo>
                      <a:pt x="20996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Google Shape;283;p34"/>
              <p:cNvSpPr/>
              <p:nvPr/>
            </p:nvSpPr>
            <p:spPr>
              <a:xfrm>
                <a:off x="9506876" y="2311926"/>
                <a:ext cx="137273" cy="148365"/>
              </a:xfrm>
              <a:custGeom>
                <a:avLst/>
                <a:gdLst/>
                <a:ahLst/>
                <a:cxnLst/>
                <a:rect l="l" t="t" r="r" b="b"/>
                <a:pathLst>
                  <a:path w="6101" h="6594" extrusionOk="0">
                    <a:moveTo>
                      <a:pt x="0" y="1"/>
                    </a:moveTo>
                    <a:lnTo>
                      <a:pt x="0" y="6594"/>
                    </a:lnTo>
                    <a:lnTo>
                      <a:pt x="6101" y="6594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Google Shape;284;p34"/>
              <p:cNvSpPr/>
              <p:nvPr/>
            </p:nvSpPr>
            <p:spPr>
              <a:xfrm>
                <a:off x="9100728" y="2413468"/>
                <a:ext cx="342293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1521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15212" y="862"/>
                    </a:lnTo>
                    <a:lnTo>
                      <a:pt x="1521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34"/>
              <p:cNvSpPr/>
              <p:nvPr/>
            </p:nvSpPr>
            <p:spPr>
              <a:xfrm>
                <a:off x="9100728" y="2481913"/>
                <a:ext cx="342293" cy="19463"/>
              </a:xfrm>
              <a:custGeom>
                <a:avLst/>
                <a:gdLst/>
                <a:ahLst/>
                <a:cxnLst/>
                <a:rect l="l" t="t" r="r" b="b"/>
                <a:pathLst>
                  <a:path w="15213" h="865" extrusionOk="0">
                    <a:moveTo>
                      <a:pt x="0" y="1"/>
                    </a:moveTo>
                    <a:lnTo>
                      <a:pt x="0" y="865"/>
                    </a:lnTo>
                    <a:lnTo>
                      <a:pt x="15212" y="865"/>
                    </a:lnTo>
                    <a:lnTo>
                      <a:pt x="1521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Google Shape;286;p34"/>
              <p:cNvSpPr/>
              <p:nvPr/>
            </p:nvSpPr>
            <p:spPr>
              <a:xfrm>
                <a:off x="9100728" y="2550381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Google Shape;287;p34"/>
              <p:cNvSpPr/>
              <p:nvPr/>
            </p:nvSpPr>
            <p:spPr>
              <a:xfrm>
                <a:off x="9100728" y="2618826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34"/>
              <p:cNvSpPr/>
              <p:nvPr/>
            </p:nvSpPr>
            <p:spPr>
              <a:xfrm>
                <a:off x="9100728" y="2687271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34"/>
              <p:cNvSpPr/>
              <p:nvPr/>
            </p:nvSpPr>
            <p:spPr>
              <a:xfrm>
                <a:off x="9100728" y="2755738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34"/>
              <p:cNvSpPr/>
              <p:nvPr/>
            </p:nvSpPr>
            <p:spPr>
              <a:xfrm>
                <a:off x="9100728" y="2824183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34"/>
              <p:cNvSpPr/>
              <p:nvPr/>
            </p:nvSpPr>
            <p:spPr>
              <a:xfrm>
                <a:off x="9100728" y="2892628"/>
                <a:ext cx="488318" cy="19417"/>
              </a:xfrm>
              <a:custGeom>
                <a:avLst/>
                <a:gdLst/>
                <a:ahLst/>
                <a:cxnLst/>
                <a:rect l="l" t="t" r="r" b="b"/>
                <a:pathLst>
                  <a:path w="21703" h="863" extrusionOk="0">
                    <a:moveTo>
                      <a:pt x="0" y="1"/>
                    </a:moveTo>
                    <a:lnTo>
                      <a:pt x="0" y="862"/>
                    </a:lnTo>
                    <a:lnTo>
                      <a:pt x="21703" y="862"/>
                    </a:lnTo>
                    <a:lnTo>
                      <a:pt x="21703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34"/>
              <p:cNvSpPr/>
              <p:nvPr/>
            </p:nvSpPr>
            <p:spPr>
              <a:xfrm>
                <a:off x="6493383" y="3609546"/>
                <a:ext cx="670410" cy="426938"/>
              </a:xfrm>
              <a:custGeom>
                <a:avLst/>
                <a:gdLst/>
                <a:ahLst/>
                <a:cxnLst/>
                <a:rect l="l" t="t" r="r" b="b"/>
                <a:pathLst>
                  <a:path w="29796" h="18975" extrusionOk="0">
                    <a:moveTo>
                      <a:pt x="1" y="1"/>
                    </a:moveTo>
                    <a:lnTo>
                      <a:pt x="1" y="18975"/>
                    </a:lnTo>
                    <a:lnTo>
                      <a:pt x="29795" y="18975"/>
                    </a:lnTo>
                    <a:lnTo>
                      <a:pt x="29795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34"/>
              <p:cNvSpPr/>
              <p:nvPr/>
            </p:nvSpPr>
            <p:spPr>
              <a:xfrm>
                <a:off x="6493383" y="3609546"/>
                <a:ext cx="670410" cy="286605"/>
              </a:xfrm>
              <a:custGeom>
                <a:avLst/>
                <a:gdLst/>
                <a:ahLst/>
                <a:cxnLst/>
                <a:rect l="l" t="t" r="r" b="b"/>
                <a:pathLst>
                  <a:path w="29796" h="12738" extrusionOk="0">
                    <a:moveTo>
                      <a:pt x="1" y="1"/>
                    </a:moveTo>
                    <a:lnTo>
                      <a:pt x="14900" y="12737"/>
                    </a:lnTo>
                    <a:lnTo>
                      <a:pt x="2979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34"/>
              <p:cNvSpPr/>
              <p:nvPr/>
            </p:nvSpPr>
            <p:spPr>
              <a:xfrm>
                <a:off x="6493383" y="3739371"/>
                <a:ext cx="329175" cy="297113"/>
              </a:xfrm>
              <a:custGeom>
                <a:avLst/>
                <a:gdLst/>
                <a:ahLst/>
                <a:cxnLst/>
                <a:rect l="l" t="t" r="r" b="b"/>
                <a:pathLst>
                  <a:path w="14630" h="13205" extrusionOk="0">
                    <a:moveTo>
                      <a:pt x="13722" y="1"/>
                    </a:moveTo>
                    <a:cubicBezTo>
                      <a:pt x="13585" y="1"/>
                      <a:pt x="13444" y="50"/>
                      <a:pt x="13316" y="168"/>
                    </a:cubicBezTo>
                    <a:cubicBezTo>
                      <a:pt x="8877" y="4239"/>
                      <a:pt x="4441" y="8308"/>
                      <a:pt x="1" y="12379"/>
                    </a:cubicBezTo>
                    <a:lnTo>
                      <a:pt x="1" y="13205"/>
                    </a:lnTo>
                    <a:lnTo>
                      <a:pt x="903" y="13205"/>
                    </a:lnTo>
                    <a:cubicBezTo>
                      <a:pt x="5328" y="9144"/>
                      <a:pt x="9752" y="5089"/>
                      <a:pt x="14178" y="1028"/>
                    </a:cubicBezTo>
                    <a:cubicBezTo>
                      <a:pt x="14629" y="614"/>
                      <a:pt x="14205" y="1"/>
                      <a:pt x="1372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Google Shape;295;p34"/>
              <p:cNvSpPr/>
              <p:nvPr/>
            </p:nvSpPr>
            <p:spPr>
              <a:xfrm>
                <a:off x="6866816" y="3386143"/>
                <a:ext cx="505282" cy="460350"/>
              </a:xfrm>
              <a:custGeom>
                <a:avLst/>
                <a:gdLst/>
                <a:ahLst/>
                <a:cxnLst/>
                <a:rect l="l" t="t" r="r" b="b"/>
                <a:pathLst>
                  <a:path w="22457" h="20460" extrusionOk="0">
                    <a:moveTo>
                      <a:pt x="11226" y="2319"/>
                    </a:moveTo>
                    <a:cubicBezTo>
                      <a:pt x="13251" y="2319"/>
                      <a:pt x="15275" y="3090"/>
                      <a:pt x="16820" y="4634"/>
                    </a:cubicBezTo>
                    <a:cubicBezTo>
                      <a:pt x="19910" y="7726"/>
                      <a:pt x="19910" y="12734"/>
                      <a:pt x="16820" y="15821"/>
                    </a:cubicBezTo>
                    <a:cubicBezTo>
                      <a:pt x="15275" y="17366"/>
                      <a:pt x="13250" y="18138"/>
                      <a:pt x="11225" y="18138"/>
                    </a:cubicBezTo>
                    <a:cubicBezTo>
                      <a:pt x="9201" y="18138"/>
                      <a:pt x="7177" y="17367"/>
                      <a:pt x="5633" y="15822"/>
                    </a:cubicBezTo>
                    <a:cubicBezTo>
                      <a:pt x="2546" y="12734"/>
                      <a:pt x="2546" y="7726"/>
                      <a:pt x="5633" y="4634"/>
                    </a:cubicBezTo>
                    <a:cubicBezTo>
                      <a:pt x="7178" y="3090"/>
                      <a:pt x="9202" y="2319"/>
                      <a:pt x="11226" y="2319"/>
                    </a:cubicBezTo>
                    <a:close/>
                    <a:moveTo>
                      <a:pt x="11226" y="0"/>
                    </a:moveTo>
                    <a:cubicBezTo>
                      <a:pt x="8608" y="0"/>
                      <a:pt x="5991" y="998"/>
                      <a:pt x="3994" y="2995"/>
                    </a:cubicBezTo>
                    <a:cubicBezTo>
                      <a:pt x="0" y="6991"/>
                      <a:pt x="0" y="13467"/>
                      <a:pt x="3994" y="17463"/>
                    </a:cubicBezTo>
                    <a:cubicBezTo>
                      <a:pt x="5991" y="19461"/>
                      <a:pt x="8610" y="20459"/>
                      <a:pt x="11228" y="20459"/>
                    </a:cubicBezTo>
                    <a:cubicBezTo>
                      <a:pt x="13846" y="20459"/>
                      <a:pt x="16465" y="19461"/>
                      <a:pt x="18462" y="17463"/>
                    </a:cubicBezTo>
                    <a:cubicBezTo>
                      <a:pt x="22457" y="13470"/>
                      <a:pt x="22457" y="6991"/>
                      <a:pt x="18462" y="2997"/>
                    </a:cubicBezTo>
                    <a:cubicBezTo>
                      <a:pt x="16463" y="999"/>
                      <a:pt x="13844" y="0"/>
                      <a:pt x="11226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Google Shape;296;p34"/>
              <p:cNvSpPr/>
              <p:nvPr/>
            </p:nvSpPr>
            <p:spPr>
              <a:xfrm>
                <a:off x="6924078" y="3438298"/>
                <a:ext cx="390735" cy="355972"/>
              </a:xfrm>
              <a:custGeom>
                <a:avLst/>
                <a:gdLst/>
                <a:ahLst/>
                <a:cxnLst/>
                <a:rect l="l" t="t" r="r" b="b"/>
                <a:pathLst>
                  <a:path w="17366" h="15821" extrusionOk="0">
                    <a:moveTo>
                      <a:pt x="8681" y="1"/>
                    </a:moveTo>
                    <a:cubicBezTo>
                      <a:pt x="6657" y="1"/>
                      <a:pt x="4633" y="772"/>
                      <a:pt x="3088" y="2316"/>
                    </a:cubicBezTo>
                    <a:cubicBezTo>
                      <a:pt x="1" y="5408"/>
                      <a:pt x="1" y="10416"/>
                      <a:pt x="3088" y="13504"/>
                    </a:cubicBezTo>
                    <a:cubicBezTo>
                      <a:pt x="4632" y="15049"/>
                      <a:pt x="6656" y="15820"/>
                      <a:pt x="8680" y="15820"/>
                    </a:cubicBezTo>
                    <a:cubicBezTo>
                      <a:pt x="10705" y="15820"/>
                      <a:pt x="12730" y="15048"/>
                      <a:pt x="14275" y="13503"/>
                    </a:cubicBezTo>
                    <a:cubicBezTo>
                      <a:pt x="17365" y="10416"/>
                      <a:pt x="17365" y="5408"/>
                      <a:pt x="14275" y="2316"/>
                    </a:cubicBezTo>
                    <a:cubicBezTo>
                      <a:pt x="12730" y="772"/>
                      <a:pt x="10706" y="1"/>
                      <a:pt x="8681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Google Shape;297;p34"/>
              <p:cNvSpPr/>
              <p:nvPr/>
            </p:nvSpPr>
            <p:spPr>
              <a:xfrm>
                <a:off x="7225241" y="3722136"/>
                <a:ext cx="226418" cy="226372"/>
              </a:xfrm>
              <a:custGeom>
                <a:avLst/>
                <a:gdLst/>
                <a:ahLst/>
                <a:cxnLst/>
                <a:rect l="l" t="t" r="r" b="b"/>
                <a:pathLst>
                  <a:path w="10063" h="10061" extrusionOk="0">
                    <a:moveTo>
                      <a:pt x="1782" y="0"/>
                    </a:moveTo>
                    <a:lnTo>
                      <a:pt x="1" y="1781"/>
                    </a:lnTo>
                    <a:lnTo>
                      <a:pt x="8282" y="10061"/>
                    </a:lnTo>
                    <a:lnTo>
                      <a:pt x="10063" y="8281"/>
                    </a:lnTo>
                    <a:lnTo>
                      <a:pt x="1782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Google Shape;298;p34"/>
              <p:cNvSpPr/>
              <p:nvPr/>
            </p:nvSpPr>
            <p:spPr>
              <a:xfrm>
                <a:off x="7371423" y="3868341"/>
                <a:ext cx="80235" cy="80168"/>
              </a:xfrm>
              <a:custGeom>
                <a:avLst/>
                <a:gdLst/>
                <a:ahLst/>
                <a:cxnLst/>
                <a:rect l="l" t="t" r="r" b="b"/>
                <a:pathLst>
                  <a:path w="3566" h="3563" extrusionOk="0">
                    <a:moveTo>
                      <a:pt x="1785" y="0"/>
                    </a:moveTo>
                    <a:lnTo>
                      <a:pt x="1" y="1783"/>
                    </a:lnTo>
                    <a:lnTo>
                      <a:pt x="1785" y="3563"/>
                    </a:lnTo>
                    <a:lnTo>
                      <a:pt x="3566" y="1783"/>
                    </a:lnTo>
                    <a:lnTo>
                      <a:pt x="1785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Google Shape;299;p34"/>
              <p:cNvSpPr/>
              <p:nvPr/>
            </p:nvSpPr>
            <p:spPr>
              <a:xfrm>
                <a:off x="7013088" y="3518848"/>
                <a:ext cx="212648" cy="190035"/>
              </a:xfrm>
              <a:custGeom>
                <a:avLst/>
                <a:gdLst/>
                <a:ahLst/>
                <a:cxnLst/>
                <a:rect l="l" t="t" r="r" b="b"/>
                <a:pathLst>
                  <a:path w="9451" h="8446" extrusionOk="0">
                    <a:moveTo>
                      <a:pt x="4726" y="1"/>
                    </a:moveTo>
                    <a:cubicBezTo>
                      <a:pt x="3911" y="1"/>
                      <a:pt x="3251" y="661"/>
                      <a:pt x="3251" y="1474"/>
                    </a:cubicBezTo>
                    <a:cubicBezTo>
                      <a:pt x="3251" y="1778"/>
                      <a:pt x="3343" y="2062"/>
                      <a:pt x="3503" y="2296"/>
                    </a:cubicBezTo>
                    <a:cubicBezTo>
                      <a:pt x="3299" y="2458"/>
                      <a:pt x="3113" y="2659"/>
                      <a:pt x="2953" y="2892"/>
                    </a:cubicBezTo>
                    <a:cubicBezTo>
                      <a:pt x="2359" y="2519"/>
                      <a:pt x="1766" y="2146"/>
                      <a:pt x="1172" y="1774"/>
                    </a:cubicBezTo>
                    <a:cubicBezTo>
                      <a:pt x="1125" y="1745"/>
                      <a:pt x="1080" y="1732"/>
                      <a:pt x="1037" y="1732"/>
                    </a:cubicBezTo>
                    <a:cubicBezTo>
                      <a:pt x="812" y="1732"/>
                      <a:pt x="666" y="2077"/>
                      <a:pt x="906" y="2228"/>
                    </a:cubicBezTo>
                    <a:cubicBezTo>
                      <a:pt x="1501" y="2602"/>
                      <a:pt x="2096" y="2974"/>
                      <a:pt x="2691" y="3348"/>
                    </a:cubicBezTo>
                    <a:cubicBezTo>
                      <a:pt x="2483" y="3785"/>
                      <a:pt x="2355" y="4293"/>
                      <a:pt x="2330" y="4840"/>
                    </a:cubicBezTo>
                    <a:cubicBezTo>
                      <a:pt x="1665" y="4771"/>
                      <a:pt x="1001" y="4701"/>
                      <a:pt x="337" y="4633"/>
                    </a:cubicBezTo>
                    <a:cubicBezTo>
                      <a:pt x="326" y="4631"/>
                      <a:pt x="315" y="4631"/>
                      <a:pt x="305" y="4631"/>
                    </a:cubicBezTo>
                    <a:cubicBezTo>
                      <a:pt x="1" y="4631"/>
                      <a:pt x="13" y="5124"/>
                      <a:pt x="337" y="5158"/>
                    </a:cubicBezTo>
                    <a:lnTo>
                      <a:pt x="2338" y="5367"/>
                    </a:lnTo>
                    <a:cubicBezTo>
                      <a:pt x="2374" y="5839"/>
                      <a:pt x="2490" y="6281"/>
                      <a:pt x="2663" y="6670"/>
                    </a:cubicBezTo>
                    <a:lnTo>
                      <a:pt x="1238" y="8001"/>
                    </a:lnTo>
                    <a:cubicBezTo>
                      <a:pt x="1045" y="8181"/>
                      <a:pt x="1227" y="8446"/>
                      <a:pt x="1434" y="8446"/>
                    </a:cubicBezTo>
                    <a:cubicBezTo>
                      <a:pt x="1494" y="8446"/>
                      <a:pt x="1555" y="8424"/>
                      <a:pt x="1610" y="8372"/>
                    </a:cubicBezTo>
                    <a:cubicBezTo>
                      <a:pt x="2049" y="7963"/>
                      <a:pt x="2488" y="7554"/>
                      <a:pt x="2927" y="7146"/>
                    </a:cubicBezTo>
                    <a:cubicBezTo>
                      <a:pt x="3366" y="7806"/>
                      <a:pt x="4010" y="8223"/>
                      <a:pt x="4726" y="8223"/>
                    </a:cubicBezTo>
                    <a:cubicBezTo>
                      <a:pt x="5442" y="8223"/>
                      <a:pt x="6084" y="7806"/>
                      <a:pt x="6525" y="7146"/>
                    </a:cubicBezTo>
                    <a:cubicBezTo>
                      <a:pt x="6963" y="7555"/>
                      <a:pt x="7401" y="7965"/>
                      <a:pt x="7841" y="8372"/>
                    </a:cubicBezTo>
                    <a:cubicBezTo>
                      <a:pt x="7896" y="8424"/>
                      <a:pt x="7957" y="8446"/>
                      <a:pt x="8017" y="8446"/>
                    </a:cubicBezTo>
                    <a:cubicBezTo>
                      <a:pt x="8224" y="8446"/>
                      <a:pt x="8407" y="8181"/>
                      <a:pt x="8214" y="8001"/>
                    </a:cubicBezTo>
                    <a:lnTo>
                      <a:pt x="6787" y="6671"/>
                    </a:lnTo>
                    <a:cubicBezTo>
                      <a:pt x="6963" y="6282"/>
                      <a:pt x="7077" y="5841"/>
                      <a:pt x="7114" y="5367"/>
                    </a:cubicBezTo>
                    <a:lnTo>
                      <a:pt x="9114" y="5158"/>
                    </a:lnTo>
                    <a:cubicBezTo>
                      <a:pt x="9438" y="5123"/>
                      <a:pt x="9451" y="4630"/>
                      <a:pt x="9146" y="4630"/>
                    </a:cubicBezTo>
                    <a:cubicBezTo>
                      <a:pt x="9136" y="4630"/>
                      <a:pt x="9125" y="4630"/>
                      <a:pt x="9114" y="4631"/>
                    </a:cubicBezTo>
                    <a:cubicBezTo>
                      <a:pt x="8450" y="4701"/>
                      <a:pt x="7785" y="4768"/>
                      <a:pt x="7121" y="4838"/>
                    </a:cubicBezTo>
                    <a:cubicBezTo>
                      <a:pt x="7096" y="4292"/>
                      <a:pt x="6967" y="3784"/>
                      <a:pt x="6760" y="3348"/>
                    </a:cubicBezTo>
                    <a:cubicBezTo>
                      <a:pt x="7356" y="2974"/>
                      <a:pt x="7951" y="2602"/>
                      <a:pt x="8546" y="2228"/>
                    </a:cubicBezTo>
                    <a:cubicBezTo>
                      <a:pt x="8786" y="2077"/>
                      <a:pt x="8640" y="1732"/>
                      <a:pt x="8415" y="1732"/>
                    </a:cubicBezTo>
                    <a:cubicBezTo>
                      <a:pt x="8372" y="1732"/>
                      <a:pt x="8326" y="1745"/>
                      <a:pt x="8279" y="1774"/>
                    </a:cubicBezTo>
                    <a:cubicBezTo>
                      <a:pt x="7685" y="2146"/>
                      <a:pt x="7091" y="2519"/>
                      <a:pt x="6498" y="2892"/>
                    </a:cubicBezTo>
                    <a:cubicBezTo>
                      <a:pt x="6337" y="2661"/>
                      <a:pt x="6154" y="2458"/>
                      <a:pt x="5948" y="2296"/>
                    </a:cubicBezTo>
                    <a:cubicBezTo>
                      <a:pt x="6107" y="2062"/>
                      <a:pt x="6200" y="1778"/>
                      <a:pt x="6200" y="1474"/>
                    </a:cubicBezTo>
                    <a:cubicBezTo>
                      <a:pt x="6200" y="661"/>
                      <a:pt x="5539" y="1"/>
                      <a:pt x="472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34"/>
              <p:cNvSpPr/>
              <p:nvPr/>
            </p:nvSpPr>
            <p:spPr>
              <a:xfrm>
                <a:off x="6559016" y="2352763"/>
                <a:ext cx="645502" cy="731115"/>
              </a:xfrm>
              <a:custGeom>
                <a:avLst/>
                <a:gdLst/>
                <a:ahLst/>
                <a:cxnLst/>
                <a:rect l="l" t="t" r="r" b="b"/>
                <a:pathLst>
                  <a:path w="28689" h="32494" extrusionOk="0">
                    <a:moveTo>
                      <a:pt x="0" y="0"/>
                    </a:moveTo>
                    <a:lnTo>
                      <a:pt x="0" y="32493"/>
                    </a:lnTo>
                    <a:lnTo>
                      <a:pt x="28689" y="32493"/>
                    </a:lnTo>
                    <a:lnTo>
                      <a:pt x="28689" y="6980"/>
                    </a:lnTo>
                    <a:lnTo>
                      <a:pt x="22230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Google Shape;301;p34"/>
              <p:cNvSpPr/>
              <p:nvPr/>
            </p:nvSpPr>
            <p:spPr>
              <a:xfrm>
                <a:off x="7059168" y="2352763"/>
                <a:ext cx="145350" cy="157050"/>
              </a:xfrm>
              <a:custGeom>
                <a:avLst/>
                <a:gdLst/>
                <a:ahLst/>
                <a:cxnLst/>
                <a:rect l="l" t="t" r="r" b="b"/>
                <a:pathLst>
                  <a:path w="6460" h="6980" extrusionOk="0">
                    <a:moveTo>
                      <a:pt x="1" y="0"/>
                    </a:moveTo>
                    <a:lnTo>
                      <a:pt x="1" y="6980"/>
                    </a:lnTo>
                    <a:lnTo>
                      <a:pt x="6460" y="698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Google Shape;302;p34"/>
              <p:cNvSpPr/>
              <p:nvPr/>
            </p:nvSpPr>
            <p:spPr>
              <a:xfrm>
                <a:off x="6629193" y="2460268"/>
                <a:ext cx="362385" cy="20520"/>
              </a:xfrm>
              <a:custGeom>
                <a:avLst/>
                <a:gdLst/>
                <a:ahLst/>
                <a:cxnLst/>
                <a:rect l="l" t="t" r="r" b="b"/>
                <a:pathLst>
                  <a:path w="16106" h="912" extrusionOk="0">
                    <a:moveTo>
                      <a:pt x="0" y="1"/>
                    </a:moveTo>
                    <a:lnTo>
                      <a:pt x="0" y="912"/>
                    </a:lnTo>
                    <a:lnTo>
                      <a:pt x="16105" y="912"/>
                    </a:lnTo>
                    <a:lnTo>
                      <a:pt x="16105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303;p34"/>
              <p:cNvSpPr/>
              <p:nvPr/>
            </p:nvSpPr>
            <p:spPr>
              <a:xfrm>
                <a:off x="6629193" y="2532741"/>
                <a:ext cx="36238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16106" h="913" extrusionOk="0">
                    <a:moveTo>
                      <a:pt x="0" y="0"/>
                    </a:moveTo>
                    <a:lnTo>
                      <a:pt x="0" y="913"/>
                    </a:lnTo>
                    <a:lnTo>
                      <a:pt x="16105" y="913"/>
                    </a:lnTo>
                    <a:lnTo>
                      <a:pt x="16105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304;p34"/>
              <p:cNvSpPr/>
              <p:nvPr/>
            </p:nvSpPr>
            <p:spPr>
              <a:xfrm>
                <a:off x="6629193" y="2605213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0"/>
                    </a:moveTo>
                    <a:lnTo>
                      <a:pt x="0" y="912"/>
                    </a:lnTo>
                    <a:lnTo>
                      <a:pt x="22977" y="912"/>
                    </a:lnTo>
                    <a:lnTo>
                      <a:pt x="229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Google Shape;305;p34"/>
              <p:cNvSpPr/>
              <p:nvPr/>
            </p:nvSpPr>
            <p:spPr>
              <a:xfrm>
                <a:off x="6629193" y="2677686"/>
                <a:ext cx="517005" cy="20565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4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Google Shape;306;p34"/>
              <p:cNvSpPr/>
              <p:nvPr/>
            </p:nvSpPr>
            <p:spPr>
              <a:xfrm>
                <a:off x="6629193" y="2750181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307;p34"/>
              <p:cNvSpPr/>
              <p:nvPr/>
            </p:nvSpPr>
            <p:spPr>
              <a:xfrm>
                <a:off x="6629193" y="2822653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0"/>
                    </a:moveTo>
                    <a:lnTo>
                      <a:pt x="0" y="912"/>
                    </a:lnTo>
                    <a:lnTo>
                      <a:pt x="22977" y="912"/>
                    </a:lnTo>
                    <a:lnTo>
                      <a:pt x="229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Google Shape;308;p34"/>
              <p:cNvSpPr/>
              <p:nvPr/>
            </p:nvSpPr>
            <p:spPr>
              <a:xfrm>
                <a:off x="6629193" y="2895103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Google Shape;309;p34"/>
              <p:cNvSpPr/>
              <p:nvPr/>
            </p:nvSpPr>
            <p:spPr>
              <a:xfrm>
                <a:off x="6629193" y="2967598"/>
                <a:ext cx="517005" cy="20542"/>
              </a:xfrm>
              <a:custGeom>
                <a:avLst/>
                <a:gdLst/>
                <a:ahLst/>
                <a:cxnLst/>
                <a:rect l="l" t="t" r="r" b="b"/>
                <a:pathLst>
                  <a:path w="22978" h="913" extrusionOk="0">
                    <a:moveTo>
                      <a:pt x="0" y="1"/>
                    </a:moveTo>
                    <a:lnTo>
                      <a:pt x="0" y="913"/>
                    </a:lnTo>
                    <a:lnTo>
                      <a:pt x="22977" y="913"/>
                    </a:lnTo>
                    <a:lnTo>
                      <a:pt x="2297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Google Shape;310;p34"/>
              <p:cNvSpPr/>
              <p:nvPr/>
            </p:nvSpPr>
            <p:spPr>
              <a:xfrm>
                <a:off x="7757748" y="2175298"/>
                <a:ext cx="580973" cy="416723"/>
              </a:xfrm>
              <a:custGeom>
                <a:avLst/>
                <a:gdLst/>
                <a:ahLst/>
                <a:cxnLst/>
                <a:rect l="l" t="t" r="r" b="b"/>
                <a:pathLst>
                  <a:path w="25821" h="18521" extrusionOk="0">
                    <a:moveTo>
                      <a:pt x="12910" y="0"/>
                    </a:moveTo>
                    <a:cubicBezTo>
                      <a:pt x="12051" y="0"/>
                      <a:pt x="11192" y="480"/>
                      <a:pt x="10541" y="1439"/>
                    </a:cubicBezTo>
                    <a:lnTo>
                      <a:pt x="1303" y="15034"/>
                    </a:lnTo>
                    <a:cubicBezTo>
                      <a:pt x="0" y="16952"/>
                      <a:pt x="831" y="18521"/>
                      <a:pt x="3150" y="18521"/>
                    </a:cubicBezTo>
                    <a:lnTo>
                      <a:pt x="22669" y="18521"/>
                    </a:lnTo>
                    <a:cubicBezTo>
                      <a:pt x="24988" y="18521"/>
                      <a:pt x="25820" y="16951"/>
                      <a:pt x="24517" y="15034"/>
                    </a:cubicBezTo>
                    <a:lnTo>
                      <a:pt x="15279" y="1439"/>
                    </a:lnTo>
                    <a:cubicBezTo>
                      <a:pt x="14628" y="480"/>
                      <a:pt x="13769" y="0"/>
                      <a:pt x="12910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311;p34"/>
              <p:cNvSpPr/>
              <p:nvPr/>
            </p:nvSpPr>
            <p:spPr>
              <a:xfrm>
                <a:off x="8034003" y="2175276"/>
                <a:ext cx="304718" cy="416745"/>
              </a:xfrm>
              <a:custGeom>
                <a:avLst/>
                <a:gdLst/>
                <a:ahLst/>
                <a:cxnLst/>
                <a:rect l="l" t="t" r="r" b="b"/>
                <a:pathLst>
                  <a:path w="13543" h="18522" extrusionOk="0">
                    <a:moveTo>
                      <a:pt x="631" y="1"/>
                    </a:moveTo>
                    <a:cubicBezTo>
                      <a:pt x="420" y="1"/>
                      <a:pt x="208" y="30"/>
                      <a:pt x="0" y="88"/>
                    </a:cubicBezTo>
                    <a:cubicBezTo>
                      <a:pt x="636" y="268"/>
                      <a:pt x="1244" y="716"/>
                      <a:pt x="1736" y="1440"/>
                    </a:cubicBezTo>
                    <a:lnTo>
                      <a:pt x="10973" y="15035"/>
                    </a:lnTo>
                    <a:cubicBezTo>
                      <a:pt x="12277" y="16953"/>
                      <a:pt x="11444" y="18522"/>
                      <a:pt x="9127" y="18522"/>
                    </a:cubicBezTo>
                    <a:lnTo>
                      <a:pt x="10391" y="18522"/>
                    </a:lnTo>
                    <a:cubicBezTo>
                      <a:pt x="12710" y="18522"/>
                      <a:pt x="13542" y="16953"/>
                      <a:pt x="12239" y="15035"/>
                    </a:cubicBezTo>
                    <a:lnTo>
                      <a:pt x="3001" y="1440"/>
                    </a:lnTo>
                    <a:cubicBezTo>
                      <a:pt x="2349" y="480"/>
                      <a:pt x="1490" y="1"/>
                      <a:pt x="63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Google Shape;312;p34"/>
              <p:cNvSpPr/>
              <p:nvPr/>
            </p:nvSpPr>
            <p:spPr>
              <a:xfrm>
                <a:off x="8029031" y="2278866"/>
                <a:ext cx="38385" cy="207540"/>
              </a:xfrm>
              <a:custGeom>
                <a:avLst/>
                <a:gdLst/>
                <a:ahLst/>
                <a:cxnLst/>
                <a:rect l="l" t="t" r="r" b="b"/>
                <a:pathLst>
                  <a:path w="1706" h="9224" extrusionOk="0">
                    <a:moveTo>
                      <a:pt x="853" y="1"/>
                    </a:moveTo>
                    <a:cubicBezTo>
                      <a:pt x="382" y="1"/>
                      <a:pt x="1" y="383"/>
                      <a:pt x="1" y="855"/>
                    </a:cubicBezTo>
                    <a:lnTo>
                      <a:pt x="1" y="8371"/>
                    </a:lnTo>
                    <a:cubicBezTo>
                      <a:pt x="1" y="8843"/>
                      <a:pt x="382" y="9224"/>
                      <a:pt x="853" y="9224"/>
                    </a:cubicBezTo>
                    <a:cubicBezTo>
                      <a:pt x="1323" y="9224"/>
                      <a:pt x="1706" y="8843"/>
                      <a:pt x="1706" y="8371"/>
                    </a:cubicBezTo>
                    <a:lnTo>
                      <a:pt x="1706" y="855"/>
                    </a:lnTo>
                    <a:cubicBezTo>
                      <a:pt x="1706" y="383"/>
                      <a:pt x="1325" y="1"/>
                      <a:pt x="85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Google Shape;313;p34"/>
              <p:cNvSpPr/>
              <p:nvPr/>
            </p:nvSpPr>
            <p:spPr>
              <a:xfrm>
                <a:off x="8029031" y="2503776"/>
                <a:ext cx="38385" cy="38430"/>
              </a:xfrm>
              <a:custGeom>
                <a:avLst/>
                <a:gdLst/>
                <a:ahLst/>
                <a:cxnLst/>
                <a:rect l="l" t="t" r="r" b="b"/>
                <a:pathLst>
                  <a:path w="1706" h="1708" extrusionOk="0">
                    <a:moveTo>
                      <a:pt x="853" y="1"/>
                    </a:moveTo>
                    <a:cubicBezTo>
                      <a:pt x="382" y="1"/>
                      <a:pt x="1" y="383"/>
                      <a:pt x="1" y="853"/>
                    </a:cubicBezTo>
                    <a:cubicBezTo>
                      <a:pt x="1" y="1325"/>
                      <a:pt x="382" y="1707"/>
                      <a:pt x="853" y="1707"/>
                    </a:cubicBezTo>
                    <a:cubicBezTo>
                      <a:pt x="1323" y="1707"/>
                      <a:pt x="1706" y="1325"/>
                      <a:pt x="1706" y="853"/>
                    </a:cubicBezTo>
                    <a:cubicBezTo>
                      <a:pt x="1706" y="382"/>
                      <a:pt x="1325" y="1"/>
                      <a:pt x="85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Google Shape;314;p34"/>
              <p:cNvSpPr/>
              <p:nvPr/>
            </p:nvSpPr>
            <p:spPr>
              <a:xfrm>
                <a:off x="6836913" y="3739371"/>
                <a:ext cx="326880" cy="297113"/>
              </a:xfrm>
              <a:custGeom>
                <a:avLst/>
                <a:gdLst/>
                <a:ahLst/>
                <a:cxnLst/>
                <a:rect l="l" t="t" r="r" b="b"/>
                <a:pathLst>
                  <a:path w="14528" h="13205" extrusionOk="0">
                    <a:moveTo>
                      <a:pt x="906" y="1"/>
                    </a:moveTo>
                    <a:cubicBezTo>
                      <a:pt x="424" y="1"/>
                      <a:pt x="0" y="614"/>
                      <a:pt x="451" y="1028"/>
                    </a:cubicBezTo>
                    <a:cubicBezTo>
                      <a:pt x="4878" y="5089"/>
                      <a:pt x="9301" y="9144"/>
                      <a:pt x="13726" y="13205"/>
                    </a:cubicBezTo>
                    <a:lnTo>
                      <a:pt x="14527" y="13205"/>
                    </a:lnTo>
                    <a:lnTo>
                      <a:pt x="14527" y="12286"/>
                    </a:lnTo>
                    <a:cubicBezTo>
                      <a:pt x="10123" y="8248"/>
                      <a:pt x="5719" y="4207"/>
                      <a:pt x="1313" y="168"/>
                    </a:cubicBezTo>
                    <a:cubicBezTo>
                      <a:pt x="1185" y="50"/>
                      <a:pt x="1043" y="1"/>
                      <a:pt x="906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Google Shape;315;p34"/>
              <p:cNvSpPr/>
              <p:nvPr/>
            </p:nvSpPr>
            <p:spPr>
              <a:xfrm>
                <a:off x="6419268" y="4532563"/>
                <a:ext cx="3401055" cy="70560"/>
              </a:xfrm>
              <a:custGeom>
                <a:avLst/>
                <a:gdLst/>
                <a:ahLst/>
                <a:cxnLst/>
                <a:rect l="l" t="t" r="r" b="b"/>
                <a:pathLst>
                  <a:path w="151158" h="3136" extrusionOk="0">
                    <a:moveTo>
                      <a:pt x="1568" y="0"/>
                    </a:moveTo>
                    <a:cubicBezTo>
                      <a:pt x="702" y="0"/>
                      <a:pt x="1" y="702"/>
                      <a:pt x="1" y="1567"/>
                    </a:cubicBezTo>
                    <a:cubicBezTo>
                      <a:pt x="1" y="2434"/>
                      <a:pt x="702" y="3136"/>
                      <a:pt x="1568" y="3136"/>
                    </a:cubicBezTo>
                    <a:lnTo>
                      <a:pt x="149589" y="3136"/>
                    </a:lnTo>
                    <a:cubicBezTo>
                      <a:pt x="150455" y="3136"/>
                      <a:pt x="151157" y="2433"/>
                      <a:pt x="151157" y="1567"/>
                    </a:cubicBezTo>
                    <a:cubicBezTo>
                      <a:pt x="151157" y="703"/>
                      <a:pt x="150455" y="1"/>
                      <a:pt x="149589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Google Shape;316;p34"/>
              <p:cNvSpPr/>
              <p:nvPr/>
            </p:nvSpPr>
            <p:spPr>
              <a:xfrm>
                <a:off x="8956886" y="2512648"/>
                <a:ext cx="779625" cy="594248"/>
              </a:xfrm>
              <a:custGeom>
                <a:avLst/>
                <a:gdLst/>
                <a:ahLst/>
                <a:cxnLst/>
                <a:rect l="l" t="t" r="r" b="b"/>
                <a:pathLst>
                  <a:path w="34650" h="26411" extrusionOk="0">
                    <a:moveTo>
                      <a:pt x="1989" y="0"/>
                    </a:moveTo>
                    <a:cubicBezTo>
                      <a:pt x="836" y="0"/>
                      <a:pt x="0" y="937"/>
                      <a:pt x="129" y="2081"/>
                    </a:cubicBezTo>
                    <a:lnTo>
                      <a:pt x="2648" y="24331"/>
                    </a:lnTo>
                    <a:cubicBezTo>
                      <a:pt x="2777" y="25476"/>
                      <a:pt x="3826" y="26411"/>
                      <a:pt x="4978" y="26411"/>
                    </a:cubicBezTo>
                    <a:lnTo>
                      <a:pt x="29691" y="26411"/>
                    </a:lnTo>
                    <a:cubicBezTo>
                      <a:pt x="30842" y="26411"/>
                      <a:pt x="31910" y="25475"/>
                      <a:pt x="32062" y="24334"/>
                    </a:cubicBezTo>
                    <a:lnTo>
                      <a:pt x="34497" y="6227"/>
                    </a:lnTo>
                    <a:cubicBezTo>
                      <a:pt x="34650" y="5086"/>
                      <a:pt x="33832" y="4152"/>
                      <a:pt x="32681" y="4152"/>
                    </a:cubicBezTo>
                    <a:lnTo>
                      <a:pt x="20114" y="4152"/>
                    </a:lnTo>
                    <a:lnTo>
                      <a:pt x="20114" y="4155"/>
                    </a:lnTo>
                    <a:cubicBezTo>
                      <a:pt x="18961" y="4155"/>
                      <a:pt x="18021" y="3222"/>
                      <a:pt x="18021" y="2078"/>
                    </a:cubicBezTo>
                    <a:cubicBezTo>
                      <a:pt x="18021" y="937"/>
                      <a:pt x="17077" y="0"/>
                      <a:pt x="1592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Google Shape;317;p34"/>
              <p:cNvSpPr/>
              <p:nvPr/>
            </p:nvSpPr>
            <p:spPr>
              <a:xfrm>
                <a:off x="8913123" y="2512648"/>
                <a:ext cx="779625" cy="594248"/>
              </a:xfrm>
              <a:custGeom>
                <a:avLst/>
                <a:gdLst/>
                <a:ahLst/>
                <a:cxnLst/>
                <a:rect l="l" t="t" r="r" b="b"/>
                <a:pathLst>
                  <a:path w="34650" h="26411" extrusionOk="0">
                    <a:moveTo>
                      <a:pt x="1987" y="0"/>
                    </a:moveTo>
                    <a:cubicBezTo>
                      <a:pt x="835" y="0"/>
                      <a:pt x="0" y="937"/>
                      <a:pt x="128" y="2081"/>
                    </a:cubicBezTo>
                    <a:lnTo>
                      <a:pt x="2647" y="24331"/>
                    </a:lnTo>
                    <a:cubicBezTo>
                      <a:pt x="2776" y="25476"/>
                      <a:pt x="3824" y="26411"/>
                      <a:pt x="4978" y="26411"/>
                    </a:cubicBezTo>
                    <a:lnTo>
                      <a:pt x="29691" y="26411"/>
                    </a:lnTo>
                    <a:cubicBezTo>
                      <a:pt x="30843" y="26411"/>
                      <a:pt x="31909" y="25475"/>
                      <a:pt x="32063" y="24334"/>
                    </a:cubicBezTo>
                    <a:lnTo>
                      <a:pt x="34498" y="6227"/>
                    </a:lnTo>
                    <a:cubicBezTo>
                      <a:pt x="34650" y="5086"/>
                      <a:pt x="33833" y="4152"/>
                      <a:pt x="32680" y="4152"/>
                    </a:cubicBezTo>
                    <a:lnTo>
                      <a:pt x="20113" y="4152"/>
                    </a:lnTo>
                    <a:lnTo>
                      <a:pt x="20113" y="4155"/>
                    </a:lnTo>
                    <a:cubicBezTo>
                      <a:pt x="18961" y="4155"/>
                      <a:pt x="18019" y="3222"/>
                      <a:pt x="18019" y="2078"/>
                    </a:cubicBezTo>
                    <a:cubicBezTo>
                      <a:pt x="18019" y="937"/>
                      <a:pt x="17075" y="0"/>
                      <a:pt x="15924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Google Shape;318;p34"/>
              <p:cNvSpPr/>
              <p:nvPr/>
            </p:nvSpPr>
            <p:spPr>
              <a:xfrm>
                <a:off x="7285012" y="2777256"/>
                <a:ext cx="1544355" cy="1338450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Google Shape;319;p34"/>
              <p:cNvSpPr/>
              <p:nvPr/>
            </p:nvSpPr>
            <p:spPr>
              <a:xfrm>
                <a:off x="7773898" y="3184982"/>
                <a:ext cx="599049" cy="468917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Google Shape;320;p34"/>
              <p:cNvSpPr/>
              <p:nvPr/>
            </p:nvSpPr>
            <p:spPr>
              <a:xfrm>
                <a:off x="7852913" y="2961810"/>
                <a:ext cx="976443" cy="1153891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36"/>
          <p:cNvSpPr/>
          <p:nvPr/>
        </p:nvSpPr>
        <p:spPr>
          <a:xfrm>
            <a:off x="1518900" y="2022800"/>
            <a:ext cx="810000" cy="5544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36"/>
          <p:cNvSpPr/>
          <p:nvPr/>
        </p:nvSpPr>
        <p:spPr>
          <a:xfrm>
            <a:off x="2314500" y="2875450"/>
            <a:ext cx="810000" cy="5544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36"/>
          <p:cNvSpPr/>
          <p:nvPr/>
        </p:nvSpPr>
        <p:spPr>
          <a:xfrm>
            <a:off x="3113700" y="3725100"/>
            <a:ext cx="810000" cy="5544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36"/>
          <p:cNvSpPr/>
          <p:nvPr/>
        </p:nvSpPr>
        <p:spPr>
          <a:xfrm>
            <a:off x="720000" y="1171900"/>
            <a:ext cx="810000" cy="5544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8" name="Google Shape;338;p36"/>
          <p:cNvSpPr txBox="1">
            <a:spLocks noGrp="1"/>
          </p:cNvSpPr>
          <p:nvPr>
            <p:ph type="title"/>
          </p:nvPr>
        </p:nvSpPr>
        <p:spPr>
          <a:xfrm>
            <a:off x="1529700" y="1172200"/>
            <a:ext cx="4500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lvl="0"/>
            <a:r>
              <a:rPr lang="en-US" dirty="0"/>
              <a:t>Unit Testing</a:t>
            </a:r>
            <a:endParaRPr dirty="0"/>
          </a:p>
        </p:txBody>
      </p:sp>
      <p:sp>
        <p:nvSpPr>
          <p:cNvPr id="339" name="Google Shape;339;p36"/>
          <p:cNvSpPr txBox="1">
            <a:spLocks noGrp="1"/>
          </p:cNvSpPr>
          <p:nvPr>
            <p:ph type="title" idx="2"/>
          </p:nvPr>
        </p:nvSpPr>
        <p:spPr>
          <a:xfrm>
            <a:off x="720000" y="1172200"/>
            <a:ext cx="809700" cy="5541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40" name="Google Shape;340;p36"/>
          <p:cNvSpPr txBox="1">
            <a:spLocks noGrp="1"/>
          </p:cNvSpPr>
          <p:nvPr>
            <p:ph type="subTitle" idx="1"/>
          </p:nvPr>
        </p:nvSpPr>
        <p:spPr>
          <a:xfrm>
            <a:off x="1529700" y="1573900"/>
            <a:ext cx="4500000" cy="4002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/>
            <a:r>
              <a:rPr lang="en-US" dirty="0"/>
              <a:t>each module independently</a:t>
            </a:r>
            <a:endParaRPr dirty="0"/>
          </a:p>
        </p:txBody>
      </p:sp>
      <p:sp>
        <p:nvSpPr>
          <p:cNvPr id="341" name="Google Shape;341;p36"/>
          <p:cNvSpPr txBox="1">
            <a:spLocks noGrp="1"/>
          </p:cNvSpPr>
          <p:nvPr>
            <p:ph type="title" idx="3"/>
          </p:nvPr>
        </p:nvSpPr>
        <p:spPr>
          <a:xfrm>
            <a:off x="2328900" y="2023100"/>
            <a:ext cx="4500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lvl="0"/>
            <a:r>
              <a:rPr lang="en-US" dirty="0"/>
              <a:t>Integration Testing</a:t>
            </a:r>
            <a:endParaRPr dirty="0"/>
          </a:p>
        </p:txBody>
      </p:sp>
      <p:sp>
        <p:nvSpPr>
          <p:cNvPr id="342" name="Google Shape;342;p36"/>
          <p:cNvSpPr txBox="1">
            <a:spLocks noGrp="1"/>
          </p:cNvSpPr>
          <p:nvPr>
            <p:ph type="title" idx="4"/>
          </p:nvPr>
        </p:nvSpPr>
        <p:spPr>
          <a:xfrm>
            <a:off x="1519200" y="2023100"/>
            <a:ext cx="809700" cy="5541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43" name="Google Shape;343;p36"/>
          <p:cNvSpPr txBox="1">
            <a:spLocks noGrp="1"/>
          </p:cNvSpPr>
          <p:nvPr>
            <p:ph type="subTitle" idx="5"/>
          </p:nvPr>
        </p:nvSpPr>
        <p:spPr>
          <a:xfrm>
            <a:off x="2328900" y="2424800"/>
            <a:ext cx="4500000" cy="4002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>
              <a:buSzPts val="1100"/>
            </a:pPr>
            <a:r>
              <a:rPr lang="en-US" dirty="0"/>
              <a:t>modules working together</a:t>
            </a:r>
            <a:endParaRPr dirty="0"/>
          </a:p>
        </p:txBody>
      </p:sp>
      <p:sp>
        <p:nvSpPr>
          <p:cNvPr id="344" name="Google Shape;344;p36"/>
          <p:cNvSpPr txBox="1">
            <a:spLocks noGrp="1"/>
          </p:cNvSpPr>
          <p:nvPr>
            <p:ph type="title" idx="6"/>
          </p:nvPr>
        </p:nvSpPr>
        <p:spPr>
          <a:xfrm>
            <a:off x="3124500" y="2875750"/>
            <a:ext cx="4500000" cy="554100"/>
          </a:xfrm>
          <a:prstGeom prst="rect">
            <a:avLst/>
          </a:prstGeom>
        </p:spPr>
        <p:txBody>
          <a:bodyPr spcFirstLastPara="1" wrap="square" lIns="90000" tIns="91425" rIns="90000" bIns="91425" anchor="b" anchorCtr="0">
            <a:noAutofit/>
          </a:bodyPr>
          <a:lstStyle/>
          <a:p>
            <a:pPr lvl="0">
              <a:buClr>
                <a:schemeClr val="dk1"/>
              </a:buClr>
              <a:buSzPts val="1100"/>
            </a:pPr>
            <a:r>
              <a:rPr lang="en-US" dirty="0"/>
              <a:t>System Testing</a:t>
            </a:r>
            <a:endParaRPr dirty="0"/>
          </a:p>
        </p:txBody>
      </p:sp>
      <p:sp>
        <p:nvSpPr>
          <p:cNvPr id="345" name="Google Shape;345;p36"/>
          <p:cNvSpPr txBox="1">
            <a:spLocks noGrp="1"/>
          </p:cNvSpPr>
          <p:nvPr>
            <p:ph type="title" idx="7"/>
          </p:nvPr>
        </p:nvSpPr>
        <p:spPr>
          <a:xfrm>
            <a:off x="2314800" y="2875750"/>
            <a:ext cx="809700" cy="5541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346" name="Google Shape;346;p36"/>
          <p:cNvSpPr txBox="1">
            <a:spLocks noGrp="1"/>
          </p:cNvSpPr>
          <p:nvPr>
            <p:ph type="subTitle" idx="8"/>
          </p:nvPr>
        </p:nvSpPr>
        <p:spPr>
          <a:xfrm>
            <a:off x="3124500" y="3277450"/>
            <a:ext cx="4500000" cy="4002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>
              <a:buSzPts val="1100"/>
            </a:pPr>
            <a:r>
              <a:rPr lang="en-US" dirty="0"/>
              <a:t>full pipeline </a:t>
            </a:r>
            <a:r>
              <a:rPr lang="en-US" dirty="0" smtClean="0"/>
              <a:t>(upload </a:t>
            </a:r>
            <a:r>
              <a:rPr lang="en-US" dirty="0"/>
              <a:t>→ analysis → report)</a:t>
            </a:r>
            <a:endParaRPr dirty="0"/>
          </a:p>
        </p:txBody>
      </p:sp>
      <p:sp>
        <p:nvSpPr>
          <p:cNvPr id="347" name="Google Shape;347;p36"/>
          <p:cNvSpPr txBox="1">
            <a:spLocks noGrp="1"/>
          </p:cNvSpPr>
          <p:nvPr>
            <p:ph type="title" idx="9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TESTING STRATEGY</a:t>
            </a:r>
            <a:endParaRPr dirty="0"/>
          </a:p>
        </p:txBody>
      </p:sp>
      <p:sp>
        <p:nvSpPr>
          <p:cNvPr id="348" name="Google Shape;348;p36"/>
          <p:cNvSpPr txBox="1">
            <a:spLocks noGrp="1"/>
          </p:cNvSpPr>
          <p:nvPr>
            <p:ph type="title" idx="13"/>
          </p:nvPr>
        </p:nvSpPr>
        <p:spPr>
          <a:xfrm>
            <a:off x="3923700" y="3725400"/>
            <a:ext cx="4349444" cy="5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dirty="0"/>
              <a:t>User Acceptance </a:t>
            </a:r>
            <a:r>
              <a:rPr lang="en-US" dirty="0" smtClean="0"/>
              <a:t>Testing</a:t>
            </a:r>
            <a:endParaRPr dirty="0"/>
          </a:p>
        </p:txBody>
      </p:sp>
      <p:sp>
        <p:nvSpPr>
          <p:cNvPr id="349" name="Google Shape;349;p36"/>
          <p:cNvSpPr txBox="1">
            <a:spLocks noGrp="1"/>
          </p:cNvSpPr>
          <p:nvPr>
            <p:ph type="title" idx="14"/>
          </p:nvPr>
        </p:nvSpPr>
        <p:spPr>
          <a:xfrm>
            <a:off x="3114000" y="3725400"/>
            <a:ext cx="809700" cy="55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350" name="Google Shape;350;p36"/>
          <p:cNvSpPr txBox="1">
            <a:spLocks noGrp="1"/>
          </p:cNvSpPr>
          <p:nvPr>
            <p:ph type="subTitle" idx="15"/>
          </p:nvPr>
        </p:nvSpPr>
        <p:spPr>
          <a:xfrm>
            <a:off x="3923700" y="4127100"/>
            <a:ext cx="4500000" cy="4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evaluated by directors/users</a:t>
            </a:r>
            <a:endParaRPr dirty="0"/>
          </a:p>
        </p:txBody>
      </p:sp>
      <p:grpSp>
        <p:nvGrpSpPr>
          <p:cNvPr id="351" name="Google Shape;351;p36"/>
          <p:cNvGrpSpPr/>
          <p:nvPr/>
        </p:nvGrpSpPr>
        <p:grpSpPr>
          <a:xfrm>
            <a:off x="-304800" y="3302886"/>
            <a:ext cx="2526009" cy="2145420"/>
            <a:chOff x="-304800" y="3302886"/>
            <a:chExt cx="2526009" cy="2145420"/>
          </a:xfrm>
        </p:grpSpPr>
        <p:sp>
          <p:nvSpPr>
            <p:cNvPr id="352" name="Google Shape;352;p36"/>
            <p:cNvSpPr/>
            <p:nvPr/>
          </p:nvSpPr>
          <p:spPr>
            <a:xfrm flipH="1">
              <a:off x="-304800" y="4424570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6"/>
            <p:cNvSpPr/>
            <p:nvPr/>
          </p:nvSpPr>
          <p:spPr>
            <a:xfrm flipH="1">
              <a:off x="297617" y="3302886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6"/>
            <p:cNvSpPr/>
            <p:nvPr/>
          </p:nvSpPr>
          <p:spPr>
            <a:xfrm flipH="1">
              <a:off x="76203" y="368266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36"/>
            <p:cNvSpPr/>
            <p:nvPr/>
          </p:nvSpPr>
          <p:spPr>
            <a:xfrm flipH="1">
              <a:off x="2032990" y="48037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6" name="Google Shape;356;p36"/>
            <p:cNvGrpSpPr/>
            <p:nvPr/>
          </p:nvGrpSpPr>
          <p:grpSpPr>
            <a:xfrm>
              <a:off x="152389" y="3544991"/>
              <a:ext cx="1804419" cy="1446116"/>
              <a:chOff x="1000664" y="3512341"/>
              <a:chExt cx="1804419" cy="1446116"/>
            </a:xfrm>
          </p:grpSpPr>
          <p:sp>
            <p:nvSpPr>
              <p:cNvPr id="357" name="Google Shape;357;p36"/>
              <p:cNvSpPr/>
              <p:nvPr/>
            </p:nvSpPr>
            <p:spPr>
              <a:xfrm>
                <a:off x="1094142" y="3946510"/>
                <a:ext cx="1617416" cy="987006"/>
              </a:xfrm>
              <a:custGeom>
                <a:avLst/>
                <a:gdLst/>
                <a:ahLst/>
                <a:cxnLst/>
                <a:rect l="l" t="t" r="r" b="b"/>
                <a:pathLst>
                  <a:path w="27686" h="16895" extrusionOk="0">
                    <a:moveTo>
                      <a:pt x="867" y="0"/>
                    </a:moveTo>
                    <a:cubicBezTo>
                      <a:pt x="391" y="0"/>
                      <a:pt x="1" y="390"/>
                      <a:pt x="1" y="866"/>
                    </a:cubicBezTo>
                    <a:lnTo>
                      <a:pt x="1" y="16029"/>
                    </a:lnTo>
                    <a:cubicBezTo>
                      <a:pt x="1" y="16506"/>
                      <a:pt x="391" y="16895"/>
                      <a:pt x="867" y="16895"/>
                    </a:cubicBezTo>
                    <a:lnTo>
                      <a:pt x="26820" y="16895"/>
                    </a:lnTo>
                    <a:cubicBezTo>
                      <a:pt x="27295" y="16895"/>
                      <a:pt x="27686" y="16506"/>
                      <a:pt x="27686" y="16029"/>
                    </a:cubicBezTo>
                    <a:lnTo>
                      <a:pt x="27686" y="866"/>
                    </a:lnTo>
                    <a:cubicBezTo>
                      <a:pt x="27686" y="390"/>
                      <a:pt x="27295" y="0"/>
                      <a:pt x="2682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Google Shape;358;p36"/>
              <p:cNvSpPr/>
              <p:nvPr/>
            </p:nvSpPr>
            <p:spPr>
              <a:xfrm>
                <a:off x="1147049" y="4000759"/>
                <a:ext cx="1511793" cy="771553"/>
              </a:xfrm>
              <a:custGeom>
                <a:avLst/>
                <a:gdLst/>
                <a:ahLst/>
                <a:cxnLst/>
                <a:rect l="l" t="t" r="r" b="b"/>
                <a:pathLst>
                  <a:path w="25878" h="13207" extrusionOk="0">
                    <a:moveTo>
                      <a:pt x="1" y="1"/>
                    </a:moveTo>
                    <a:lnTo>
                      <a:pt x="1" y="13206"/>
                    </a:lnTo>
                    <a:lnTo>
                      <a:pt x="25877" y="13206"/>
                    </a:lnTo>
                    <a:lnTo>
                      <a:pt x="25877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Google Shape;359;p36"/>
              <p:cNvSpPr/>
              <p:nvPr/>
            </p:nvSpPr>
            <p:spPr>
              <a:xfrm>
                <a:off x="1000664" y="4832386"/>
                <a:ext cx="1804419" cy="126070"/>
              </a:xfrm>
              <a:custGeom>
                <a:avLst/>
                <a:gdLst/>
                <a:ahLst/>
                <a:cxnLst/>
                <a:rect l="l" t="t" r="r" b="b"/>
                <a:pathLst>
                  <a:path w="30887" h="2158" extrusionOk="0">
                    <a:moveTo>
                      <a:pt x="0" y="1"/>
                    </a:moveTo>
                    <a:lnTo>
                      <a:pt x="0" y="1192"/>
                    </a:lnTo>
                    <a:cubicBezTo>
                      <a:pt x="0" y="1723"/>
                      <a:pt x="434" y="2157"/>
                      <a:pt x="966" y="2157"/>
                    </a:cubicBezTo>
                    <a:lnTo>
                      <a:pt x="29921" y="2157"/>
                    </a:lnTo>
                    <a:cubicBezTo>
                      <a:pt x="30451" y="2157"/>
                      <a:pt x="30886" y="1723"/>
                      <a:pt x="30886" y="1192"/>
                    </a:cubicBezTo>
                    <a:lnTo>
                      <a:pt x="30886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Google Shape;360;p36"/>
              <p:cNvSpPr/>
              <p:nvPr/>
            </p:nvSpPr>
            <p:spPr>
              <a:xfrm>
                <a:off x="1724288" y="4832971"/>
                <a:ext cx="358115" cy="41128"/>
              </a:xfrm>
              <a:custGeom>
                <a:avLst/>
                <a:gdLst/>
                <a:ahLst/>
                <a:cxnLst/>
                <a:rect l="l" t="t" r="r" b="b"/>
                <a:pathLst>
                  <a:path w="6130" h="704" extrusionOk="0">
                    <a:moveTo>
                      <a:pt x="0" y="1"/>
                    </a:moveTo>
                    <a:lnTo>
                      <a:pt x="0" y="389"/>
                    </a:lnTo>
                    <a:cubicBezTo>
                      <a:pt x="0" y="562"/>
                      <a:pt x="141" y="703"/>
                      <a:pt x="315" y="703"/>
                    </a:cubicBezTo>
                    <a:lnTo>
                      <a:pt x="5815" y="703"/>
                    </a:lnTo>
                    <a:cubicBezTo>
                      <a:pt x="5988" y="703"/>
                      <a:pt x="6129" y="561"/>
                      <a:pt x="6129" y="389"/>
                    </a:cubicBezTo>
                    <a:lnTo>
                      <a:pt x="6129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Google Shape;361;p36"/>
              <p:cNvSpPr/>
              <p:nvPr/>
            </p:nvSpPr>
            <p:spPr>
              <a:xfrm>
                <a:off x="1265139" y="4128081"/>
                <a:ext cx="554231" cy="554114"/>
              </a:xfrm>
              <a:custGeom>
                <a:avLst/>
                <a:gdLst/>
                <a:ahLst/>
                <a:cxnLst/>
                <a:rect l="l" t="t" r="r" b="b"/>
                <a:pathLst>
                  <a:path w="9487" h="9485" extrusionOk="0">
                    <a:moveTo>
                      <a:pt x="4744" y="0"/>
                    </a:moveTo>
                    <a:cubicBezTo>
                      <a:pt x="2124" y="0"/>
                      <a:pt x="1" y="2124"/>
                      <a:pt x="1" y="4743"/>
                    </a:cubicBezTo>
                    <a:cubicBezTo>
                      <a:pt x="1" y="7362"/>
                      <a:pt x="2125" y="9485"/>
                      <a:pt x="4744" y="9485"/>
                    </a:cubicBezTo>
                    <a:cubicBezTo>
                      <a:pt x="7363" y="9485"/>
                      <a:pt x="9486" y="7362"/>
                      <a:pt x="9486" y="4743"/>
                    </a:cubicBezTo>
                    <a:cubicBezTo>
                      <a:pt x="9486" y="2124"/>
                      <a:pt x="7363" y="0"/>
                      <a:pt x="474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Google Shape;362;p36"/>
              <p:cNvSpPr/>
              <p:nvPr/>
            </p:nvSpPr>
            <p:spPr>
              <a:xfrm>
                <a:off x="1455077" y="4229331"/>
                <a:ext cx="174617" cy="171755"/>
              </a:xfrm>
              <a:custGeom>
                <a:avLst/>
                <a:gdLst/>
                <a:ahLst/>
                <a:cxnLst/>
                <a:rect l="l" t="t" r="r" b="b"/>
                <a:pathLst>
                  <a:path w="2989" h="2940" extrusionOk="0">
                    <a:moveTo>
                      <a:pt x="1704" y="385"/>
                    </a:moveTo>
                    <a:cubicBezTo>
                      <a:pt x="2200" y="385"/>
                      <a:pt x="2604" y="790"/>
                      <a:pt x="2604" y="1286"/>
                    </a:cubicBezTo>
                    <a:lnTo>
                      <a:pt x="2604" y="1653"/>
                    </a:lnTo>
                    <a:cubicBezTo>
                      <a:pt x="2604" y="2149"/>
                      <a:pt x="2199" y="2554"/>
                      <a:pt x="1704" y="2554"/>
                    </a:cubicBezTo>
                    <a:lnTo>
                      <a:pt x="1286" y="2554"/>
                    </a:lnTo>
                    <a:cubicBezTo>
                      <a:pt x="791" y="2554"/>
                      <a:pt x="387" y="2150"/>
                      <a:pt x="387" y="1653"/>
                    </a:cubicBezTo>
                    <a:lnTo>
                      <a:pt x="387" y="1286"/>
                    </a:lnTo>
                    <a:cubicBezTo>
                      <a:pt x="387" y="790"/>
                      <a:pt x="791" y="385"/>
                      <a:pt x="1286" y="385"/>
                    </a:cubicBezTo>
                    <a:close/>
                    <a:moveTo>
                      <a:pt x="1286" y="0"/>
                    </a:moveTo>
                    <a:cubicBezTo>
                      <a:pt x="577" y="0"/>
                      <a:pt x="1" y="577"/>
                      <a:pt x="1" y="1286"/>
                    </a:cubicBezTo>
                    <a:lnTo>
                      <a:pt x="1" y="1653"/>
                    </a:lnTo>
                    <a:cubicBezTo>
                      <a:pt x="1" y="2363"/>
                      <a:pt x="578" y="2940"/>
                      <a:pt x="1286" y="2940"/>
                    </a:cubicBezTo>
                    <a:lnTo>
                      <a:pt x="1704" y="2940"/>
                    </a:lnTo>
                    <a:cubicBezTo>
                      <a:pt x="2412" y="2940"/>
                      <a:pt x="2988" y="2363"/>
                      <a:pt x="2988" y="1653"/>
                    </a:cubicBezTo>
                    <a:lnTo>
                      <a:pt x="2988" y="1286"/>
                    </a:lnTo>
                    <a:cubicBezTo>
                      <a:pt x="2988" y="577"/>
                      <a:pt x="2412" y="0"/>
                      <a:pt x="170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Google Shape;363;p36"/>
              <p:cNvSpPr/>
              <p:nvPr/>
            </p:nvSpPr>
            <p:spPr>
              <a:xfrm>
                <a:off x="1415734" y="4327833"/>
                <a:ext cx="253368" cy="253426"/>
              </a:xfrm>
              <a:custGeom>
                <a:avLst/>
                <a:gdLst/>
                <a:ahLst/>
                <a:cxnLst/>
                <a:rect l="l" t="t" r="r" b="b"/>
                <a:pathLst>
                  <a:path w="4337" h="4338" extrusionOk="0">
                    <a:moveTo>
                      <a:pt x="1260" y="0"/>
                    </a:moveTo>
                    <a:cubicBezTo>
                      <a:pt x="567" y="0"/>
                      <a:pt x="1" y="568"/>
                      <a:pt x="1" y="1262"/>
                    </a:cubicBezTo>
                    <a:lnTo>
                      <a:pt x="1" y="3076"/>
                    </a:lnTo>
                    <a:cubicBezTo>
                      <a:pt x="1" y="3770"/>
                      <a:pt x="567" y="4338"/>
                      <a:pt x="1260" y="4338"/>
                    </a:cubicBezTo>
                    <a:lnTo>
                      <a:pt x="3076" y="4338"/>
                    </a:lnTo>
                    <a:cubicBezTo>
                      <a:pt x="3768" y="4338"/>
                      <a:pt x="4336" y="3770"/>
                      <a:pt x="4336" y="3076"/>
                    </a:cubicBezTo>
                    <a:lnTo>
                      <a:pt x="4336" y="1262"/>
                    </a:lnTo>
                    <a:cubicBezTo>
                      <a:pt x="4336" y="568"/>
                      <a:pt x="3768" y="0"/>
                      <a:pt x="307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Google Shape;364;p36"/>
              <p:cNvSpPr/>
              <p:nvPr/>
            </p:nvSpPr>
            <p:spPr>
              <a:xfrm>
                <a:off x="1431693" y="4343792"/>
                <a:ext cx="237419" cy="237536"/>
              </a:xfrm>
              <a:custGeom>
                <a:avLst/>
                <a:gdLst/>
                <a:ahLst/>
                <a:cxnLst/>
                <a:rect l="l" t="t" r="r" b="b"/>
                <a:pathLst>
                  <a:path w="4064" h="4066" extrusionOk="0">
                    <a:moveTo>
                      <a:pt x="3583" y="1"/>
                    </a:moveTo>
                    <a:cubicBezTo>
                      <a:pt x="3753" y="216"/>
                      <a:pt x="3855" y="487"/>
                      <a:pt x="3855" y="780"/>
                    </a:cubicBezTo>
                    <a:lnTo>
                      <a:pt x="3855" y="2596"/>
                    </a:lnTo>
                    <a:cubicBezTo>
                      <a:pt x="3855" y="3290"/>
                      <a:pt x="3288" y="3857"/>
                      <a:pt x="2595" y="3857"/>
                    </a:cubicBezTo>
                    <a:lnTo>
                      <a:pt x="779" y="3857"/>
                    </a:lnTo>
                    <a:cubicBezTo>
                      <a:pt x="486" y="3857"/>
                      <a:pt x="215" y="3754"/>
                      <a:pt x="0" y="3585"/>
                    </a:cubicBezTo>
                    <a:lnTo>
                      <a:pt x="0" y="3585"/>
                    </a:lnTo>
                    <a:cubicBezTo>
                      <a:pt x="231" y="3877"/>
                      <a:pt x="589" y="4066"/>
                      <a:pt x="987" y="4066"/>
                    </a:cubicBezTo>
                    <a:lnTo>
                      <a:pt x="2803" y="4066"/>
                    </a:lnTo>
                    <a:cubicBezTo>
                      <a:pt x="3495" y="4066"/>
                      <a:pt x="4063" y="3498"/>
                      <a:pt x="4063" y="2804"/>
                    </a:cubicBezTo>
                    <a:lnTo>
                      <a:pt x="4063" y="990"/>
                    </a:lnTo>
                    <a:cubicBezTo>
                      <a:pt x="4063" y="588"/>
                      <a:pt x="3873" y="232"/>
                      <a:pt x="358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Google Shape;365;p36"/>
              <p:cNvSpPr/>
              <p:nvPr/>
            </p:nvSpPr>
            <p:spPr>
              <a:xfrm>
                <a:off x="1504359" y="4387519"/>
                <a:ext cx="76121" cy="149906"/>
              </a:xfrm>
              <a:custGeom>
                <a:avLst/>
                <a:gdLst/>
                <a:ahLst/>
                <a:cxnLst/>
                <a:rect l="l" t="t" r="r" b="b"/>
                <a:pathLst>
                  <a:path w="1303" h="2566" extrusionOk="0">
                    <a:moveTo>
                      <a:pt x="652" y="1"/>
                    </a:moveTo>
                    <a:cubicBezTo>
                      <a:pt x="292" y="1"/>
                      <a:pt x="1" y="292"/>
                      <a:pt x="1" y="652"/>
                    </a:cubicBezTo>
                    <a:cubicBezTo>
                      <a:pt x="1" y="910"/>
                      <a:pt x="152" y="1131"/>
                      <a:pt x="369" y="1235"/>
                    </a:cubicBezTo>
                    <a:lnTo>
                      <a:pt x="46" y="2454"/>
                    </a:lnTo>
                    <a:cubicBezTo>
                      <a:pt x="32" y="2516"/>
                      <a:pt x="74" y="2566"/>
                      <a:pt x="135" y="2566"/>
                    </a:cubicBezTo>
                    <a:lnTo>
                      <a:pt x="1166" y="2566"/>
                    </a:lnTo>
                    <a:cubicBezTo>
                      <a:pt x="1227" y="2566"/>
                      <a:pt x="1269" y="2516"/>
                      <a:pt x="1256" y="2454"/>
                    </a:cubicBezTo>
                    <a:lnTo>
                      <a:pt x="934" y="1235"/>
                    </a:lnTo>
                    <a:cubicBezTo>
                      <a:pt x="1151" y="1131"/>
                      <a:pt x="1303" y="910"/>
                      <a:pt x="1303" y="652"/>
                    </a:cubicBezTo>
                    <a:cubicBezTo>
                      <a:pt x="1303" y="292"/>
                      <a:pt x="1012" y="1"/>
                      <a:pt x="65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Google Shape;366;p36"/>
              <p:cNvSpPr/>
              <p:nvPr/>
            </p:nvSpPr>
            <p:spPr>
              <a:xfrm>
                <a:off x="2074233" y="4175549"/>
                <a:ext cx="317805" cy="22024"/>
              </a:xfrm>
              <a:custGeom>
                <a:avLst/>
                <a:gdLst/>
                <a:ahLst/>
                <a:cxnLst/>
                <a:rect l="l" t="t" r="r" b="b"/>
                <a:pathLst>
                  <a:path w="5440" h="377" extrusionOk="0">
                    <a:moveTo>
                      <a:pt x="0" y="0"/>
                    </a:moveTo>
                    <a:lnTo>
                      <a:pt x="0" y="377"/>
                    </a:lnTo>
                    <a:lnTo>
                      <a:pt x="5440" y="377"/>
                    </a:lnTo>
                    <a:lnTo>
                      <a:pt x="5440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Google Shape;367;p36"/>
              <p:cNvSpPr/>
              <p:nvPr/>
            </p:nvSpPr>
            <p:spPr>
              <a:xfrm>
                <a:off x="1946263" y="4233949"/>
                <a:ext cx="573568" cy="22141"/>
              </a:xfrm>
              <a:custGeom>
                <a:avLst/>
                <a:gdLst/>
                <a:ahLst/>
                <a:cxnLst/>
                <a:rect l="l" t="t" r="r" b="b"/>
                <a:pathLst>
                  <a:path w="9818" h="379" extrusionOk="0">
                    <a:moveTo>
                      <a:pt x="0" y="1"/>
                    </a:moveTo>
                    <a:lnTo>
                      <a:pt x="0" y="378"/>
                    </a:lnTo>
                    <a:lnTo>
                      <a:pt x="9818" y="378"/>
                    </a:lnTo>
                    <a:lnTo>
                      <a:pt x="9818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Google Shape;368;p36"/>
              <p:cNvSpPr/>
              <p:nvPr/>
            </p:nvSpPr>
            <p:spPr>
              <a:xfrm>
                <a:off x="1946263" y="4349463"/>
                <a:ext cx="573568" cy="123149"/>
              </a:xfrm>
              <a:custGeom>
                <a:avLst/>
                <a:gdLst/>
                <a:ahLst/>
                <a:cxnLst/>
                <a:rect l="l" t="t" r="r" b="b"/>
                <a:pathLst>
                  <a:path w="9818" h="2108" extrusionOk="0">
                    <a:moveTo>
                      <a:pt x="8402" y="1"/>
                    </a:moveTo>
                    <a:cubicBezTo>
                      <a:pt x="8401" y="1"/>
                      <a:pt x="8401" y="1"/>
                      <a:pt x="8400" y="1"/>
                    </a:cubicBezTo>
                    <a:lnTo>
                      <a:pt x="1418" y="1"/>
                    </a:lnTo>
                    <a:cubicBezTo>
                      <a:pt x="638" y="1"/>
                      <a:pt x="0" y="475"/>
                      <a:pt x="0" y="1054"/>
                    </a:cubicBezTo>
                    <a:cubicBezTo>
                      <a:pt x="0" y="1634"/>
                      <a:pt x="638" y="2108"/>
                      <a:pt x="1418" y="2108"/>
                    </a:cubicBezTo>
                    <a:lnTo>
                      <a:pt x="8400" y="2108"/>
                    </a:lnTo>
                    <a:cubicBezTo>
                      <a:pt x="9180" y="2108"/>
                      <a:pt x="9818" y="1633"/>
                      <a:pt x="9818" y="1054"/>
                    </a:cubicBezTo>
                    <a:cubicBezTo>
                      <a:pt x="9818" y="475"/>
                      <a:pt x="9182" y="1"/>
                      <a:pt x="8402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Google Shape;369;p36"/>
              <p:cNvSpPr/>
              <p:nvPr/>
            </p:nvSpPr>
            <p:spPr>
              <a:xfrm>
                <a:off x="2076980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6" y="1"/>
                      <a:pt x="0" y="78"/>
                      <a:pt x="0" y="173"/>
                    </a:cubicBezTo>
                    <a:cubicBezTo>
                      <a:pt x="0" y="268"/>
                      <a:pt x="76" y="345"/>
                      <a:pt x="172" y="345"/>
                    </a:cubicBezTo>
                    <a:cubicBezTo>
                      <a:pt x="267" y="345"/>
                      <a:pt x="345" y="268"/>
                      <a:pt x="345" y="173"/>
                    </a:cubicBezTo>
                    <a:cubicBezTo>
                      <a:pt x="345" y="78"/>
                      <a:pt x="267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Google Shape;370;p36"/>
              <p:cNvSpPr/>
              <p:nvPr/>
            </p:nvSpPr>
            <p:spPr>
              <a:xfrm>
                <a:off x="2135382" y="4400964"/>
                <a:ext cx="20213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6" h="345" extrusionOk="0">
                    <a:moveTo>
                      <a:pt x="173" y="1"/>
                    </a:moveTo>
                    <a:cubicBezTo>
                      <a:pt x="78" y="1"/>
                      <a:pt x="1" y="78"/>
                      <a:pt x="1" y="173"/>
                    </a:cubicBezTo>
                    <a:cubicBezTo>
                      <a:pt x="1" y="268"/>
                      <a:pt x="78" y="345"/>
                      <a:pt x="173" y="345"/>
                    </a:cubicBezTo>
                    <a:cubicBezTo>
                      <a:pt x="269" y="345"/>
                      <a:pt x="345" y="268"/>
                      <a:pt x="345" y="173"/>
                    </a:cubicBezTo>
                    <a:cubicBezTo>
                      <a:pt x="345" y="78"/>
                      <a:pt x="269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Google Shape;371;p36"/>
              <p:cNvSpPr/>
              <p:nvPr/>
            </p:nvSpPr>
            <p:spPr>
              <a:xfrm>
                <a:off x="2193901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3" y="1"/>
                    </a:moveTo>
                    <a:cubicBezTo>
                      <a:pt x="78" y="1"/>
                      <a:pt x="0" y="78"/>
                      <a:pt x="0" y="173"/>
                    </a:cubicBezTo>
                    <a:cubicBezTo>
                      <a:pt x="0" y="268"/>
                      <a:pt x="78" y="345"/>
                      <a:pt x="173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68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36"/>
              <p:cNvSpPr/>
              <p:nvPr/>
            </p:nvSpPr>
            <p:spPr>
              <a:xfrm>
                <a:off x="2252420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7" y="1"/>
                      <a:pt x="0" y="78"/>
                      <a:pt x="0" y="173"/>
                    </a:cubicBezTo>
                    <a:cubicBezTo>
                      <a:pt x="0" y="268"/>
                      <a:pt x="77" y="345"/>
                      <a:pt x="172" y="345"/>
                    </a:cubicBezTo>
                    <a:cubicBezTo>
                      <a:pt x="267" y="345"/>
                      <a:pt x="344" y="268"/>
                      <a:pt x="344" y="173"/>
                    </a:cubicBezTo>
                    <a:cubicBezTo>
                      <a:pt x="344" y="78"/>
                      <a:pt x="267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Google Shape;373;p36"/>
              <p:cNvSpPr/>
              <p:nvPr/>
            </p:nvSpPr>
            <p:spPr>
              <a:xfrm>
                <a:off x="2310881" y="4400964"/>
                <a:ext cx="20213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6" h="345" extrusionOk="0">
                    <a:moveTo>
                      <a:pt x="173" y="1"/>
                    </a:moveTo>
                    <a:cubicBezTo>
                      <a:pt x="77" y="1"/>
                      <a:pt x="1" y="78"/>
                      <a:pt x="1" y="173"/>
                    </a:cubicBezTo>
                    <a:cubicBezTo>
                      <a:pt x="1" y="268"/>
                      <a:pt x="77" y="345"/>
                      <a:pt x="173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69" y="1"/>
                      <a:pt x="173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Google Shape;374;p36"/>
              <p:cNvSpPr/>
              <p:nvPr/>
            </p:nvSpPr>
            <p:spPr>
              <a:xfrm>
                <a:off x="2369341" y="4400964"/>
                <a:ext cx="20155" cy="20155"/>
              </a:xfrm>
              <a:custGeom>
                <a:avLst/>
                <a:gdLst/>
                <a:ahLst/>
                <a:cxnLst/>
                <a:rect l="l" t="t" r="r" b="b"/>
                <a:pathLst>
                  <a:path w="345" h="345" extrusionOk="0">
                    <a:moveTo>
                      <a:pt x="172" y="1"/>
                    </a:moveTo>
                    <a:cubicBezTo>
                      <a:pt x="78" y="1"/>
                      <a:pt x="0" y="78"/>
                      <a:pt x="0" y="173"/>
                    </a:cubicBezTo>
                    <a:cubicBezTo>
                      <a:pt x="0" y="268"/>
                      <a:pt x="78" y="345"/>
                      <a:pt x="172" y="345"/>
                    </a:cubicBezTo>
                    <a:cubicBezTo>
                      <a:pt x="268" y="345"/>
                      <a:pt x="345" y="268"/>
                      <a:pt x="345" y="173"/>
                    </a:cubicBezTo>
                    <a:cubicBezTo>
                      <a:pt x="345" y="78"/>
                      <a:pt x="270" y="1"/>
                      <a:pt x="172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Google Shape;375;p36"/>
              <p:cNvSpPr/>
              <p:nvPr/>
            </p:nvSpPr>
            <p:spPr>
              <a:xfrm>
                <a:off x="2133687" y="4554417"/>
                <a:ext cx="199154" cy="80795"/>
              </a:xfrm>
              <a:custGeom>
                <a:avLst/>
                <a:gdLst/>
                <a:ahLst/>
                <a:cxnLst/>
                <a:rect l="l" t="t" r="r" b="b"/>
                <a:pathLst>
                  <a:path w="3409" h="1383" extrusionOk="0">
                    <a:moveTo>
                      <a:pt x="1" y="1"/>
                    </a:moveTo>
                    <a:lnTo>
                      <a:pt x="1" y="1382"/>
                    </a:lnTo>
                    <a:lnTo>
                      <a:pt x="3408" y="1382"/>
                    </a:lnTo>
                    <a:lnTo>
                      <a:pt x="3408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Google Shape;376;p36"/>
              <p:cNvSpPr/>
              <p:nvPr/>
            </p:nvSpPr>
            <p:spPr>
              <a:xfrm>
                <a:off x="2168822" y="4583822"/>
                <a:ext cx="128816" cy="22083"/>
              </a:xfrm>
              <a:custGeom>
                <a:avLst/>
                <a:gdLst/>
                <a:ahLst/>
                <a:cxnLst/>
                <a:rect l="l" t="t" r="r" b="b"/>
                <a:pathLst>
                  <a:path w="2205" h="378" extrusionOk="0">
                    <a:moveTo>
                      <a:pt x="1" y="1"/>
                    </a:moveTo>
                    <a:lnTo>
                      <a:pt x="1" y="377"/>
                    </a:lnTo>
                    <a:lnTo>
                      <a:pt x="2204" y="377"/>
                    </a:lnTo>
                    <a:lnTo>
                      <a:pt x="2204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Google Shape;377;p36"/>
              <p:cNvSpPr/>
              <p:nvPr/>
            </p:nvSpPr>
            <p:spPr>
              <a:xfrm>
                <a:off x="1533882" y="3512341"/>
                <a:ext cx="750639" cy="651792"/>
              </a:xfrm>
              <a:custGeom>
                <a:avLst/>
                <a:gdLst/>
                <a:ahLst/>
                <a:cxnLst/>
                <a:rect l="l" t="t" r="r" b="b"/>
                <a:pathLst>
                  <a:path w="12849" h="11157" extrusionOk="0">
                    <a:moveTo>
                      <a:pt x="6424" y="0"/>
                    </a:moveTo>
                    <a:cubicBezTo>
                      <a:pt x="5969" y="362"/>
                      <a:pt x="4259" y="1596"/>
                      <a:pt x="2112" y="1632"/>
                    </a:cubicBezTo>
                    <a:cubicBezTo>
                      <a:pt x="2112" y="1632"/>
                      <a:pt x="1" y="8796"/>
                      <a:pt x="6424" y="11156"/>
                    </a:cubicBezTo>
                    <a:cubicBezTo>
                      <a:pt x="12848" y="8796"/>
                      <a:pt x="10737" y="1632"/>
                      <a:pt x="10737" y="1632"/>
                    </a:cubicBezTo>
                    <a:cubicBezTo>
                      <a:pt x="8589" y="1596"/>
                      <a:pt x="6881" y="363"/>
                      <a:pt x="6424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36"/>
              <p:cNvSpPr/>
              <p:nvPr/>
            </p:nvSpPr>
            <p:spPr>
              <a:xfrm>
                <a:off x="1771699" y="3711040"/>
                <a:ext cx="291165" cy="228364"/>
              </a:xfrm>
              <a:custGeom>
                <a:avLst/>
                <a:gdLst/>
                <a:ahLst/>
                <a:cxnLst/>
                <a:rect l="l" t="t" r="r" b="b"/>
                <a:pathLst>
                  <a:path w="4984" h="3909" extrusionOk="0">
                    <a:moveTo>
                      <a:pt x="4432" y="1"/>
                    </a:moveTo>
                    <a:lnTo>
                      <a:pt x="1875" y="2927"/>
                    </a:lnTo>
                    <a:lnTo>
                      <a:pt x="425" y="1893"/>
                    </a:lnTo>
                    <a:lnTo>
                      <a:pt x="0" y="2488"/>
                    </a:lnTo>
                    <a:lnTo>
                      <a:pt x="1990" y="3908"/>
                    </a:lnTo>
                    <a:lnTo>
                      <a:pt x="4983" y="480"/>
                    </a:lnTo>
                    <a:lnTo>
                      <a:pt x="443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Google Shape;379;p36"/>
              <p:cNvSpPr/>
              <p:nvPr/>
            </p:nvSpPr>
            <p:spPr>
              <a:xfrm>
                <a:off x="1810167" y="3602249"/>
                <a:ext cx="474546" cy="561825"/>
              </a:xfrm>
              <a:custGeom>
                <a:avLst/>
                <a:gdLst/>
                <a:ahLst/>
                <a:cxnLst/>
                <a:rect l="l" t="t" r="r" b="b"/>
                <a:pathLst>
                  <a:path w="8123" h="9617" extrusionOk="0">
                    <a:moveTo>
                      <a:pt x="5060" y="0"/>
                    </a:moveTo>
                    <a:lnTo>
                      <a:pt x="5060" y="0"/>
                    </a:lnTo>
                    <a:cubicBezTo>
                      <a:pt x="5172" y="2719"/>
                      <a:pt x="4496" y="6777"/>
                      <a:pt x="0" y="8764"/>
                    </a:cubicBezTo>
                    <a:cubicBezTo>
                      <a:pt x="487" y="9088"/>
                      <a:pt x="1049" y="9378"/>
                      <a:pt x="1700" y="9616"/>
                    </a:cubicBezTo>
                    <a:cubicBezTo>
                      <a:pt x="8122" y="7258"/>
                      <a:pt x="6011" y="94"/>
                      <a:pt x="6011" y="94"/>
                    </a:cubicBezTo>
                    <a:cubicBezTo>
                      <a:pt x="5683" y="89"/>
                      <a:pt x="5365" y="55"/>
                      <a:pt x="50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80" name="Google Shape;380;p36"/>
          <p:cNvGrpSpPr/>
          <p:nvPr/>
        </p:nvGrpSpPr>
        <p:grpSpPr>
          <a:xfrm>
            <a:off x="7280189" y="76211"/>
            <a:ext cx="1787631" cy="1977968"/>
            <a:chOff x="7280189" y="76211"/>
            <a:chExt cx="1787631" cy="1977968"/>
          </a:xfrm>
        </p:grpSpPr>
        <p:sp>
          <p:nvSpPr>
            <p:cNvPr id="381" name="Google Shape;381;p36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36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Google Shape;383;p36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36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85" name="Google Shape;385;p36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386" name="Google Shape;386;p36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Google Shape;387;p36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Google Shape;388;p36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Google Shape;389;p36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Google Shape;390;p36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Google Shape;391;p36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Google Shape;392;p36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Google Shape;393;p36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Google Shape;394;p36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Google Shape;395;p36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Google Shape;396;p36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Google Shape;397;p36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1" name="Google Shape;1951;p6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7704000" cy="6768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/>
              <a:t>TEST PLAN (high level)</a:t>
            </a:r>
            <a:endParaRPr dirty="0"/>
          </a:p>
        </p:txBody>
      </p:sp>
      <p:sp>
        <p:nvSpPr>
          <p:cNvPr id="1952" name="Google Shape;1952;p61"/>
          <p:cNvSpPr txBox="1">
            <a:spLocks noGrp="1"/>
          </p:cNvSpPr>
          <p:nvPr>
            <p:ph type="body" idx="1"/>
          </p:nvPr>
        </p:nvSpPr>
        <p:spPr>
          <a:xfrm>
            <a:off x="720000" y="1216800"/>
            <a:ext cx="3408092" cy="33867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200" dirty="0" smtClean="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OBJECTIVES</a:t>
            </a:r>
          </a:p>
          <a:p>
            <a:pPr marL="0" lvl="0" indent="0">
              <a:spcBef>
                <a:spcPts val="1000"/>
              </a:spcBef>
              <a:buNone/>
            </a:pPr>
            <a:r>
              <a:rPr lang="en" b="1" dirty="0" smtClean="0">
                <a:solidFill>
                  <a:srgbClr val="666466"/>
                </a:solidFill>
              </a:rPr>
              <a:t>Ensures the system:</a:t>
            </a:r>
            <a:endParaRPr sz="2200" dirty="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  <a:p>
            <a:pPr lvl="0">
              <a:spcBef>
                <a:spcPts val="1000"/>
              </a:spcBef>
            </a:pPr>
            <a:r>
              <a:rPr lang="en-US" sz="1400" dirty="0">
                <a:solidFill>
                  <a:schemeClr val="hlink"/>
                </a:solidFill>
                <a:uFill>
                  <a:noFill/>
                </a:uFill>
              </a:rPr>
              <a:t>Accurately detects gaze, emotion, voice, gestures, </a:t>
            </a:r>
            <a:r>
              <a:rPr lang="en-US" sz="1400" dirty="0" smtClean="0">
                <a:solidFill>
                  <a:schemeClr val="hlink"/>
                </a:solidFill>
                <a:uFill>
                  <a:noFill/>
                </a:uFill>
              </a:rPr>
              <a:t>posture</a:t>
            </a:r>
          </a:p>
          <a:p>
            <a:pPr lvl="0">
              <a:spcBef>
                <a:spcPts val="1000"/>
              </a:spcBef>
            </a:pPr>
            <a:r>
              <a:rPr lang="en-US" sz="1400" dirty="0" smtClean="0">
                <a:solidFill>
                  <a:schemeClr val="hlink"/>
                </a:solidFill>
                <a:uFill>
                  <a:noFill/>
                </a:uFill>
              </a:rPr>
              <a:t>Segments </a:t>
            </a:r>
            <a:r>
              <a:rPr lang="en-US" sz="1400" dirty="0">
                <a:solidFill>
                  <a:schemeClr val="hlink"/>
                </a:solidFill>
                <a:uFill>
                  <a:noFill/>
                </a:uFill>
              </a:rPr>
              <a:t>actions </a:t>
            </a:r>
            <a:r>
              <a:rPr lang="en-US" sz="1400" dirty="0" smtClean="0">
                <a:solidFill>
                  <a:schemeClr val="hlink"/>
                </a:solidFill>
                <a:uFill>
                  <a:noFill/>
                </a:uFill>
              </a:rPr>
              <a:t>correctly</a:t>
            </a:r>
          </a:p>
          <a:p>
            <a:pPr lvl="0">
              <a:spcBef>
                <a:spcPts val="1000"/>
              </a:spcBef>
            </a:pPr>
            <a:r>
              <a:rPr lang="en-US" sz="1400" dirty="0" smtClean="0">
                <a:solidFill>
                  <a:schemeClr val="hlink"/>
                </a:solidFill>
                <a:uFill>
                  <a:noFill/>
                </a:uFill>
              </a:rPr>
              <a:t>Produces </a:t>
            </a:r>
            <a:r>
              <a:rPr lang="en-US" sz="1400" dirty="0">
                <a:solidFill>
                  <a:schemeClr val="hlink"/>
                </a:solidFill>
                <a:uFill>
                  <a:noFill/>
                </a:uFill>
              </a:rPr>
              <a:t>meaningful performance reports</a:t>
            </a:r>
            <a:endParaRPr sz="1400" dirty="0"/>
          </a:p>
        </p:txBody>
      </p:sp>
      <p:grpSp>
        <p:nvGrpSpPr>
          <p:cNvPr id="1954" name="Google Shape;1954;p61"/>
          <p:cNvGrpSpPr/>
          <p:nvPr/>
        </p:nvGrpSpPr>
        <p:grpSpPr>
          <a:xfrm>
            <a:off x="6598316" y="3069361"/>
            <a:ext cx="2839384" cy="2378945"/>
            <a:chOff x="6598316" y="3069361"/>
            <a:chExt cx="2839384" cy="2378945"/>
          </a:xfrm>
        </p:grpSpPr>
        <p:sp>
          <p:nvSpPr>
            <p:cNvPr id="1955" name="Google Shape;1955;p61"/>
            <p:cNvSpPr/>
            <p:nvPr/>
          </p:nvSpPr>
          <p:spPr>
            <a:xfrm>
              <a:off x="8414176" y="4424570"/>
              <a:ext cx="1023524" cy="1023736"/>
            </a:xfrm>
            <a:custGeom>
              <a:avLst/>
              <a:gdLst/>
              <a:ahLst/>
              <a:cxnLst/>
              <a:rect l="l" t="t" r="r" b="b"/>
              <a:pathLst>
                <a:path w="14454" h="14457" extrusionOk="0">
                  <a:moveTo>
                    <a:pt x="7227" y="2340"/>
                  </a:moveTo>
                  <a:cubicBezTo>
                    <a:pt x="9925" y="2340"/>
                    <a:pt x="12114" y="4530"/>
                    <a:pt x="12114" y="7229"/>
                  </a:cubicBezTo>
                  <a:cubicBezTo>
                    <a:pt x="12115" y="9927"/>
                    <a:pt x="9926" y="12115"/>
                    <a:pt x="7227" y="12115"/>
                  </a:cubicBezTo>
                  <a:cubicBezTo>
                    <a:pt x="4528" y="12115"/>
                    <a:pt x="2338" y="9929"/>
                    <a:pt x="2338" y="7229"/>
                  </a:cubicBezTo>
                  <a:cubicBezTo>
                    <a:pt x="2338" y="4529"/>
                    <a:pt x="4527" y="2340"/>
                    <a:pt x="7227" y="2340"/>
                  </a:cubicBezTo>
                  <a:close/>
                  <a:moveTo>
                    <a:pt x="7228" y="0"/>
                  </a:moveTo>
                  <a:cubicBezTo>
                    <a:pt x="6692" y="0"/>
                    <a:pt x="6254" y="437"/>
                    <a:pt x="6254" y="974"/>
                  </a:cubicBezTo>
                  <a:cubicBezTo>
                    <a:pt x="6254" y="1018"/>
                    <a:pt x="6273" y="1056"/>
                    <a:pt x="6280" y="1099"/>
                  </a:cubicBezTo>
                  <a:cubicBezTo>
                    <a:pt x="5275" y="1255"/>
                    <a:pt x="4351" y="1647"/>
                    <a:pt x="3566" y="2223"/>
                  </a:cubicBezTo>
                  <a:cubicBezTo>
                    <a:pt x="3540" y="2189"/>
                    <a:pt x="3527" y="2148"/>
                    <a:pt x="3495" y="2118"/>
                  </a:cubicBezTo>
                  <a:cubicBezTo>
                    <a:pt x="3306" y="1929"/>
                    <a:pt x="3057" y="1834"/>
                    <a:pt x="2807" y="1834"/>
                  </a:cubicBezTo>
                  <a:cubicBezTo>
                    <a:pt x="2557" y="1834"/>
                    <a:pt x="2307" y="1929"/>
                    <a:pt x="2117" y="2118"/>
                  </a:cubicBezTo>
                  <a:cubicBezTo>
                    <a:pt x="1738" y="2496"/>
                    <a:pt x="1739" y="3118"/>
                    <a:pt x="2117" y="3496"/>
                  </a:cubicBezTo>
                  <a:cubicBezTo>
                    <a:pt x="2150" y="3528"/>
                    <a:pt x="2190" y="3538"/>
                    <a:pt x="2224" y="3566"/>
                  </a:cubicBezTo>
                  <a:cubicBezTo>
                    <a:pt x="1649" y="4351"/>
                    <a:pt x="1254" y="5275"/>
                    <a:pt x="1101" y="6278"/>
                  </a:cubicBezTo>
                  <a:cubicBezTo>
                    <a:pt x="1057" y="6271"/>
                    <a:pt x="1020" y="6255"/>
                    <a:pt x="975" y="6255"/>
                  </a:cubicBezTo>
                  <a:cubicBezTo>
                    <a:pt x="439" y="6255"/>
                    <a:pt x="1" y="6693"/>
                    <a:pt x="1" y="7229"/>
                  </a:cubicBezTo>
                  <a:cubicBezTo>
                    <a:pt x="1" y="7764"/>
                    <a:pt x="440" y="8203"/>
                    <a:pt x="975" y="8203"/>
                  </a:cubicBezTo>
                  <a:cubicBezTo>
                    <a:pt x="1020" y="8203"/>
                    <a:pt x="1057" y="8184"/>
                    <a:pt x="1101" y="8179"/>
                  </a:cubicBezTo>
                  <a:cubicBezTo>
                    <a:pt x="1254" y="9185"/>
                    <a:pt x="1649" y="10107"/>
                    <a:pt x="2224" y="10892"/>
                  </a:cubicBezTo>
                  <a:cubicBezTo>
                    <a:pt x="2190" y="10916"/>
                    <a:pt x="2149" y="10931"/>
                    <a:pt x="2117" y="10962"/>
                  </a:cubicBezTo>
                  <a:cubicBezTo>
                    <a:pt x="1739" y="11340"/>
                    <a:pt x="1738" y="11960"/>
                    <a:pt x="2117" y="12340"/>
                  </a:cubicBezTo>
                  <a:cubicBezTo>
                    <a:pt x="2306" y="12529"/>
                    <a:pt x="2556" y="12624"/>
                    <a:pt x="2806" y="12624"/>
                  </a:cubicBezTo>
                  <a:cubicBezTo>
                    <a:pt x="3056" y="12624"/>
                    <a:pt x="3306" y="12529"/>
                    <a:pt x="3495" y="12340"/>
                  </a:cubicBezTo>
                  <a:cubicBezTo>
                    <a:pt x="3527" y="12310"/>
                    <a:pt x="3540" y="12268"/>
                    <a:pt x="3566" y="12234"/>
                  </a:cubicBezTo>
                  <a:cubicBezTo>
                    <a:pt x="4351" y="12810"/>
                    <a:pt x="5275" y="13203"/>
                    <a:pt x="6280" y="13357"/>
                  </a:cubicBezTo>
                  <a:cubicBezTo>
                    <a:pt x="6275" y="13400"/>
                    <a:pt x="6254" y="13438"/>
                    <a:pt x="6254" y="13482"/>
                  </a:cubicBezTo>
                  <a:cubicBezTo>
                    <a:pt x="6254" y="14016"/>
                    <a:pt x="6692" y="14456"/>
                    <a:pt x="7228" y="14456"/>
                  </a:cubicBezTo>
                  <a:cubicBezTo>
                    <a:pt x="7765" y="14456"/>
                    <a:pt x="8203" y="14018"/>
                    <a:pt x="8203" y="13482"/>
                  </a:cubicBezTo>
                  <a:cubicBezTo>
                    <a:pt x="8203" y="13438"/>
                    <a:pt x="8184" y="13400"/>
                    <a:pt x="8177" y="13357"/>
                  </a:cubicBezTo>
                  <a:cubicBezTo>
                    <a:pt x="9183" y="13203"/>
                    <a:pt x="10105" y="12810"/>
                    <a:pt x="10891" y="12234"/>
                  </a:cubicBezTo>
                  <a:cubicBezTo>
                    <a:pt x="10917" y="12270"/>
                    <a:pt x="10931" y="12310"/>
                    <a:pt x="10961" y="12340"/>
                  </a:cubicBezTo>
                  <a:cubicBezTo>
                    <a:pt x="11150" y="12529"/>
                    <a:pt x="11400" y="12624"/>
                    <a:pt x="11650" y="12624"/>
                  </a:cubicBezTo>
                  <a:cubicBezTo>
                    <a:pt x="11899" y="12624"/>
                    <a:pt x="12148" y="12529"/>
                    <a:pt x="12337" y="12340"/>
                  </a:cubicBezTo>
                  <a:cubicBezTo>
                    <a:pt x="12717" y="11962"/>
                    <a:pt x="12717" y="11340"/>
                    <a:pt x="12337" y="10962"/>
                  </a:cubicBezTo>
                  <a:cubicBezTo>
                    <a:pt x="12307" y="10931"/>
                    <a:pt x="12266" y="10916"/>
                    <a:pt x="12232" y="10892"/>
                  </a:cubicBezTo>
                  <a:cubicBezTo>
                    <a:pt x="12807" y="10107"/>
                    <a:pt x="13200" y="9182"/>
                    <a:pt x="13355" y="8179"/>
                  </a:cubicBezTo>
                  <a:cubicBezTo>
                    <a:pt x="13398" y="8186"/>
                    <a:pt x="13436" y="8203"/>
                    <a:pt x="13480" y="8203"/>
                  </a:cubicBezTo>
                  <a:cubicBezTo>
                    <a:pt x="14015" y="8203"/>
                    <a:pt x="14454" y="7764"/>
                    <a:pt x="14454" y="7229"/>
                  </a:cubicBezTo>
                  <a:cubicBezTo>
                    <a:pt x="14454" y="6693"/>
                    <a:pt x="14015" y="6255"/>
                    <a:pt x="13480" y="6255"/>
                  </a:cubicBezTo>
                  <a:cubicBezTo>
                    <a:pt x="13436" y="6255"/>
                    <a:pt x="13398" y="6274"/>
                    <a:pt x="13355" y="6278"/>
                  </a:cubicBezTo>
                  <a:cubicBezTo>
                    <a:pt x="13199" y="5274"/>
                    <a:pt x="12807" y="4351"/>
                    <a:pt x="12232" y="3566"/>
                  </a:cubicBezTo>
                  <a:cubicBezTo>
                    <a:pt x="12266" y="3541"/>
                    <a:pt x="12307" y="3528"/>
                    <a:pt x="12337" y="3496"/>
                  </a:cubicBezTo>
                  <a:cubicBezTo>
                    <a:pt x="12717" y="3117"/>
                    <a:pt x="12717" y="2496"/>
                    <a:pt x="12337" y="2118"/>
                  </a:cubicBezTo>
                  <a:cubicBezTo>
                    <a:pt x="12148" y="1929"/>
                    <a:pt x="11899" y="1834"/>
                    <a:pt x="11650" y="1834"/>
                  </a:cubicBezTo>
                  <a:cubicBezTo>
                    <a:pt x="11400" y="1834"/>
                    <a:pt x="11150" y="1929"/>
                    <a:pt x="10961" y="2118"/>
                  </a:cubicBezTo>
                  <a:cubicBezTo>
                    <a:pt x="10929" y="2151"/>
                    <a:pt x="10917" y="2189"/>
                    <a:pt x="10891" y="2223"/>
                  </a:cubicBezTo>
                  <a:cubicBezTo>
                    <a:pt x="10105" y="1647"/>
                    <a:pt x="9183" y="1255"/>
                    <a:pt x="8177" y="1099"/>
                  </a:cubicBezTo>
                  <a:cubicBezTo>
                    <a:pt x="8184" y="1056"/>
                    <a:pt x="8203" y="1018"/>
                    <a:pt x="8203" y="974"/>
                  </a:cubicBezTo>
                  <a:cubicBezTo>
                    <a:pt x="8203" y="437"/>
                    <a:pt x="7765" y="0"/>
                    <a:pt x="722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6" name="Google Shape;1956;p61"/>
            <p:cNvSpPr/>
            <p:nvPr/>
          </p:nvSpPr>
          <p:spPr>
            <a:xfrm>
              <a:off x="8377237" y="306936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7" name="Google Shape;1957;p61"/>
            <p:cNvSpPr/>
            <p:nvPr/>
          </p:nvSpPr>
          <p:spPr>
            <a:xfrm>
              <a:off x="8759066" y="3449137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8" name="Google Shape;1958;p61"/>
            <p:cNvSpPr/>
            <p:nvPr/>
          </p:nvSpPr>
          <p:spPr>
            <a:xfrm>
              <a:off x="6598316" y="48112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59" name="Google Shape;1959;p61"/>
            <p:cNvGrpSpPr/>
            <p:nvPr/>
          </p:nvGrpSpPr>
          <p:grpSpPr>
            <a:xfrm>
              <a:off x="6784341" y="3801484"/>
              <a:ext cx="2196152" cy="1197112"/>
              <a:chOff x="152407" y="3801484"/>
              <a:chExt cx="2196152" cy="1197112"/>
            </a:xfrm>
          </p:grpSpPr>
          <p:sp>
            <p:nvSpPr>
              <p:cNvPr id="1960" name="Google Shape;1960;p61"/>
              <p:cNvSpPr/>
              <p:nvPr/>
            </p:nvSpPr>
            <p:spPr>
              <a:xfrm>
                <a:off x="364479" y="3983372"/>
                <a:ext cx="1623440" cy="990808"/>
              </a:xfrm>
              <a:custGeom>
                <a:avLst/>
                <a:gdLst/>
                <a:ahLst/>
                <a:cxnLst/>
                <a:rect l="l" t="t" r="r" b="b"/>
                <a:pathLst>
                  <a:path w="28990" h="17693" extrusionOk="0">
                    <a:moveTo>
                      <a:pt x="907" y="0"/>
                    </a:moveTo>
                    <a:cubicBezTo>
                      <a:pt x="410" y="0"/>
                      <a:pt x="1" y="409"/>
                      <a:pt x="1" y="907"/>
                    </a:cubicBezTo>
                    <a:lnTo>
                      <a:pt x="1" y="16787"/>
                    </a:lnTo>
                    <a:cubicBezTo>
                      <a:pt x="1" y="17284"/>
                      <a:pt x="410" y="17693"/>
                      <a:pt x="907" y="17693"/>
                    </a:cubicBezTo>
                    <a:lnTo>
                      <a:pt x="28081" y="17693"/>
                    </a:lnTo>
                    <a:cubicBezTo>
                      <a:pt x="28579" y="17693"/>
                      <a:pt x="28988" y="17284"/>
                      <a:pt x="28988" y="16787"/>
                    </a:cubicBezTo>
                    <a:lnTo>
                      <a:pt x="28989" y="16787"/>
                    </a:lnTo>
                    <a:lnTo>
                      <a:pt x="28989" y="907"/>
                    </a:lnTo>
                    <a:cubicBezTo>
                      <a:pt x="28989" y="409"/>
                      <a:pt x="28581" y="0"/>
                      <a:pt x="28084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Google Shape;1961;p61"/>
              <p:cNvSpPr/>
              <p:nvPr/>
            </p:nvSpPr>
            <p:spPr>
              <a:xfrm>
                <a:off x="417399" y="4037804"/>
                <a:ext cx="1517432" cy="774424"/>
              </a:xfrm>
              <a:custGeom>
                <a:avLst/>
                <a:gdLst/>
                <a:ahLst/>
                <a:cxnLst/>
                <a:rect l="l" t="t" r="r" b="b"/>
                <a:pathLst>
                  <a:path w="27097" h="13829" extrusionOk="0">
                    <a:moveTo>
                      <a:pt x="0" y="1"/>
                    </a:moveTo>
                    <a:lnTo>
                      <a:pt x="0" y="13829"/>
                    </a:lnTo>
                    <a:lnTo>
                      <a:pt x="27096" y="13829"/>
                    </a:lnTo>
                    <a:lnTo>
                      <a:pt x="27096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Google Shape;1962;p61"/>
              <p:cNvSpPr/>
              <p:nvPr/>
            </p:nvSpPr>
            <p:spPr>
              <a:xfrm>
                <a:off x="270567" y="4872091"/>
                <a:ext cx="1811208" cy="126504"/>
              </a:xfrm>
              <a:custGeom>
                <a:avLst/>
                <a:gdLst/>
                <a:ahLst/>
                <a:cxnLst/>
                <a:rect l="l" t="t" r="r" b="b"/>
                <a:pathLst>
                  <a:path w="32343" h="2259" extrusionOk="0">
                    <a:moveTo>
                      <a:pt x="1" y="1"/>
                    </a:moveTo>
                    <a:lnTo>
                      <a:pt x="1" y="1247"/>
                    </a:lnTo>
                    <a:cubicBezTo>
                      <a:pt x="1" y="1803"/>
                      <a:pt x="456" y="2258"/>
                      <a:pt x="1012" y="2258"/>
                    </a:cubicBezTo>
                    <a:lnTo>
                      <a:pt x="31331" y="2258"/>
                    </a:lnTo>
                    <a:cubicBezTo>
                      <a:pt x="31887" y="2258"/>
                      <a:pt x="32342" y="1803"/>
                      <a:pt x="32342" y="1247"/>
                    </a:cubicBezTo>
                    <a:lnTo>
                      <a:pt x="32342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Google Shape;1963;p61"/>
              <p:cNvSpPr/>
              <p:nvPr/>
            </p:nvSpPr>
            <p:spPr>
              <a:xfrm>
                <a:off x="996495" y="4872596"/>
                <a:ext cx="359408" cy="41328"/>
              </a:xfrm>
              <a:custGeom>
                <a:avLst/>
                <a:gdLst/>
                <a:ahLst/>
                <a:cxnLst/>
                <a:rect l="l" t="t" r="r" b="b"/>
                <a:pathLst>
                  <a:path w="6418" h="738" extrusionOk="0">
                    <a:moveTo>
                      <a:pt x="1" y="1"/>
                    </a:moveTo>
                    <a:lnTo>
                      <a:pt x="1" y="407"/>
                    </a:lnTo>
                    <a:cubicBezTo>
                      <a:pt x="1" y="589"/>
                      <a:pt x="148" y="737"/>
                      <a:pt x="330" y="737"/>
                    </a:cubicBezTo>
                    <a:lnTo>
                      <a:pt x="6089" y="737"/>
                    </a:lnTo>
                    <a:cubicBezTo>
                      <a:pt x="6270" y="737"/>
                      <a:pt x="6417" y="589"/>
                      <a:pt x="6417" y="407"/>
                    </a:cubicBez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Google Shape;1964;p61"/>
              <p:cNvSpPr/>
              <p:nvPr/>
            </p:nvSpPr>
            <p:spPr>
              <a:xfrm>
                <a:off x="1353551" y="4213196"/>
                <a:ext cx="319032" cy="22176"/>
              </a:xfrm>
              <a:custGeom>
                <a:avLst/>
                <a:gdLst/>
                <a:ahLst/>
                <a:cxnLst/>
                <a:rect l="l" t="t" r="r" b="b"/>
                <a:pathLst>
                  <a:path w="5697" h="396" extrusionOk="0">
                    <a:moveTo>
                      <a:pt x="0" y="0"/>
                    </a:moveTo>
                    <a:lnTo>
                      <a:pt x="0" y="396"/>
                    </a:lnTo>
                    <a:lnTo>
                      <a:pt x="5696" y="396"/>
                    </a:lnTo>
                    <a:lnTo>
                      <a:pt x="5696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Google Shape;1965;p61"/>
              <p:cNvSpPr/>
              <p:nvPr/>
            </p:nvSpPr>
            <p:spPr>
              <a:xfrm>
                <a:off x="1225199" y="4271772"/>
                <a:ext cx="575736" cy="22232"/>
              </a:xfrm>
              <a:custGeom>
                <a:avLst/>
                <a:gdLst/>
                <a:ahLst/>
                <a:cxnLst/>
                <a:rect l="l" t="t" r="r" b="b"/>
                <a:pathLst>
                  <a:path w="10281" h="397" extrusionOk="0">
                    <a:moveTo>
                      <a:pt x="0" y="1"/>
                    </a:moveTo>
                    <a:lnTo>
                      <a:pt x="0" y="397"/>
                    </a:lnTo>
                    <a:lnTo>
                      <a:pt x="10281" y="397"/>
                    </a:lnTo>
                    <a:lnTo>
                      <a:pt x="1028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Google Shape;1966;p61"/>
              <p:cNvSpPr/>
              <p:nvPr/>
            </p:nvSpPr>
            <p:spPr>
              <a:xfrm>
                <a:off x="1225199" y="4387580"/>
                <a:ext cx="575736" cy="123592"/>
              </a:xfrm>
              <a:custGeom>
                <a:avLst/>
                <a:gdLst/>
                <a:ahLst/>
                <a:cxnLst/>
                <a:rect l="l" t="t" r="r" b="b"/>
                <a:pathLst>
                  <a:path w="10281" h="2207" extrusionOk="0">
                    <a:moveTo>
                      <a:pt x="1485" y="1"/>
                    </a:moveTo>
                    <a:cubicBezTo>
                      <a:pt x="668" y="1"/>
                      <a:pt x="0" y="498"/>
                      <a:pt x="0" y="1104"/>
                    </a:cubicBezTo>
                    <a:cubicBezTo>
                      <a:pt x="0" y="1711"/>
                      <a:pt x="668" y="2207"/>
                      <a:pt x="1485" y="2207"/>
                    </a:cubicBezTo>
                    <a:lnTo>
                      <a:pt x="8796" y="2207"/>
                    </a:lnTo>
                    <a:cubicBezTo>
                      <a:pt x="9613" y="2207"/>
                      <a:pt x="10281" y="1711"/>
                      <a:pt x="10281" y="1104"/>
                    </a:cubicBezTo>
                    <a:cubicBezTo>
                      <a:pt x="10281" y="498"/>
                      <a:pt x="9613" y="1"/>
                      <a:pt x="8796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Google Shape;1967;p61"/>
              <p:cNvSpPr/>
              <p:nvPr/>
            </p:nvSpPr>
            <p:spPr>
              <a:xfrm>
                <a:off x="1308471" y="4430420"/>
                <a:ext cx="37856" cy="37856"/>
              </a:xfrm>
              <a:custGeom>
                <a:avLst/>
                <a:gdLst/>
                <a:ahLst/>
                <a:cxnLst/>
                <a:rect l="l" t="t" r="r" b="b"/>
                <a:pathLst>
                  <a:path w="676" h="676" extrusionOk="0">
                    <a:moveTo>
                      <a:pt x="338" y="1"/>
                    </a:moveTo>
                    <a:cubicBezTo>
                      <a:pt x="152" y="1"/>
                      <a:pt x="1" y="152"/>
                      <a:pt x="1" y="338"/>
                    </a:cubicBezTo>
                    <a:cubicBezTo>
                      <a:pt x="1" y="523"/>
                      <a:pt x="152" y="676"/>
                      <a:pt x="338" y="676"/>
                    </a:cubicBezTo>
                    <a:cubicBezTo>
                      <a:pt x="523" y="676"/>
                      <a:pt x="673" y="523"/>
                      <a:pt x="673" y="338"/>
                    </a:cubicBezTo>
                    <a:cubicBezTo>
                      <a:pt x="676" y="153"/>
                      <a:pt x="523" y="1"/>
                      <a:pt x="33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Google Shape;1968;p61"/>
              <p:cNvSpPr/>
              <p:nvPr/>
            </p:nvSpPr>
            <p:spPr>
              <a:xfrm>
                <a:off x="1382671" y="4430420"/>
                <a:ext cx="37912" cy="37856"/>
              </a:xfrm>
              <a:custGeom>
                <a:avLst/>
                <a:gdLst/>
                <a:ahLst/>
                <a:cxnLst/>
                <a:rect l="l" t="t" r="r" b="b"/>
                <a:pathLst>
                  <a:path w="677" h="676" extrusionOk="0">
                    <a:moveTo>
                      <a:pt x="339" y="1"/>
                    </a:moveTo>
                    <a:cubicBezTo>
                      <a:pt x="153" y="1"/>
                      <a:pt x="0" y="152"/>
                      <a:pt x="0" y="338"/>
                    </a:cubicBezTo>
                    <a:cubicBezTo>
                      <a:pt x="0" y="523"/>
                      <a:pt x="150" y="676"/>
                      <a:pt x="339" y="676"/>
                    </a:cubicBezTo>
                    <a:cubicBezTo>
                      <a:pt x="524" y="676"/>
                      <a:pt x="674" y="523"/>
                      <a:pt x="674" y="338"/>
                    </a:cubicBezTo>
                    <a:cubicBezTo>
                      <a:pt x="677" y="153"/>
                      <a:pt x="524" y="1"/>
                      <a:pt x="3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Google Shape;1969;p61"/>
              <p:cNvSpPr/>
              <p:nvPr/>
            </p:nvSpPr>
            <p:spPr>
              <a:xfrm>
                <a:off x="1456927" y="4430420"/>
                <a:ext cx="37912" cy="37856"/>
              </a:xfrm>
              <a:custGeom>
                <a:avLst/>
                <a:gdLst/>
                <a:ahLst/>
                <a:cxnLst/>
                <a:rect l="l" t="t" r="r" b="b"/>
                <a:pathLst>
                  <a:path w="677" h="676" extrusionOk="0">
                    <a:moveTo>
                      <a:pt x="339" y="1"/>
                    </a:moveTo>
                    <a:cubicBezTo>
                      <a:pt x="153" y="1"/>
                      <a:pt x="0" y="152"/>
                      <a:pt x="0" y="338"/>
                    </a:cubicBezTo>
                    <a:cubicBezTo>
                      <a:pt x="0" y="523"/>
                      <a:pt x="152" y="676"/>
                      <a:pt x="339" y="676"/>
                    </a:cubicBezTo>
                    <a:cubicBezTo>
                      <a:pt x="524" y="676"/>
                      <a:pt x="677" y="523"/>
                      <a:pt x="677" y="338"/>
                    </a:cubicBezTo>
                    <a:cubicBezTo>
                      <a:pt x="677" y="153"/>
                      <a:pt x="526" y="1"/>
                      <a:pt x="3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Google Shape;1970;p61"/>
              <p:cNvSpPr/>
              <p:nvPr/>
            </p:nvSpPr>
            <p:spPr>
              <a:xfrm>
                <a:off x="1531239" y="4430420"/>
                <a:ext cx="37968" cy="37856"/>
              </a:xfrm>
              <a:custGeom>
                <a:avLst/>
                <a:gdLst/>
                <a:ahLst/>
                <a:cxnLst/>
                <a:rect l="l" t="t" r="r" b="b"/>
                <a:pathLst>
                  <a:path w="678" h="676" extrusionOk="0">
                    <a:moveTo>
                      <a:pt x="339" y="1"/>
                    </a:moveTo>
                    <a:cubicBezTo>
                      <a:pt x="153" y="1"/>
                      <a:pt x="1" y="152"/>
                      <a:pt x="1" y="338"/>
                    </a:cubicBezTo>
                    <a:cubicBezTo>
                      <a:pt x="1" y="523"/>
                      <a:pt x="152" y="676"/>
                      <a:pt x="339" y="676"/>
                    </a:cubicBezTo>
                    <a:cubicBezTo>
                      <a:pt x="525" y="676"/>
                      <a:pt x="677" y="523"/>
                      <a:pt x="677" y="338"/>
                    </a:cubicBezTo>
                    <a:cubicBezTo>
                      <a:pt x="677" y="153"/>
                      <a:pt x="525" y="1"/>
                      <a:pt x="3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Google Shape;1971;p61"/>
              <p:cNvSpPr/>
              <p:nvPr/>
            </p:nvSpPr>
            <p:spPr>
              <a:xfrm>
                <a:off x="1605495" y="4430420"/>
                <a:ext cx="37968" cy="37856"/>
              </a:xfrm>
              <a:custGeom>
                <a:avLst/>
                <a:gdLst/>
                <a:ahLst/>
                <a:cxnLst/>
                <a:rect l="l" t="t" r="r" b="b"/>
                <a:pathLst>
                  <a:path w="678" h="676" extrusionOk="0">
                    <a:moveTo>
                      <a:pt x="339" y="1"/>
                    </a:moveTo>
                    <a:cubicBezTo>
                      <a:pt x="153" y="1"/>
                      <a:pt x="1" y="152"/>
                      <a:pt x="1" y="338"/>
                    </a:cubicBezTo>
                    <a:cubicBezTo>
                      <a:pt x="1" y="523"/>
                      <a:pt x="152" y="676"/>
                      <a:pt x="339" y="676"/>
                    </a:cubicBezTo>
                    <a:cubicBezTo>
                      <a:pt x="525" y="676"/>
                      <a:pt x="675" y="523"/>
                      <a:pt x="675" y="338"/>
                    </a:cubicBezTo>
                    <a:cubicBezTo>
                      <a:pt x="677" y="153"/>
                      <a:pt x="525" y="1"/>
                      <a:pt x="33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Google Shape;1972;p61"/>
              <p:cNvSpPr/>
              <p:nvPr/>
            </p:nvSpPr>
            <p:spPr>
              <a:xfrm>
                <a:off x="1679919" y="4430420"/>
                <a:ext cx="37800" cy="37856"/>
              </a:xfrm>
              <a:custGeom>
                <a:avLst/>
                <a:gdLst/>
                <a:ahLst/>
                <a:cxnLst/>
                <a:rect l="l" t="t" r="r" b="b"/>
                <a:pathLst>
                  <a:path w="675" h="676" extrusionOk="0">
                    <a:moveTo>
                      <a:pt x="336" y="1"/>
                    </a:moveTo>
                    <a:cubicBezTo>
                      <a:pt x="150" y="1"/>
                      <a:pt x="0" y="152"/>
                      <a:pt x="0" y="338"/>
                    </a:cubicBezTo>
                    <a:cubicBezTo>
                      <a:pt x="0" y="523"/>
                      <a:pt x="150" y="676"/>
                      <a:pt x="336" y="676"/>
                    </a:cubicBezTo>
                    <a:cubicBezTo>
                      <a:pt x="522" y="676"/>
                      <a:pt x="674" y="523"/>
                      <a:pt x="674" y="338"/>
                    </a:cubicBezTo>
                    <a:cubicBezTo>
                      <a:pt x="674" y="153"/>
                      <a:pt x="522" y="1"/>
                      <a:pt x="33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Google Shape;1973;p61"/>
              <p:cNvSpPr/>
              <p:nvPr/>
            </p:nvSpPr>
            <p:spPr>
              <a:xfrm>
                <a:off x="1413135" y="4593212"/>
                <a:ext cx="199920" cy="81088"/>
              </a:xfrm>
              <a:custGeom>
                <a:avLst/>
                <a:gdLst/>
                <a:ahLst/>
                <a:cxnLst/>
                <a:rect l="l" t="t" r="r" b="b"/>
                <a:pathLst>
                  <a:path w="3570" h="1448" extrusionOk="0">
                    <a:moveTo>
                      <a:pt x="1" y="1"/>
                    </a:moveTo>
                    <a:lnTo>
                      <a:pt x="1" y="1447"/>
                    </a:lnTo>
                    <a:lnTo>
                      <a:pt x="3569" y="1447"/>
                    </a:lnTo>
                    <a:lnTo>
                      <a:pt x="356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Google Shape;1974;p61"/>
              <p:cNvSpPr/>
              <p:nvPr/>
            </p:nvSpPr>
            <p:spPr>
              <a:xfrm>
                <a:off x="1448359" y="4622612"/>
                <a:ext cx="129360" cy="22232"/>
              </a:xfrm>
              <a:custGeom>
                <a:avLst/>
                <a:gdLst/>
                <a:ahLst/>
                <a:cxnLst/>
                <a:rect l="l" t="t" r="r" b="b"/>
                <a:pathLst>
                  <a:path w="2310" h="397" extrusionOk="0">
                    <a:moveTo>
                      <a:pt x="1" y="1"/>
                    </a:moveTo>
                    <a:lnTo>
                      <a:pt x="1" y="397"/>
                    </a:lnTo>
                    <a:lnTo>
                      <a:pt x="2310" y="397"/>
                    </a:lnTo>
                    <a:lnTo>
                      <a:pt x="231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Google Shape;1975;p61"/>
              <p:cNvSpPr/>
              <p:nvPr/>
            </p:nvSpPr>
            <p:spPr>
              <a:xfrm>
                <a:off x="511143" y="4119675"/>
                <a:ext cx="610680" cy="610848"/>
              </a:xfrm>
              <a:custGeom>
                <a:avLst/>
                <a:gdLst/>
                <a:ahLst/>
                <a:cxnLst/>
                <a:rect l="l" t="t" r="r" b="b"/>
                <a:pathLst>
                  <a:path w="10905" h="10908" extrusionOk="0">
                    <a:moveTo>
                      <a:pt x="5453" y="1"/>
                    </a:moveTo>
                    <a:cubicBezTo>
                      <a:pt x="2440" y="1"/>
                      <a:pt x="1" y="2443"/>
                      <a:pt x="1" y="5454"/>
                    </a:cubicBezTo>
                    <a:cubicBezTo>
                      <a:pt x="1" y="8467"/>
                      <a:pt x="2443" y="10908"/>
                      <a:pt x="5453" y="10908"/>
                    </a:cubicBezTo>
                    <a:cubicBezTo>
                      <a:pt x="8464" y="10908"/>
                      <a:pt x="10905" y="8464"/>
                      <a:pt x="10905" y="5454"/>
                    </a:cubicBezTo>
                    <a:cubicBezTo>
                      <a:pt x="10905" y="2441"/>
                      <a:pt x="8462" y="1"/>
                      <a:pt x="5453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Google Shape;1976;p61"/>
              <p:cNvSpPr/>
              <p:nvPr/>
            </p:nvSpPr>
            <p:spPr>
              <a:xfrm>
                <a:off x="738671" y="4268356"/>
                <a:ext cx="155512" cy="208992"/>
              </a:xfrm>
              <a:custGeom>
                <a:avLst/>
                <a:gdLst/>
                <a:ahLst/>
                <a:cxnLst/>
                <a:rect l="l" t="t" r="r" b="b"/>
                <a:pathLst>
                  <a:path w="2777" h="3732" extrusionOk="0">
                    <a:moveTo>
                      <a:pt x="1388" y="0"/>
                    </a:moveTo>
                    <a:cubicBezTo>
                      <a:pt x="622" y="0"/>
                      <a:pt x="0" y="834"/>
                      <a:pt x="0" y="1866"/>
                    </a:cubicBezTo>
                    <a:cubicBezTo>
                      <a:pt x="0" y="2897"/>
                      <a:pt x="622" y="3731"/>
                      <a:pt x="1388" y="3731"/>
                    </a:cubicBezTo>
                    <a:cubicBezTo>
                      <a:pt x="2155" y="3731"/>
                      <a:pt x="2777" y="2897"/>
                      <a:pt x="2777" y="1866"/>
                    </a:cubicBezTo>
                    <a:cubicBezTo>
                      <a:pt x="2777" y="836"/>
                      <a:pt x="2155" y="0"/>
                      <a:pt x="138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Google Shape;1977;p61"/>
              <p:cNvSpPr/>
              <p:nvPr/>
            </p:nvSpPr>
            <p:spPr>
              <a:xfrm>
                <a:off x="654671" y="4492972"/>
                <a:ext cx="323456" cy="237552"/>
              </a:xfrm>
              <a:custGeom>
                <a:avLst/>
                <a:gdLst/>
                <a:ahLst/>
                <a:cxnLst/>
                <a:rect l="l" t="t" r="r" b="b"/>
                <a:pathLst>
                  <a:path w="5776" h="4242" extrusionOk="0">
                    <a:moveTo>
                      <a:pt x="2888" y="1"/>
                    </a:moveTo>
                    <a:cubicBezTo>
                      <a:pt x="1293" y="1"/>
                      <a:pt x="0" y="1294"/>
                      <a:pt x="0" y="2887"/>
                    </a:cubicBezTo>
                    <a:cubicBezTo>
                      <a:pt x="0" y="3078"/>
                      <a:pt x="19" y="3267"/>
                      <a:pt x="54" y="3447"/>
                    </a:cubicBezTo>
                    <a:cubicBezTo>
                      <a:pt x="880" y="3949"/>
                      <a:pt x="1851" y="4242"/>
                      <a:pt x="2888" y="4242"/>
                    </a:cubicBezTo>
                    <a:cubicBezTo>
                      <a:pt x="3926" y="4242"/>
                      <a:pt x="4897" y="3951"/>
                      <a:pt x="5722" y="3449"/>
                    </a:cubicBezTo>
                    <a:cubicBezTo>
                      <a:pt x="5756" y="3268"/>
                      <a:pt x="5776" y="3080"/>
                      <a:pt x="5776" y="2890"/>
                    </a:cubicBezTo>
                    <a:cubicBezTo>
                      <a:pt x="5776" y="1294"/>
                      <a:pt x="4484" y="1"/>
                      <a:pt x="2888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Google Shape;1978;p61"/>
              <p:cNvSpPr/>
              <p:nvPr/>
            </p:nvSpPr>
            <p:spPr>
              <a:xfrm>
                <a:off x="152407" y="3801484"/>
                <a:ext cx="507080" cy="363832"/>
              </a:xfrm>
              <a:custGeom>
                <a:avLst/>
                <a:gdLst/>
                <a:ahLst/>
                <a:cxnLst/>
                <a:rect l="l" t="t" r="r" b="b"/>
                <a:pathLst>
                  <a:path w="9055" h="6497" extrusionOk="0">
                    <a:moveTo>
                      <a:pt x="4528" y="1"/>
                    </a:moveTo>
                    <a:cubicBezTo>
                      <a:pt x="4227" y="1"/>
                      <a:pt x="3926" y="169"/>
                      <a:pt x="3697" y="505"/>
                    </a:cubicBezTo>
                    <a:lnTo>
                      <a:pt x="457" y="5274"/>
                    </a:lnTo>
                    <a:cubicBezTo>
                      <a:pt x="1" y="5947"/>
                      <a:pt x="291" y="6496"/>
                      <a:pt x="1105" y="6496"/>
                    </a:cubicBezTo>
                    <a:lnTo>
                      <a:pt x="7952" y="6496"/>
                    </a:lnTo>
                    <a:cubicBezTo>
                      <a:pt x="8765" y="6496"/>
                      <a:pt x="9055" y="5945"/>
                      <a:pt x="8599" y="5274"/>
                    </a:cubicBezTo>
                    <a:lnTo>
                      <a:pt x="5359" y="505"/>
                    </a:lnTo>
                    <a:cubicBezTo>
                      <a:pt x="5131" y="169"/>
                      <a:pt x="4829" y="1"/>
                      <a:pt x="4528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Google Shape;1979;p61"/>
              <p:cNvSpPr/>
              <p:nvPr/>
            </p:nvSpPr>
            <p:spPr>
              <a:xfrm>
                <a:off x="393543" y="3801484"/>
                <a:ext cx="265888" cy="363832"/>
              </a:xfrm>
              <a:custGeom>
                <a:avLst/>
                <a:gdLst/>
                <a:ahLst/>
                <a:cxnLst/>
                <a:rect l="l" t="t" r="r" b="b"/>
                <a:pathLst>
                  <a:path w="4748" h="6497" extrusionOk="0">
                    <a:moveTo>
                      <a:pt x="222" y="1"/>
                    </a:moveTo>
                    <a:cubicBezTo>
                      <a:pt x="148" y="1"/>
                      <a:pt x="74" y="11"/>
                      <a:pt x="1" y="31"/>
                    </a:cubicBezTo>
                    <a:cubicBezTo>
                      <a:pt x="225" y="94"/>
                      <a:pt x="438" y="252"/>
                      <a:pt x="609" y="505"/>
                    </a:cubicBezTo>
                    <a:lnTo>
                      <a:pt x="3848" y="5274"/>
                    </a:lnTo>
                    <a:cubicBezTo>
                      <a:pt x="4306" y="5947"/>
                      <a:pt x="4013" y="6496"/>
                      <a:pt x="3201" y="6496"/>
                    </a:cubicBezTo>
                    <a:lnTo>
                      <a:pt x="3646" y="6496"/>
                    </a:lnTo>
                    <a:cubicBezTo>
                      <a:pt x="4458" y="6496"/>
                      <a:pt x="4748" y="5945"/>
                      <a:pt x="4291" y="5274"/>
                    </a:cubicBezTo>
                    <a:lnTo>
                      <a:pt x="1053" y="505"/>
                    </a:lnTo>
                    <a:cubicBezTo>
                      <a:pt x="824" y="168"/>
                      <a:pt x="524" y="1"/>
                      <a:pt x="222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Google Shape;1980;p61"/>
              <p:cNvSpPr/>
              <p:nvPr/>
            </p:nvSpPr>
            <p:spPr>
              <a:xfrm>
                <a:off x="389063" y="3891868"/>
                <a:ext cx="33600" cy="181160"/>
              </a:xfrm>
              <a:custGeom>
                <a:avLst/>
                <a:gdLst/>
                <a:ahLst/>
                <a:cxnLst/>
                <a:rect l="l" t="t" r="r" b="b"/>
                <a:pathLst>
                  <a:path w="600" h="3235" extrusionOk="0">
                    <a:moveTo>
                      <a:pt x="300" y="1"/>
                    </a:moveTo>
                    <a:cubicBezTo>
                      <a:pt x="135" y="1"/>
                      <a:pt x="0" y="135"/>
                      <a:pt x="0" y="301"/>
                    </a:cubicBezTo>
                    <a:lnTo>
                      <a:pt x="0" y="2937"/>
                    </a:lnTo>
                    <a:cubicBezTo>
                      <a:pt x="0" y="3101"/>
                      <a:pt x="133" y="3235"/>
                      <a:pt x="300" y="3235"/>
                    </a:cubicBezTo>
                    <a:cubicBezTo>
                      <a:pt x="465" y="3235"/>
                      <a:pt x="600" y="3101"/>
                      <a:pt x="600" y="2937"/>
                    </a:cubicBezTo>
                    <a:lnTo>
                      <a:pt x="600" y="301"/>
                    </a:lnTo>
                    <a:cubicBezTo>
                      <a:pt x="600" y="135"/>
                      <a:pt x="466" y="1"/>
                      <a:pt x="30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Google Shape;1981;p61"/>
              <p:cNvSpPr/>
              <p:nvPr/>
            </p:nvSpPr>
            <p:spPr>
              <a:xfrm>
                <a:off x="389063" y="4088260"/>
                <a:ext cx="33600" cy="33544"/>
              </a:xfrm>
              <a:custGeom>
                <a:avLst/>
                <a:gdLst/>
                <a:ahLst/>
                <a:cxnLst/>
                <a:rect l="l" t="t" r="r" b="b"/>
                <a:pathLst>
                  <a:path w="600" h="599" extrusionOk="0">
                    <a:moveTo>
                      <a:pt x="300" y="1"/>
                    </a:moveTo>
                    <a:cubicBezTo>
                      <a:pt x="135" y="1"/>
                      <a:pt x="0" y="132"/>
                      <a:pt x="0" y="299"/>
                    </a:cubicBezTo>
                    <a:cubicBezTo>
                      <a:pt x="0" y="464"/>
                      <a:pt x="133" y="599"/>
                      <a:pt x="300" y="599"/>
                    </a:cubicBezTo>
                    <a:cubicBezTo>
                      <a:pt x="465" y="599"/>
                      <a:pt x="600" y="464"/>
                      <a:pt x="600" y="299"/>
                    </a:cubicBezTo>
                    <a:cubicBezTo>
                      <a:pt x="600" y="135"/>
                      <a:pt x="466" y="1"/>
                      <a:pt x="30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Google Shape;1982;p61"/>
              <p:cNvSpPr/>
              <p:nvPr/>
            </p:nvSpPr>
            <p:spPr>
              <a:xfrm>
                <a:off x="1658079" y="3819796"/>
                <a:ext cx="690480" cy="858872"/>
              </a:xfrm>
              <a:custGeom>
                <a:avLst/>
                <a:gdLst/>
                <a:ahLst/>
                <a:cxnLst/>
                <a:rect l="l" t="t" r="r" b="b"/>
                <a:pathLst>
                  <a:path w="12330" h="15337" extrusionOk="0">
                    <a:moveTo>
                      <a:pt x="1" y="0"/>
                    </a:moveTo>
                    <a:lnTo>
                      <a:pt x="1" y="15336"/>
                    </a:lnTo>
                    <a:lnTo>
                      <a:pt x="12330" y="15336"/>
                    </a:lnTo>
                    <a:lnTo>
                      <a:pt x="12330" y="0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Google Shape;1983;p61"/>
              <p:cNvSpPr/>
              <p:nvPr/>
            </p:nvSpPr>
            <p:spPr>
              <a:xfrm>
                <a:off x="1658079" y="3819796"/>
                <a:ext cx="690480" cy="125104"/>
              </a:xfrm>
              <a:custGeom>
                <a:avLst/>
                <a:gdLst/>
                <a:ahLst/>
                <a:cxnLst/>
                <a:rect l="l" t="t" r="r" b="b"/>
                <a:pathLst>
                  <a:path w="12330" h="2234" extrusionOk="0">
                    <a:moveTo>
                      <a:pt x="1" y="0"/>
                    </a:moveTo>
                    <a:lnTo>
                      <a:pt x="1" y="2233"/>
                    </a:lnTo>
                    <a:lnTo>
                      <a:pt x="12330" y="2233"/>
                    </a:lnTo>
                    <a:lnTo>
                      <a:pt x="1233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Google Shape;1984;p61"/>
              <p:cNvSpPr/>
              <p:nvPr/>
            </p:nvSpPr>
            <p:spPr>
              <a:xfrm>
                <a:off x="1703103" y="3862747"/>
                <a:ext cx="36120" cy="36176"/>
              </a:xfrm>
              <a:custGeom>
                <a:avLst/>
                <a:gdLst/>
                <a:ahLst/>
                <a:cxnLst/>
                <a:rect l="l" t="t" r="r" b="b"/>
                <a:pathLst>
                  <a:path w="645" h="646" extrusionOk="0">
                    <a:moveTo>
                      <a:pt x="323" y="1"/>
                    </a:moveTo>
                    <a:cubicBezTo>
                      <a:pt x="145" y="1"/>
                      <a:pt x="0" y="144"/>
                      <a:pt x="0" y="322"/>
                    </a:cubicBezTo>
                    <a:cubicBezTo>
                      <a:pt x="0" y="500"/>
                      <a:pt x="145" y="645"/>
                      <a:pt x="323" y="645"/>
                    </a:cubicBezTo>
                    <a:cubicBezTo>
                      <a:pt x="500" y="645"/>
                      <a:pt x="645" y="500"/>
                      <a:pt x="645" y="322"/>
                    </a:cubicBezTo>
                    <a:cubicBezTo>
                      <a:pt x="645" y="144"/>
                      <a:pt x="500" y="1"/>
                      <a:pt x="32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Google Shape;1985;p61"/>
              <p:cNvSpPr/>
              <p:nvPr/>
            </p:nvSpPr>
            <p:spPr>
              <a:xfrm>
                <a:off x="1771031" y="3862747"/>
                <a:ext cx="36064" cy="36176"/>
              </a:xfrm>
              <a:custGeom>
                <a:avLst/>
                <a:gdLst/>
                <a:ahLst/>
                <a:cxnLst/>
                <a:rect l="l" t="t" r="r" b="b"/>
                <a:pathLst>
                  <a:path w="644" h="646" extrusionOk="0">
                    <a:moveTo>
                      <a:pt x="322" y="1"/>
                    </a:moveTo>
                    <a:cubicBezTo>
                      <a:pt x="144" y="1"/>
                      <a:pt x="1" y="144"/>
                      <a:pt x="1" y="322"/>
                    </a:cubicBezTo>
                    <a:cubicBezTo>
                      <a:pt x="1" y="500"/>
                      <a:pt x="144" y="645"/>
                      <a:pt x="322" y="645"/>
                    </a:cubicBezTo>
                    <a:cubicBezTo>
                      <a:pt x="500" y="645"/>
                      <a:pt x="644" y="500"/>
                      <a:pt x="644" y="322"/>
                    </a:cubicBezTo>
                    <a:cubicBezTo>
                      <a:pt x="644" y="144"/>
                      <a:pt x="500" y="1"/>
                      <a:pt x="32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Google Shape;1986;p61"/>
              <p:cNvSpPr/>
              <p:nvPr/>
            </p:nvSpPr>
            <p:spPr>
              <a:xfrm>
                <a:off x="1838847" y="3862747"/>
                <a:ext cx="36064" cy="36176"/>
              </a:xfrm>
              <a:custGeom>
                <a:avLst/>
                <a:gdLst/>
                <a:ahLst/>
                <a:cxnLst/>
                <a:rect l="l" t="t" r="r" b="b"/>
                <a:pathLst>
                  <a:path w="644" h="646" extrusionOk="0">
                    <a:moveTo>
                      <a:pt x="322" y="1"/>
                    </a:moveTo>
                    <a:cubicBezTo>
                      <a:pt x="144" y="1"/>
                      <a:pt x="0" y="144"/>
                      <a:pt x="0" y="322"/>
                    </a:cubicBezTo>
                    <a:cubicBezTo>
                      <a:pt x="0" y="500"/>
                      <a:pt x="144" y="645"/>
                      <a:pt x="322" y="645"/>
                    </a:cubicBezTo>
                    <a:cubicBezTo>
                      <a:pt x="500" y="645"/>
                      <a:pt x="643" y="500"/>
                      <a:pt x="643" y="322"/>
                    </a:cubicBezTo>
                    <a:cubicBezTo>
                      <a:pt x="643" y="144"/>
                      <a:pt x="500" y="1"/>
                      <a:pt x="32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Google Shape;1987;p61"/>
              <p:cNvSpPr/>
              <p:nvPr/>
            </p:nvSpPr>
            <p:spPr>
              <a:xfrm>
                <a:off x="1743815" y="4089772"/>
                <a:ext cx="514667" cy="448623"/>
              </a:xfrm>
              <a:custGeom>
                <a:avLst/>
                <a:gdLst/>
                <a:ahLst/>
                <a:cxnLst/>
                <a:rect l="l" t="t" r="r" b="b"/>
                <a:pathLst>
                  <a:path w="12849" h="11157" extrusionOk="0">
                    <a:moveTo>
                      <a:pt x="6424" y="0"/>
                    </a:moveTo>
                    <a:cubicBezTo>
                      <a:pt x="5969" y="362"/>
                      <a:pt x="4259" y="1596"/>
                      <a:pt x="2112" y="1632"/>
                    </a:cubicBezTo>
                    <a:cubicBezTo>
                      <a:pt x="2112" y="1632"/>
                      <a:pt x="1" y="8796"/>
                      <a:pt x="6424" y="11156"/>
                    </a:cubicBezTo>
                    <a:cubicBezTo>
                      <a:pt x="12848" y="8796"/>
                      <a:pt x="10737" y="1632"/>
                      <a:pt x="10737" y="1632"/>
                    </a:cubicBezTo>
                    <a:cubicBezTo>
                      <a:pt x="8589" y="1596"/>
                      <a:pt x="6881" y="363"/>
                      <a:pt x="6424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Google Shape;1988;p61"/>
              <p:cNvSpPr/>
              <p:nvPr/>
            </p:nvSpPr>
            <p:spPr>
              <a:xfrm>
                <a:off x="1906875" y="4226527"/>
                <a:ext cx="199634" cy="157181"/>
              </a:xfrm>
              <a:custGeom>
                <a:avLst/>
                <a:gdLst/>
                <a:ahLst/>
                <a:cxnLst/>
                <a:rect l="l" t="t" r="r" b="b"/>
                <a:pathLst>
                  <a:path w="4984" h="3909" extrusionOk="0">
                    <a:moveTo>
                      <a:pt x="4432" y="1"/>
                    </a:moveTo>
                    <a:lnTo>
                      <a:pt x="1875" y="2927"/>
                    </a:lnTo>
                    <a:lnTo>
                      <a:pt x="425" y="1893"/>
                    </a:lnTo>
                    <a:lnTo>
                      <a:pt x="0" y="2488"/>
                    </a:lnTo>
                    <a:lnTo>
                      <a:pt x="1990" y="3908"/>
                    </a:lnTo>
                    <a:lnTo>
                      <a:pt x="4983" y="480"/>
                    </a:lnTo>
                    <a:lnTo>
                      <a:pt x="4432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Google Shape;1989;p61"/>
              <p:cNvSpPr/>
              <p:nvPr/>
            </p:nvSpPr>
            <p:spPr>
              <a:xfrm>
                <a:off x="1933250" y="4151651"/>
                <a:ext cx="325367" cy="386700"/>
              </a:xfrm>
              <a:custGeom>
                <a:avLst/>
                <a:gdLst/>
                <a:ahLst/>
                <a:cxnLst/>
                <a:rect l="l" t="t" r="r" b="b"/>
                <a:pathLst>
                  <a:path w="8123" h="9617" extrusionOk="0">
                    <a:moveTo>
                      <a:pt x="5060" y="0"/>
                    </a:moveTo>
                    <a:lnTo>
                      <a:pt x="5060" y="0"/>
                    </a:lnTo>
                    <a:cubicBezTo>
                      <a:pt x="5172" y="2719"/>
                      <a:pt x="4496" y="6777"/>
                      <a:pt x="0" y="8764"/>
                    </a:cubicBezTo>
                    <a:cubicBezTo>
                      <a:pt x="487" y="9088"/>
                      <a:pt x="1049" y="9378"/>
                      <a:pt x="1700" y="9616"/>
                    </a:cubicBezTo>
                    <a:cubicBezTo>
                      <a:pt x="8122" y="7258"/>
                      <a:pt x="6011" y="94"/>
                      <a:pt x="6011" y="94"/>
                    </a:cubicBezTo>
                    <a:cubicBezTo>
                      <a:pt x="5683" y="89"/>
                      <a:pt x="5365" y="55"/>
                      <a:pt x="5060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2" name="Google Shape;1952;p61"/>
          <p:cNvSpPr txBox="1">
            <a:spLocks noGrp="1"/>
          </p:cNvSpPr>
          <p:nvPr>
            <p:ph type="body" idx="1"/>
          </p:nvPr>
        </p:nvSpPr>
        <p:spPr>
          <a:xfrm>
            <a:off x="4788511" y="1182097"/>
            <a:ext cx="3852000" cy="3386700"/>
          </a:xfrm>
          <a:prstGeom prst="rect">
            <a:avLst/>
          </a:prstGeom>
        </p:spPr>
        <p:txBody>
          <a:bodyPr spcFirstLastPara="1" wrap="square" lIns="90000" tIns="91425" rIns="90000" bIns="91425" anchor="t" anchorCtr="0">
            <a:noAutofit/>
          </a:bodyPr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200" dirty="0" smtClean="0">
                <a:solidFill>
                  <a:schemeClr val="lt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SCOPE</a:t>
            </a:r>
          </a:p>
          <a:p>
            <a:pPr marL="0" lvl="0" indent="0">
              <a:spcBef>
                <a:spcPts val="1000"/>
              </a:spcBef>
              <a:buNone/>
            </a:pPr>
            <a:r>
              <a:rPr lang="en" b="1" dirty="0" smtClean="0">
                <a:solidFill>
                  <a:srgbClr val="666466"/>
                </a:solidFill>
              </a:rPr>
              <a:t>Includes</a:t>
            </a:r>
            <a:r>
              <a:rPr lang="en" b="1" dirty="0">
                <a:solidFill>
                  <a:srgbClr val="666466"/>
                </a:solidFill>
              </a:rPr>
              <a:t>:</a:t>
            </a:r>
            <a:endParaRPr sz="2200" dirty="0">
              <a:solidFill>
                <a:schemeClr val="lt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  <a:p>
            <a:pPr lvl="0">
              <a:spcBef>
                <a:spcPts val="1000"/>
              </a:spcBef>
            </a:pPr>
            <a:r>
              <a:rPr lang="en-US" sz="1400" dirty="0" smtClean="0">
                <a:solidFill>
                  <a:schemeClr val="hlink"/>
                </a:solidFill>
                <a:uFill>
                  <a:noFill/>
                </a:uFill>
              </a:rPr>
              <a:t>Video uploading testing</a:t>
            </a:r>
          </a:p>
          <a:p>
            <a:pPr lvl="0">
              <a:spcBef>
                <a:spcPts val="1000"/>
              </a:spcBef>
            </a:pPr>
            <a:r>
              <a:rPr lang="en-US" sz="1400" dirty="0" smtClean="0">
                <a:solidFill>
                  <a:schemeClr val="hlink"/>
                </a:solidFill>
                <a:uFill>
                  <a:noFill/>
                </a:uFill>
              </a:rPr>
              <a:t>Video </a:t>
            </a:r>
            <a:r>
              <a:rPr lang="en-US" sz="1400" dirty="0">
                <a:solidFill>
                  <a:schemeClr val="hlink"/>
                </a:solidFill>
                <a:uFill>
                  <a:noFill/>
                </a:uFill>
              </a:rPr>
              <a:t>dataset testing (Sample Videos</a:t>
            </a:r>
            <a:r>
              <a:rPr lang="en-US" sz="1400" dirty="0" smtClean="0">
                <a:solidFill>
                  <a:schemeClr val="hlink"/>
                </a:solidFill>
                <a:uFill>
                  <a:noFill/>
                </a:uFill>
              </a:rPr>
              <a:t>)</a:t>
            </a:r>
          </a:p>
          <a:p>
            <a:pPr lvl="0">
              <a:spcBef>
                <a:spcPts val="1000"/>
              </a:spcBef>
            </a:pPr>
            <a:r>
              <a:rPr lang="en-US" sz="1400" dirty="0" smtClean="0">
                <a:solidFill>
                  <a:schemeClr val="hlink"/>
                </a:solidFill>
                <a:uFill>
                  <a:noFill/>
                </a:uFill>
              </a:rPr>
              <a:t>ML </a:t>
            </a:r>
            <a:r>
              <a:rPr lang="en-US" sz="1400" dirty="0">
                <a:solidFill>
                  <a:schemeClr val="hlink"/>
                </a:solidFill>
                <a:uFill>
                  <a:noFill/>
                </a:uFill>
              </a:rPr>
              <a:t>model </a:t>
            </a:r>
            <a:r>
              <a:rPr lang="en-US" sz="1400" dirty="0" smtClean="0">
                <a:solidFill>
                  <a:schemeClr val="hlink"/>
                </a:solidFill>
                <a:uFill>
                  <a:noFill/>
                </a:uFill>
              </a:rPr>
              <a:t>evaluation</a:t>
            </a:r>
          </a:p>
          <a:p>
            <a:pPr lvl="0">
              <a:spcBef>
                <a:spcPts val="1000"/>
              </a:spcBef>
            </a:pPr>
            <a:r>
              <a:rPr lang="en-US" sz="1400" dirty="0" smtClean="0">
                <a:solidFill>
                  <a:schemeClr val="hlink"/>
                </a:solidFill>
                <a:uFill>
                  <a:noFill/>
                </a:uFill>
              </a:rPr>
              <a:t>UI </a:t>
            </a:r>
            <a:r>
              <a:rPr lang="en-US" sz="1400" dirty="0">
                <a:solidFill>
                  <a:schemeClr val="hlink"/>
                </a:solidFill>
                <a:uFill>
                  <a:noFill/>
                </a:uFill>
              </a:rPr>
              <a:t>usability</a:t>
            </a:r>
            <a:endParaRPr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391457320"/>
              </p:ext>
            </p:extLst>
          </p:nvPr>
        </p:nvGraphicFramePr>
        <p:xfrm>
          <a:off x="719999" y="1249859"/>
          <a:ext cx="7678784" cy="3363971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19196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3204050409"/>
                    </a:ext>
                  </a:extLst>
                </a:gridCol>
                <a:gridCol w="191969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4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A1. Video Input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STEPS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TC-01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upload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Choose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file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Accepts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browsing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TC-02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Frame Capture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Run system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Frames processed continuously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TC-03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Invalid </a:t>
                      </a: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type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Wrong fie input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Error handled gracefully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TC-04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File ready to be processed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Start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analysis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Load report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04469706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A2.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Emotion Detection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TC-05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Happy face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"Happy" detected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TC-06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Sad acting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"Sad" detected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TC-07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Neutral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Neutral detected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TC-08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Lighting change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detects correctly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8214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3433445639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A3.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Face and Eye Tracking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TC-09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face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crash, no detection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TC-10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Eye Tracking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Eye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scoring and analysis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TC-11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v</a:t>
                      </a: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oice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crash, no detection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TC-12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faces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Only one face tracked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3949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4265758334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A4.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Gesture Recognition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TC-13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Known gesture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Correct classification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TC-14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Unknown gesture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Rejected or low confidence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TC-15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Speed variation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recognized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TC-16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Noise input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false positives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953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746135" y="228600"/>
            <a:ext cx="5558400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 smtClean="0"/>
              <a:t>A. Functional 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3271832495"/>
              </p:ext>
            </p:extLst>
          </p:nvPr>
        </p:nvGraphicFramePr>
        <p:xfrm>
          <a:off x="719999" y="1249859"/>
          <a:ext cx="7457898" cy="319920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59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596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67777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A5.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Action Segmentation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087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TC-17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actions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All actions segmented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948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TC-18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Overlapping actions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Correct boundaries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TC-19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Speed variation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Still recognized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078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TC-20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Missing frames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Robust handling, scoring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48928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1724190117"/>
              </p:ext>
            </p:extLst>
          </p:nvPr>
        </p:nvGraphicFramePr>
        <p:xfrm>
          <a:off x="335766" y="103231"/>
          <a:ext cx="8389824" cy="4962256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7966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96608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796608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50031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A6.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Report Generation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115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3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TC-21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Generate report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Output created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32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TC-22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Printing report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Printed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locally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TC-23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Score display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Numeric scores shown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TC-24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Perfor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mance classification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Good, Moderate or Bad shown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TC-25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Visualization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Widgets render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076122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TC-26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New analysis restart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Button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accessible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2314701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TC-27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Variables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Classification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Independent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variable scoring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12028124"/>
                  </a:ext>
                </a:extLst>
              </a:tr>
              <a:tr h="46576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TC-28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Recommendations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Improvement advices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7504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5402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</a:t>
            </a:r>
            <a:r>
              <a:rPr lang="en" sz="3600" dirty="0" smtClean="0"/>
              <a:t>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1944808462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B1</a:t>
                      </a: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Performance Testing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TC-29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FPS (real-time)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≥ 15 FPS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TC-30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Processing delay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 200 </a:t>
                      </a:r>
                      <a:r>
                        <a:rPr lang="en-US" sz="1200" dirty="0" err="1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TC-31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CPU usage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 80%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TC-32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Memory usage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8359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</a:t>
            </a:r>
            <a:r>
              <a:rPr lang="en" sz="3600" dirty="0" smtClean="0"/>
              <a:t>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343102067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B2.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Usability Testing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TC-33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First-time user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Can run without help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TC-34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UI clarity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Buttons understandable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TC-35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Report readability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Easy to interpret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TC-36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Error messages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Clear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96712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</a:t>
            </a:r>
            <a:r>
              <a:rPr lang="en" sz="3600" dirty="0" smtClean="0"/>
              <a:t>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1441281254"/>
              </p:ext>
            </p:extLst>
          </p:nvPr>
        </p:nvGraphicFramePr>
        <p:xfrm>
          <a:off x="910670" y="1248229"/>
          <a:ext cx="7447428" cy="3489054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588889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B3.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Security Testing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433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803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TC-37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Invalid file upload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Rejected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TC-38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Large file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Handled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safely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TC-39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Data privacy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No external leaks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90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TC-40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Path injection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Prevented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9954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3" name="Google Shape;1613;p57"/>
          <p:cNvSpPr txBox="1">
            <a:spLocks noGrp="1"/>
          </p:cNvSpPr>
          <p:nvPr>
            <p:ph type="title"/>
          </p:nvPr>
        </p:nvSpPr>
        <p:spPr>
          <a:xfrm>
            <a:off x="1478140" y="159129"/>
            <a:ext cx="6162501" cy="836928"/>
          </a:xfrm>
          <a:prstGeom prst="rect">
            <a:avLst/>
          </a:prstGeom>
        </p:spPr>
        <p:txBody>
          <a:bodyPr spcFirstLastPara="1" wrap="square" lIns="90000" tIns="91425" rIns="90000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B</a:t>
            </a:r>
            <a:r>
              <a:rPr lang="en" sz="3600" dirty="0" smtClean="0"/>
              <a:t>. Non-Functional </a:t>
            </a:r>
            <a:r>
              <a:rPr lang="en" sz="3600" dirty="0" smtClean="0"/>
              <a:t>Cases</a:t>
            </a:r>
            <a:endParaRPr sz="3600" dirty="0"/>
          </a:p>
        </p:txBody>
      </p:sp>
      <p:grpSp>
        <p:nvGrpSpPr>
          <p:cNvPr id="1643" name="Google Shape;1643;p57"/>
          <p:cNvGrpSpPr/>
          <p:nvPr/>
        </p:nvGrpSpPr>
        <p:grpSpPr>
          <a:xfrm>
            <a:off x="8005641" y="76211"/>
            <a:ext cx="1062179" cy="1172018"/>
            <a:chOff x="7280189" y="76211"/>
            <a:chExt cx="1787631" cy="1977968"/>
          </a:xfrm>
        </p:grpSpPr>
        <p:sp>
          <p:nvSpPr>
            <p:cNvPr id="1644" name="Google Shape;1644;p57"/>
            <p:cNvSpPr/>
            <p:nvPr/>
          </p:nvSpPr>
          <p:spPr>
            <a:xfrm flipH="1">
              <a:off x="8374848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5" name="Google Shape;1645;p57"/>
            <p:cNvSpPr/>
            <p:nvPr/>
          </p:nvSpPr>
          <p:spPr>
            <a:xfrm flipH="1">
              <a:off x="8423992" y="1674411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6" name="Google Shape;1646;p57"/>
            <p:cNvSpPr/>
            <p:nvPr/>
          </p:nvSpPr>
          <p:spPr>
            <a:xfrm flipH="1">
              <a:off x="7280189" y="152412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7" name="Google Shape;1647;p57"/>
            <p:cNvSpPr/>
            <p:nvPr/>
          </p:nvSpPr>
          <p:spPr>
            <a:xfrm flipH="1">
              <a:off x="8803390" y="1487037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48" name="Google Shape;1648;p57"/>
            <p:cNvGrpSpPr/>
            <p:nvPr/>
          </p:nvGrpSpPr>
          <p:grpSpPr>
            <a:xfrm>
              <a:off x="7501625" y="155243"/>
              <a:ext cx="1489976" cy="1255570"/>
              <a:chOff x="616175" y="1570092"/>
              <a:chExt cx="1489976" cy="1255570"/>
            </a:xfrm>
          </p:grpSpPr>
          <p:sp>
            <p:nvSpPr>
              <p:cNvPr id="1649" name="Google Shape;1649;p57"/>
              <p:cNvSpPr/>
              <p:nvPr/>
            </p:nvSpPr>
            <p:spPr>
              <a:xfrm>
                <a:off x="667023" y="1570092"/>
                <a:ext cx="1439129" cy="1249757"/>
              </a:xfrm>
              <a:custGeom>
                <a:avLst/>
                <a:gdLst/>
                <a:ahLst/>
                <a:cxnLst/>
                <a:rect l="l" t="t" r="r" b="b"/>
                <a:pathLst>
                  <a:path w="61898" h="53753" extrusionOk="0">
                    <a:moveTo>
                      <a:pt x="30950" y="0"/>
                    </a:moveTo>
                    <a:cubicBezTo>
                      <a:pt x="28754" y="1744"/>
                      <a:pt x="20519" y="7692"/>
                      <a:pt x="10168" y="7862"/>
                    </a:cubicBezTo>
                    <a:cubicBezTo>
                      <a:pt x="10168" y="7862"/>
                      <a:pt x="1" y="42385"/>
                      <a:pt x="30950" y="53752"/>
                    </a:cubicBezTo>
                    <a:cubicBezTo>
                      <a:pt x="61898" y="42385"/>
                      <a:pt x="51730" y="7862"/>
                      <a:pt x="51730" y="7862"/>
                    </a:cubicBezTo>
                    <a:cubicBezTo>
                      <a:pt x="41380" y="7692"/>
                      <a:pt x="33146" y="1744"/>
                      <a:pt x="309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57"/>
              <p:cNvSpPr/>
              <p:nvPr/>
            </p:nvSpPr>
            <p:spPr>
              <a:xfrm>
                <a:off x="1122607" y="1950811"/>
                <a:ext cx="558232" cy="437844"/>
              </a:xfrm>
              <a:custGeom>
                <a:avLst/>
                <a:gdLst/>
                <a:ahLst/>
                <a:cxnLst/>
                <a:rect l="l" t="t" r="r" b="b"/>
                <a:pathLst>
                  <a:path w="24010" h="18832" extrusionOk="0">
                    <a:moveTo>
                      <a:pt x="21357" y="1"/>
                    </a:moveTo>
                    <a:lnTo>
                      <a:pt x="9034" y="14110"/>
                    </a:lnTo>
                    <a:lnTo>
                      <a:pt x="2048" y="9121"/>
                    </a:lnTo>
                    <a:lnTo>
                      <a:pt x="0" y="11987"/>
                    </a:lnTo>
                    <a:lnTo>
                      <a:pt x="9587" y="18831"/>
                    </a:lnTo>
                    <a:lnTo>
                      <a:pt x="24009" y="2319"/>
                    </a:lnTo>
                    <a:lnTo>
                      <a:pt x="21357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57"/>
              <p:cNvSpPr/>
              <p:nvPr/>
            </p:nvSpPr>
            <p:spPr>
              <a:xfrm>
                <a:off x="1196239" y="1742421"/>
                <a:ext cx="909912" cy="1077428"/>
              </a:xfrm>
              <a:custGeom>
                <a:avLst/>
                <a:gdLst/>
                <a:ahLst/>
                <a:cxnLst/>
                <a:rect l="l" t="t" r="r" b="b"/>
                <a:pathLst>
                  <a:path w="39136" h="46341" extrusionOk="0">
                    <a:moveTo>
                      <a:pt x="24380" y="0"/>
                    </a:moveTo>
                    <a:cubicBezTo>
                      <a:pt x="24919" y="13103"/>
                      <a:pt x="21662" y="32654"/>
                      <a:pt x="0" y="42228"/>
                    </a:cubicBezTo>
                    <a:cubicBezTo>
                      <a:pt x="2344" y="43794"/>
                      <a:pt x="5052" y="45188"/>
                      <a:pt x="8188" y="46340"/>
                    </a:cubicBezTo>
                    <a:cubicBezTo>
                      <a:pt x="39136" y="34973"/>
                      <a:pt x="28968" y="450"/>
                      <a:pt x="28968" y="450"/>
                    </a:cubicBezTo>
                    <a:cubicBezTo>
                      <a:pt x="27384" y="423"/>
                      <a:pt x="25851" y="260"/>
                      <a:pt x="2438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57"/>
              <p:cNvSpPr/>
              <p:nvPr/>
            </p:nvSpPr>
            <p:spPr>
              <a:xfrm>
                <a:off x="684646" y="1942580"/>
                <a:ext cx="303273" cy="298344"/>
              </a:xfrm>
              <a:custGeom>
                <a:avLst/>
                <a:gdLst/>
                <a:ahLst/>
                <a:cxnLst/>
                <a:rect l="l" t="t" r="r" b="b"/>
                <a:pathLst>
                  <a:path w="13044" h="12832" extrusionOk="0">
                    <a:moveTo>
                      <a:pt x="7432" y="1682"/>
                    </a:moveTo>
                    <a:cubicBezTo>
                      <a:pt x="9597" y="1682"/>
                      <a:pt x="11360" y="3444"/>
                      <a:pt x="11360" y="5610"/>
                    </a:cubicBezTo>
                    <a:lnTo>
                      <a:pt x="11360" y="7217"/>
                    </a:lnTo>
                    <a:cubicBezTo>
                      <a:pt x="11360" y="9385"/>
                      <a:pt x="9599" y="11147"/>
                      <a:pt x="7432" y="11147"/>
                    </a:cubicBezTo>
                    <a:lnTo>
                      <a:pt x="5612" y="11147"/>
                    </a:lnTo>
                    <a:cubicBezTo>
                      <a:pt x="3447" y="11147"/>
                      <a:pt x="1683" y="9384"/>
                      <a:pt x="1683" y="7217"/>
                    </a:cubicBezTo>
                    <a:lnTo>
                      <a:pt x="1683" y="5610"/>
                    </a:lnTo>
                    <a:cubicBezTo>
                      <a:pt x="1683" y="3444"/>
                      <a:pt x="3445" y="1682"/>
                      <a:pt x="5612" y="1682"/>
                    </a:cubicBezTo>
                    <a:close/>
                    <a:moveTo>
                      <a:pt x="5612" y="0"/>
                    </a:moveTo>
                    <a:cubicBezTo>
                      <a:pt x="2517" y="0"/>
                      <a:pt x="0" y="2517"/>
                      <a:pt x="0" y="5612"/>
                    </a:cubicBezTo>
                    <a:lnTo>
                      <a:pt x="0" y="7219"/>
                    </a:lnTo>
                    <a:cubicBezTo>
                      <a:pt x="0" y="10313"/>
                      <a:pt x="2517" y="12832"/>
                      <a:pt x="5612" y="12832"/>
                    </a:cubicBezTo>
                    <a:lnTo>
                      <a:pt x="7432" y="12832"/>
                    </a:lnTo>
                    <a:cubicBezTo>
                      <a:pt x="10527" y="12832"/>
                      <a:pt x="13043" y="10313"/>
                      <a:pt x="13043" y="7219"/>
                    </a:cubicBezTo>
                    <a:lnTo>
                      <a:pt x="13043" y="5612"/>
                    </a:lnTo>
                    <a:cubicBezTo>
                      <a:pt x="13043" y="2517"/>
                      <a:pt x="10527" y="0"/>
                      <a:pt x="7432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57"/>
              <p:cNvSpPr/>
              <p:nvPr/>
            </p:nvSpPr>
            <p:spPr>
              <a:xfrm>
                <a:off x="616175" y="2074152"/>
                <a:ext cx="440216" cy="440239"/>
              </a:xfrm>
              <a:custGeom>
                <a:avLst/>
                <a:gdLst/>
                <a:ahLst/>
                <a:cxnLst/>
                <a:rect l="l" t="t" r="r" b="b"/>
                <a:pathLst>
                  <a:path w="18934" h="18935" extrusionOk="0">
                    <a:moveTo>
                      <a:pt x="5504" y="1"/>
                    </a:moveTo>
                    <a:cubicBezTo>
                      <a:pt x="2477" y="1"/>
                      <a:pt x="0" y="2478"/>
                      <a:pt x="0" y="5507"/>
                    </a:cubicBezTo>
                    <a:lnTo>
                      <a:pt x="0" y="13430"/>
                    </a:lnTo>
                    <a:cubicBezTo>
                      <a:pt x="0" y="16458"/>
                      <a:pt x="2477" y="18934"/>
                      <a:pt x="5504" y="18934"/>
                    </a:cubicBezTo>
                    <a:lnTo>
                      <a:pt x="13429" y="18934"/>
                    </a:lnTo>
                    <a:cubicBezTo>
                      <a:pt x="16456" y="18934"/>
                      <a:pt x="18933" y="16458"/>
                      <a:pt x="18933" y="13430"/>
                    </a:cubicBezTo>
                    <a:lnTo>
                      <a:pt x="18933" y="5507"/>
                    </a:lnTo>
                    <a:cubicBezTo>
                      <a:pt x="18933" y="2478"/>
                      <a:pt x="16456" y="1"/>
                      <a:pt x="13429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57"/>
              <p:cNvSpPr/>
              <p:nvPr/>
            </p:nvSpPr>
            <p:spPr>
              <a:xfrm>
                <a:off x="643866" y="2101866"/>
                <a:ext cx="412525" cy="412478"/>
              </a:xfrm>
              <a:custGeom>
                <a:avLst/>
                <a:gdLst/>
                <a:ahLst/>
                <a:cxnLst/>
                <a:rect l="l" t="t" r="r" b="b"/>
                <a:pathLst>
                  <a:path w="17743" h="17741" extrusionOk="0">
                    <a:moveTo>
                      <a:pt x="15642" y="0"/>
                    </a:moveTo>
                    <a:lnTo>
                      <a:pt x="15642" y="0"/>
                    </a:lnTo>
                    <a:cubicBezTo>
                      <a:pt x="16386" y="940"/>
                      <a:pt x="16832" y="2123"/>
                      <a:pt x="16832" y="3404"/>
                    </a:cubicBezTo>
                    <a:lnTo>
                      <a:pt x="16832" y="11329"/>
                    </a:lnTo>
                    <a:cubicBezTo>
                      <a:pt x="16832" y="14356"/>
                      <a:pt x="14356" y="16834"/>
                      <a:pt x="11328" y="16834"/>
                    </a:cubicBezTo>
                    <a:lnTo>
                      <a:pt x="3405" y="16834"/>
                    </a:lnTo>
                    <a:cubicBezTo>
                      <a:pt x="2121" y="16834"/>
                      <a:pt x="940" y="16384"/>
                      <a:pt x="0" y="15641"/>
                    </a:cubicBezTo>
                    <a:lnTo>
                      <a:pt x="0" y="15641"/>
                    </a:lnTo>
                    <a:cubicBezTo>
                      <a:pt x="1011" y="16915"/>
                      <a:pt x="2568" y="17741"/>
                      <a:pt x="4312" y="17741"/>
                    </a:cubicBezTo>
                    <a:lnTo>
                      <a:pt x="12237" y="17741"/>
                    </a:lnTo>
                    <a:cubicBezTo>
                      <a:pt x="15264" y="17741"/>
                      <a:pt x="17741" y="15265"/>
                      <a:pt x="17741" y="12237"/>
                    </a:cubicBezTo>
                    <a:lnTo>
                      <a:pt x="17741" y="4313"/>
                    </a:lnTo>
                    <a:cubicBezTo>
                      <a:pt x="17742" y="2571"/>
                      <a:pt x="16917" y="1011"/>
                      <a:pt x="1564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57"/>
              <p:cNvSpPr/>
              <p:nvPr/>
            </p:nvSpPr>
            <p:spPr>
              <a:xfrm>
                <a:off x="770229" y="2177754"/>
                <a:ext cx="132107" cy="260307"/>
              </a:xfrm>
              <a:custGeom>
                <a:avLst/>
                <a:gdLst/>
                <a:ahLst/>
                <a:cxnLst/>
                <a:rect l="l" t="t" r="r" b="b"/>
                <a:pathLst>
                  <a:path w="5682" h="11196" extrusionOk="0">
                    <a:moveTo>
                      <a:pt x="2841" y="1"/>
                    </a:moveTo>
                    <a:cubicBezTo>
                      <a:pt x="1272" y="1"/>
                      <a:pt x="0" y="1272"/>
                      <a:pt x="0" y="2841"/>
                    </a:cubicBezTo>
                    <a:cubicBezTo>
                      <a:pt x="0" y="3966"/>
                      <a:pt x="659" y="4931"/>
                      <a:pt x="1610" y="5390"/>
                    </a:cubicBezTo>
                    <a:lnTo>
                      <a:pt x="197" y="10712"/>
                    </a:lnTo>
                    <a:cubicBezTo>
                      <a:pt x="142" y="10978"/>
                      <a:pt x="320" y="11195"/>
                      <a:pt x="592" y="11195"/>
                    </a:cubicBezTo>
                    <a:lnTo>
                      <a:pt x="5093" y="11195"/>
                    </a:lnTo>
                    <a:cubicBezTo>
                      <a:pt x="5362" y="11195"/>
                      <a:pt x="5541" y="10979"/>
                      <a:pt x="5487" y="10712"/>
                    </a:cubicBezTo>
                    <a:lnTo>
                      <a:pt x="4074" y="5389"/>
                    </a:lnTo>
                    <a:cubicBezTo>
                      <a:pt x="5021" y="4931"/>
                      <a:pt x="5681" y="3969"/>
                      <a:pt x="5681" y="2841"/>
                    </a:cubicBezTo>
                    <a:cubicBezTo>
                      <a:pt x="5681" y="1272"/>
                      <a:pt x="4409" y="1"/>
                      <a:pt x="284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57"/>
              <p:cNvSpPr/>
              <p:nvPr/>
            </p:nvSpPr>
            <p:spPr>
              <a:xfrm>
                <a:off x="1520181" y="2312813"/>
                <a:ext cx="460792" cy="419849"/>
              </a:xfrm>
              <a:custGeom>
                <a:avLst/>
                <a:gdLst/>
                <a:ahLst/>
                <a:cxnLst/>
                <a:rect l="l" t="t" r="r" b="b"/>
                <a:pathLst>
                  <a:path w="19819" h="18058" extrusionOk="0">
                    <a:moveTo>
                      <a:pt x="9912" y="2045"/>
                    </a:moveTo>
                    <a:cubicBezTo>
                      <a:pt x="11699" y="2045"/>
                      <a:pt x="13486" y="2726"/>
                      <a:pt x="14849" y="4089"/>
                    </a:cubicBezTo>
                    <a:cubicBezTo>
                      <a:pt x="17573" y="6818"/>
                      <a:pt x="17573" y="11238"/>
                      <a:pt x="14849" y="13963"/>
                    </a:cubicBezTo>
                    <a:cubicBezTo>
                      <a:pt x="13485" y="15326"/>
                      <a:pt x="11698" y="16007"/>
                      <a:pt x="9911" y="16007"/>
                    </a:cubicBezTo>
                    <a:cubicBezTo>
                      <a:pt x="8124" y="16007"/>
                      <a:pt x="6338" y="15326"/>
                      <a:pt x="4975" y="13963"/>
                    </a:cubicBezTo>
                    <a:cubicBezTo>
                      <a:pt x="2250" y="11238"/>
                      <a:pt x="2250" y="6817"/>
                      <a:pt x="4975" y="4089"/>
                    </a:cubicBezTo>
                    <a:cubicBezTo>
                      <a:pt x="6338" y="2726"/>
                      <a:pt x="8125" y="2045"/>
                      <a:pt x="9912" y="2045"/>
                    </a:cubicBezTo>
                    <a:close/>
                    <a:moveTo>
                      <a:pt x="9911" y="1"/>
                    </a:moveTo>
                    <a:cubicBezTo>
                      <a:pt x="7601" y="1"/>
                      <a:pt x="5289" y="882"/>
                      <a:pt x="3526" y="2645"/>
                    </a:cubicBezTo>
                    <a:cubicBezTo>
                      <a:pt x="1" y="6171"/>
                      <a:pt x="1" y="11887"/>
                      <a:pt x="3526" y="15413"/>
                    </a:cubicBezTo>
                    <a:cubicBezTo>
                      <a:pt x="5289" y="17176"/>
                      <a:pt x="7600" y="18057"/>
                      <a:pt x="9910" y="18057"/>
                    </a:cubicBezTo>
                    <a:cubicBezTo>
                      <a:pt x="12221" y="18057"/>
                      <a:pt x="14531" y="17176"/>
                      <a:pt x="16294" y="15413"/>
                    </a:cubicBezTo>
                    <a:cubicBezTo>
                      <a:pt x="19819" y="11887"/>
                      <a:pt x="19819" y="6171"/>
                      <a:pt x="16294" y="2645"/>
                    </a:cubicBezTo>
                    <a:cubicBezTo>
                      <a:pt x="14533" y="882"/>
                      <a:pt x="12222" y="1"/>
                      <a:pt x="9911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57"/>
              <p:cNvSpPr/>
              <p:nvPr/>
            </p:nvSpPr>
            <p:spPr>
              <a:xfrm>
                <a:off x="1572494" y="2360336"/>
                <a:ext cx="356283" cy="324663"/>
              </a:xfrm>
              <a:custGeom>
                <a:avLst/>
                <a:gdLst/>
                <a:ahLst/>
                <a:cxnLst/>
                <a:rect l="l" t="t" r="r" b="b"/>
                <a:pathLst>
                  <a:path w="15324" h="13964" extrusionOk="0">
                    <a:moveTo>
                      <a:pt x="7662" y="1"/>
                    </a:moveTo>
                    <a:cubicBezTo>
                      <a:pt x="5875" y="1"/>
                      <a:pt x="4088" y="682"/>
                      <a:pt x="2725" y="2045"/>
                    </a:cubicBezTo>
                    <a:cubicBezTo>
                      <a:pt x="0" y="4773"/>
                      <a:pt x="0" y="9194"/>
                      <a:pt x="2725" y="11919"/>
                    </a:cubicBezTo>
                    <a:cubicBezTo>
                      <a:pt x="4088" y="13282"/>
                      <a:pt x="5874" y="13963"/>
                      <a:pt x="7661" y="13963"/>
                    </a:cubicBezTo>
                    <a:cubicBezTo>
                      <a:pt x="9448" y="13963"/>
                      <a:pt x="11235" y="13282"/>
                      <a:pt x="12599" y="11919"/>
                    </a:cubicBezTo>
                    <a:cubicBezTo>
                      <a:pt x="15323" y="9194"/>
                      <a:pt x="15323" y="4774"/>
                      <a:pt x="12599" y="2045"/>
                    </a:cubicBezTo>
                    <a:cubicBezTo>
                      <a:pt x="11236" y="682"/>
                      <a:pt x="9449" y="1"/>
                      <a:pt x="7662" y="1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57"/>
              <p:cNvSpPr/>
              <p:nvPr/>
            </p:nvSpPr>
            <p:spPr>
              <a:xfrm>
                <a:off x="1847100" y="2619178"/>
                <a:ext cx="206506" cy="206483"/>
              </a:xfrm>
              <a:custGeom>
                <a:avLst/>
                <a:gdLst/>
                <a:ahLst/>
                <a:cxnLst/>
                <a:rect l="l" t="t" r="r" b="b"/>
                <a:pathLst>
                  <a:path w="8882" h="8881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7309" y="8880"/>
                    </a:lnTo>
                    <a:lnTo>
                      <a:pt x="8882" y="7310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57"/>
              <p:cNvSpPr/>
              <p:nvPr/>
            </p:nvSpPr>
            <p:spPr>
              <a:xfrm>
                <a:off x="1980462" y="2752540"/>
                <a:ext cx="73144" cy="73121"/>
              </a:xfrm>
              <a:custGeom>
                <a:avLst/>
                <a:gdLst/>
                <a:ahLst/>
                <a:cxnLst/>
                <a:rect l="l" t="t" r="r" b="b"/>
                <a:pathLst>
                  <a:path w="3146" h="3145" extrusionOk="0">
                    <a:moveTo>
                      <a:pt x="1573" y="0"/>
                    </a:moveTo>
                    <a:lnTo>
                      <a:pt x="0" y="1574"/>
                    </a:lnTo>
                    <a:lnTo>
                      <a:pt x="1573" y="3144"/>
                    </a:lnTo>
                    <a:lnTo>
                      <a:pt x="3146" y="1574"/>
                    </a:lnTo>
                    <a:lnTo>
                      <a:pt x="157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57"/>
              <p:cNvSpPr/>
              <p:nvPr/>
            </p:nvSpPr>
            <p:spPr>
              <a:xfrm>
                <a:off x="1727339" y="2398978"/>
                <a:ext cx="50057" cy="50034"/>
              </a:xfrm>
              <a:custGeom>
                <a:avLst/>
                <a:gdLst/>
                <a:ahLst/>
                <a:cxnLst/>
                <a:rect l="l" t="t" r="r" b="b"/>
                <a:pathLst>
                  <a:path w="2153" h="2152" extrusionOk="0">
                    <a:moveTo>
                      <a:pt x="1077" y="0"/>
                    </a:moveTo>
                    <a:cubicBezTo>
                      <a:pt x="482" y="0"/>
                      <a:pt x="0" y="482"/>
                      <a:pt x="0" y="1076"/>
                    </a:cubicBezTo>
                    <a:cubicBezTo>
                      <a:pt x="0" y="1669"/>
                      <a:pt x="482" y="2151"/>
                      <a:pt x="1077" y="2151"/>
                    </a:cubicBezTo>
                    <a:cubicBezTo>
                      <a:pt x="1671" y="2151"/>
                      <a:pt x="2153" y="1669"/>
                      <a:pt x="2153" y="1076"/>
                    </a:cubicBezTo>
                    <a:cubicBezTo>
                      <a:pt x="2153" y="482"/>
                      <a:pt x="1671" y="0"/>
                      <a:pt x="107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661" name="Google Shape;1661;p57"/>
          <p:cNvGrpSpPr/>
          <p:nvPr/>
        </p:nvGrpSpPr>
        <p:grpSpPr>
          <a:xfrm>
            <a:off x="185047" y="76212"/>
            <a:ext cx="859982" cy="1261480"/>
            <a:chOff x="76190" y="76211"/>
            <a:chExt cx="1399466" cy="1919431"/>
          </a:xfrm>
        </p:grpSpPr>
        <p:sp>
          <p:nvSpPr>
            <p:cNvPr id="1662" name="Google Shape;1662;p57"/>
            <p:cNvSpPr/>
            <p:nvPr/>
          </p:nvSpPr>
          <p:spPr>
            <a:xfrm>
              <a:off x="76190" y="76211"/>
              <a:ext cx="692971" cy="693467"/>
            </a:xfrm>
            <a:custGeom>
              <a:avLst/>
              <a:gdLst/>
              <a:ahLst/>
              <a:cxnLst/>
              <a:rect l="l" t="t" r="r" b="b"/>
              <a:pathLst>
                <a:path w="9786" h="9793" extrusionOk="0">
                  <a:moveTo>
                    <a:pt x="4894" y="1765"/>
                  </a:moveTo>
                  <a:cubicBezTo>
                    <a:pt x="6621" y="1765"/>
                    <a:pt x="8022" y="3165"/>
                    <a:pt x="8022" y="4895"/>
                  </a:cubicBezTo>
                  <a:cubicBezTo>
                    <a:pt x="8022" y="6624"/>
                    <a:pt x="6621" y="8022"/>
                    <a:pt x="4894" y="8022"/>
                  </a:cubicBezTo>
                  <a:cubicBezTo>
                    <a:pt x="3166" y="8022"/>
                    <a:pt x="1765" y="6622"/>
                    <a:pt x="1765" y="4895"/>
                  </a:cubicBezTo>
                  <a:cubicBezTo>
                    <a:pt x="1765" y="3166"/>
                    <a:pt x="3166" y="1765"/>
                    <a:pt x="4894" y="1765"/>
                  </a:cubicBezTo>
                  <a:close/>
                  <a:moveTo>
                    <a:pt x="4892" y="1"/>
                  </a:moveTo>
                  <a:cubicBezTo>
                    <a:pt x="4529" y="1"/>
                    <a:pt x="4234" y="297"/>
                    <a:pt x="4234" y="660"/>
                  </a:cubicBezTo>
                  <a:cubicBezTo>
                    <a:pt x="4234" y="691"/>
                    <a:pt x="4247" y="714"/>
                    <a:pt x="4250" y="746"/>
                  </a:cubicBezTo>
                  <a:cubicBezTo>
                    <a:pt x="3571" y="850"/>
                    <a:pt x="2943" y="1117"/>
                    <a:pt x="2413" y="1506"/>
                  </a:cubicBezTo>
                  <a:cubicBezTo>
                    <a:pt x="2395" y="1483"/>
                    <a:pt x="2387" y="1454"/>
                    <a:pt x="2365" y="1434"/>
                  </a:cubicBezTo>
                  <a:cubicBezTo>
                    <a:pt x="2236" y="1305"/>
                    <a:pt x="2067" y="1241"/>
                    <a:pt x="1898" y="1241"/>
                  </a:cubicBezTo>
                  <a:cubicBezTo>
                    <a:pt x="1729" y="1241"/>
                    <a:pt x="1560" y="1305"/>
                    <a:pt x="1432" y="1434"/>
                  </a:cubicBezTo>
                  <a:cubicBezTo>
                    <a:pt x="1175" y="1691"/>
                    <a:pt x="1175" y="2110"/>
                    <a:pt x="1432" y="2366"/>
                  </a:cubicBezTo>
                  <a:cubicBezTo>
                    <a:pt x="1453" y="2390"/>
                    <a:pt x="1480" y="2398"/>
                    <a:pt x="1503" y="2416"/>
                  </a:cubicBezTo>
                  <a:cubicBezTo>
                    <a:pt x="1113" y="2947"/>
                    <a:pt x="847" y="3570"/>
                    <a:pt x="743" y="4253"/>
                  </a:cubicBezTo>
                  <a:cubicBezTo>
                    <a:pt x="714" y="4249"/>
                    <a:pt x="688" y="4235"/>
                    <a:pt x="660" y="4235"/>
                  </a:cubicBezTo>
                  <a:cubicBezTo>
                    <a:pt x="297" y="4235"/>
                    <a:pt x="1" y="4532"/>
                    <a:pt x="1" y="4896"/>
                  </a:cubicBezTo>
                  <a:cubicBezTo>
                    <a:pt x="1" y="5260"/>
                    <a:pt x="298" y="5555"/>
                    <a:pt x="660" y="5555"/>
                  </a:cubicBezTo>
                  <a:cubicBezTo>
                    <a:pt x="690" y="5555"/>
                    <a:pt x="716" y="5543"/>
                    <a:pt x="743" y="5539"/>
                  </a:cubicBezTo>
                  <a:cubicBezTo>
                    <a:pt x="847" y="6218"/>
                    <a:pt x="1114" y="6843"/>
                    <a:pt x="1503" y="7376"/>
                  </a:cubicBezTo>
                  <a:cubicBezTo>
                    <a:pt x="1482" y="7392"/>
                    <a:pt x="1454" y="7402"/>
                    <a:pt x="1432" y="7424"/>
                  </a:cubicBezTo>
                  <a:cubicBezTo>
                    <a:pt x="1175" y="7680"/>
                    <a:pt x="1175" y="8101"/>
                    <a:pt x="1432" y="8357"/>
                  </a:cubicBezTo>
                  <a:cubicBezTo>
                    <a:pt x="1560" y="8485"/>
                    <a:pt x="1729" y="8550"/>
                    <a:pt x="1898" y="8550"/>
                  </a:cubicBezTo>
                  <a:cubicBezTo>
                    <a:pt x="2067" y="8550"/>
                    <a:pt x="2236" y="8485"/>
                    <a:pt x="2365" y="8357"/>
                  </a:cubicBezTo>
                  <a:cubicBezTo>
                    <a:pt x="2386" y="8336"/>
                    <a:pt x="2395" y="8307"/>
                    <a:pt x="2413" y="8285"/>
                  </a:cubicBezTo>
                  <a:cubicBezTo>
                    <a:pt x="2943" y="8676"/>
                    <a:pt x="3571" y="8940"/>
                    <a:pt x="4250" y="9046"/>
                  </a:cubicBezTo>
                  <a:cubicBezTo>
                    <a:pt x="4247" y="9075"/>
                    <a:pt x="4234" y="9101"/>
                    <a:pt x="4234" y="9131"/>
                  </a:cubicBezTo>
                  <a:cubicBezTo>
                    <a:pt x="4234" y="9494"/>
                    <a:pt x="4529" y="9792"/>
                    <a:pt x="4892" y="9792"/>
                  </a:cubicBezTo>
                  <a:cubicBezTo>
                    <a:pt x="5255" y="9792"/>
                    <a:pt x="5551" y="9494"/>
                    <a:pt x="5551" y="9131"/>
                  </a:cubicBezTo>
                  <a:cubicBezTo>
                    <a:pt x="5551" y="9101"/>
                    <a:pt x="5538" y="9075"/>
                    <a:pt x="5535" y="9046"/>
                  </a:cubicBezTo>
                  <a:cubicBezTo>
                    <a:pt x="6214" y="8940"/>
                    <a:pt x="6839" y="8676"/>
                    <a:pt x="7372" y="8285"/>
                  </a:cubicBezTo>
                  <a:cubicBezTo>
                    <a:pt x="7391" y="8309"/>
                    <a:pt x="7399" y="8336"/>
                    <a:pt x="7420" y="8357"/>
                  </a:cubicBezTo>
                  <a:cubicBezTo>
                    <a:pt x="7548" y="8485"/>
                    <a:pt x="7717" y="8550"/>
                    <a:pt x="7886" y="8550"/>
                  </a:cubicBezTo>
                  <a:cubicBezTo>
                    <a:pt x="8055" y="8550"/>
                    <a:pt x="8225" y="8485"/>
                    <a:pt x="8353" y="8357"/>
                  </a:cubicBezTo>
                  <a:cubicBezTo>
                    <a:pt x="8610" y="8101"/>
                    <a:pt x="8610" y="7680"/>
                    <a:pt x="8353" y="7424"/>
                  </a:cubicBezTo>
                  <a:cubicBezTo>
                    <a:pt x="8331" y="7403"/>
                    <a:pt x="8303" y="7392"/>
                    <a:pt x="8281" y="7376"/>
                  </a:cubicBezTo>
                  <a:cubicBezTo>
                    <a:pt x="8670" y="6843"/>
                    <a:pt x="8936" y="6220"/>
                    <a:pt x="9040" y="5539"/>
                  </a:cubicBezTo>
                  <a:cubicBezTo>
                    <a:pt x="9070" y="5542"/>
                    <a:pt x="9096" y="5555"/>
                    <a:pt x="9127" y="5555"/>
                  </a:cubicBezTo>
                  <a:cubicBezTo>
                    <a:pt x="9490" y="5555"/>
                    <a:pt x="9785" y="5260"/>
                    <a:pt x="9785" y="4896"/>
                  </a:cubicBezTo>
                  <a:cubicBezTo>
                    <a:pt x="9785" y="4532"/>
                    <a:pt x="9490" y="4235"/>
                    <a:pt x="9127" y="4235"/>
                  </a:cubicBezTo>
                  <a:cubicBezTo>
                    <a:pt x="9096" y="4235"/>
                    <a:pt x="9070" y="4249"/>
                    <a:pt x="9040" y="4253"/>
                  </a:cubicBezTo>
                  <a:cubicBezTo>
                    <a:pt x="8936" y="3573"/>
                    <a:pt x="8670" y="2947"/>
                    <a:pt x="8281" y="2416"/>
                  </a:cubicBezTo>
                  <a:cubicBezTo>
                    <a:pt x="8303" y="2398"/>
                    <a:pt x="8331" y="2390"/>
                    <a:pt x="8353" y="2366"/>
                  </a:cubicBezTo>
                  <a:cubicBezTo>
                    <a:pt x="8610" y="2110"/>
                    <a:pt x="8610" y="1691"/>
                    <a:pt x="8353" y="1434"/>
                  </a:cubicBezTo>
                  <a:cubicBezTo>
                    <a:pt x="8225" y="1305"/>
                    <a:pt x="8055" y="1241"/>
                    <a:pt x="7886" y="1241"/>
                  </a:cubicBezTo>
                  <a:cubicBezTo>
                    <a:pt x="7717" y="1241"/>
                    <a:pt x="7548" y="1305"/>
                    <a:pt x="7420" y="1434"/>
                  </a:cubicBezTo>
                  <a:cubicBezTo>
                    <a:pt x="7399" y="1454"/>
                    <a:pt x="7391" y="1484"/>
                    <a:pt x="7372" y="1506"/>
                  </a:cubicBezTo>
                  <a:cubicBezTo>
                    <a:pt x="6840" y="1117"/>
                    <a:pt x="6214" y="850"/>
                    <a:pt x="5535" y="746"/>
                  </a:cubicBezTo>
                  <a:cubicBezTo>
                    <a:pt x="5538" y="716"/>
                    <a:pt x="5551" y="691"/>
                    <a:pt x="5551" y="660"/>
                  </a:cubicBezTo>
                  <a:cubicBezTo>
                    <a:pt x="5551" y="297"/>
                    <a:pt x="5255" y="1"/>
                    <a:pt x="48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663" name="Google Shape;1663;p57"/>
            <p:cNvGrpSpPr/>
            <p:nvPr/>
          </p:nvGrpSpPr>
          <p:grpSpPr>
            <a:xfrm>
              <a:off x="228600" y="228600"/>
              <a:ext cx="1023557" cy="1199891"/>
              <a:chOff x="112075" y="-185574"/>
              <a:chExt cx="1023557" cy="1199891"/>
            </a:xfrm>
          </p:grpSpPr>
          <p:sp>
            <p:nvSpPr>
              <p:cNvPr id="1664" name="Google Shape;1664;p57"/>
              <p:cNvSpPr/>
              <p:nvPr/>
            </p:nvSpPr>
            <p:spPr>
              <a:xfrm>
                <a:off x="112075" y="-185574"/>
                <a:ext cx="1023557" cy="437592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89" extrusionOk="0">
                    <a:moveTo>
                      <a:pt x="14140" y="1"/>
                    </a:moveTo>
                    <a:lnTo>
                      <a:pt x="0" y="12088"/>
                    </a:lnTo>
                    <a:lnTo>
                      <a:pt x="28277" y="12088"/>
                    </a:lnTo>
                    <a:lnTo>
                      <a:pt x="14140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57"/>
              <p:cNvSpPr/>
              <p:nvPr/>
            </p:nvSpPr>
            <p:spPr>
              <a:xfrm>
                <a:off x="112075" y="251967"/>
                <a:ext cx="1023557" cy="651881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8009" extrusionOk="0">
                    <a:moveTo>
                      <a:pt x="0" y="0"/>
                    </a:moveTo>
                    <a:lnTo>
                      <a:pt x="0" y="18008"/>
                    </a:lnTo>
                    <a:lnTo>
                      <a:pt x="28277" y="18008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57"/>
              <p:cNvSpPr/>
              <p:nvPr/>
            </p:nvSpPr>
            <p:spPr>
              <a:xfrm>
                <a:off x="112075" y="251967"/>
                <a:ext cx="1023557" cy="437628"/>
              </a:xfrm>
              <a:custGeom>
                <a:avLst/>
                <a:gdLst/>
                <a:ahLst/>
                <a:cxnLst/>
                <a:rect l="l" t="t" r="r" b="b"/>
                <a:pathLst>
                  <a:path w="28277" h="12090" extrusionOk="0">
                    <a:moveTo>
                      <a:pt x="0" y="0"/>
                    </a:moveTo>
                    <a:lnTo>
                      <a:pt x="14140" y="12089"/>
                    </a:lnTo>
                    <a:lnTo>
                      <a:pt x="28277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57"/>
              <p:cNvSpPr/>
              <p:nvPr/>
            </p:nvSpPr>
            <p:spPr>
              <a:xfrm>
                <a:off x="245386" y="33233"/>
                <a:ext cx="756926" cy="656369"/>
              </a:xfrm>
              <a:custGeom>
                <a:avLst/>
                <a:gdLst/>
                <a:ahLst/>
                <a:cxnLst/>
                <a:rect l="l" t="t" r="r" b="b"/>
                <a:pathLst>
                  <a:path w="20911" h="18133" extrusionOk="0">
                    <a:moveTo>
                      <a:pt x="1" y="1"/>
                    </a:moveTo>
                    <a:lnTo>
                      <a:pt x="1" y="9194"/>
                    </a:lnTo>
                    <a:lnTo>
                      <a:pt x="10457" y="18132"/>
                    </a:lnTo>
                    <a:lnTo>
                      <a:pt x="20910" y="9194"/>
                    </a:lnTo>
                    <a:lnTo>
                      <a:pt x="20910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57"/>
              <p:cNvSpPr/>
              <p:nvPr/>
            </p:nvSpPr>
            <p:spPr>
              <a:xfrm>
                <a:off x="636561" y="450251"/>
                <a:ext cx="499055" cy="453591"/>
              </a:xfrm>
              <a:custGeom>
                <a:avLst/>
                <a:gdLst/>
                <a:ahLst/>
                <a:cxnLst/>
                <a:rect l="l" t="t" r="r" b="b"/>
                <a:pathLst>
                  <a:path w="13787" h="12531" extrusionOk="0">
                    <a:moveTo>
                      <a:pt x="861" y="1"/>
                    </a:moveTo>
                    <a:cubicBezTo>
                      <a:pt x="403" y="1"/>
                      <a:pt x="0" y="582"/>
                      <a:pt x="428" y="976"/>
                    </a:cubicBezTo>
                    <a:cubicBezTo>
                      <a:pt x="4626" y="4829"/>
                      <a:pt x="8828" y="8680"/>
                      <a:pt x="13028" y="12530"/>
                    </a:cubicBezTo>
                    <a:lnTo>
                      <a:pt x="13787" y="12530"/>
                    </a:lnTo>
                    <a:lnTo>
                      <a:pt x="13787" y="11659"/>
                    </a:lnTo>
                    <a:cubicBezTo>
                      <a:pt x="9606" y="7825"/>
                      <a:pt x="5426" y="3993"/>
                      <a:pt x="1247" y="159"/>
                    </a:cubicBezTo>
                    <a:cubicBezTo>
                      <a:pt x="1126" y="48"/>
                      <a:pt x="991" y="1"/>
                      <a:pt x="86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57"/>
              <p:cNvSpPr/>
              <p:nvPr/>
            </p:nvSpPr>
            <p:spPr>
              <a:xfrm>
                <a:off x="112075" y="450251"/>
                <a:ext cx="502566" cy="453627"/>
              </a:xfrm>
              <a:custGeom>
                <a:avLst/>
                <a:gdLst/>
                <a:ahLst/>
                <a:cxnLst/>
                <a:rect l="l" t="t" r="r" b="b"/>
                <a:pathLst>
                  <a:path w="13884" h="12532" extrusionOk="0">
                    <a:moveTo>
                      <a:pt x="13023" y="1"/>
                    </a:moveTo>
                    <a:cubicBezTo>
                      <a:pt x="12893" y="1"/>
                      <a:pt x="12758" y="48"/>
                      <a:pt x="12637" y="159"/>
                    </a:cubicBezTo>
                    <a:lnTo>
                      <a:pt x="0" y="11748"/>
                    </a:lnTo>
                    <a:lnTo>
                      <a:pt x="0" y="12531"/>
                    </a:lnTo>
                    <a:lnTo>
                      <a:pt x="856" y="12531"/>
                    </a:lnTo>
                    <a:cubicBezTo>
                      <a:pt x="5055" y="8680"/>
                      <a:pt x="9256" y="4829"/>
                      <a:pt x="13455" y="977"/>
                    </a:cubicBezTo>
                    <a:cubicBezTo>
                      <a:pt x="13884" y="582"/>
                      <a:pt x="13481" y="1"/>
                      <a:pt x="13023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57"/>
              <p:cNvSpPr/>
              <p:nvPr/>
            </p:nvSpPr>
            <p:spPr>
              <a:xfrm>
                <a:off x="415763" y="175195"/>
                <a:ext cx="416199" cy="409502"/>
              </a:xfrm>
              <a:custGeom>
                <a:avLst/>
                <a:gdLst/>
                <a:ahLst/>
                <a:cxnLst/>
                <a:rect l="l" t="t" r="r" b="b"/>
                <a:pathLst>
                  <a:path w="11498" h="11313" extrusionOk="0">
                    <a:moveTo>
                      <a:pt x="6551" y="1486"/>
                    </a:moveTo>
                    <a:cubicBezTo>
                      <a:pt x="8461" y="1486"/>
                      <a:pt x="10014" y="3039"/>
                      <a:pt x="10014" y="4949"/>
                    </a:cubicBezTo>
                    <a:lnTo>
                      <a:pt x="10014" y="6366"/>
                    </a:lnTo>
                    <a:cubicBezTo>
                      <a:pt x="10014" y="8275"/>
                      <a:pt x="8462" y="9828"/>
                      <a:pt x="6551" y="9828"/>
                    </a:cubicBezTo>
                    <a:lnTo>
                      <a:pt x="4946" y="9828"/>
                    </a:lnTo>
                    <a:cubicBezTo>
                      <a:pt x="3038" y="9828"/>
                      <a:pt x="1484" y="8275"/>
                      <a:pt x="1484" y="6366"/>
                    </a:cubicBezTo>
                    <a:lnTo>
                      <a:pt x="1484" y="4949"/>
                    </a:lnTo>
                    <a:cubicBezTo>
                      <a:pt x="1484" y="3039"/>
                      <a:pt x="3038" y="1486"/>
                      <a:pt x="4946" y="1486"/>
                    </a:cubicBezTo>
                    <a:close/>
                    <a:moveTo>
                      <a:pt x="4946" y="1"/>
                    </a:moveTo>
                    <a:cubicBezTo>
                      <a:pt x="2220" y="1"/>
                      <a:pt x="1" y="2220"/>
                      <a:pt x="1" y="4949"/>
                    </a:cubicBezTo>
                    <a:lnTo>
                      <a:pt x="1" y="6366"/>
                    </a:lnTo>
                    <a:cubicBezTo>
                      <a:pt x="1" y="9094"/>
                      <a:pt x="2220" y="11313"/>
                      <a:pt x="4946" y="11313"/>
                    </a:cubicBezTo>
                    <a:lnTo>
                      <a:pt x="6551" y="11313"/>
                    </a:lnTo>
                    <a:cubicBezTo>
                      <a:pt x="9278" y="11313"/>
                      <a:pt x="11498" y="9094"/>
                      <a:pt x="11498" y="6366"/>
                    </a:cubicBezTo>
                    <a:lnTo>
                      <a:pt x="11498" y="4949"/>
                    </a:lnTo>
                    <a:cubicBezTo>
                      <a:pt x="11498" y="2220"/>
                      <a:pt x="9278" y="1"/>
                      <a:pt x="655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57"/>
              <p:cNvSpPr/>
              <p:nvPr/>
            </p:nvSpPr>
            <p:spPr>
              <a:xfrm>
                <a:off x="321797" y="410182"/>
                <a:ext cx="604100" cy="604028"/>
              </a:xfrm>
              <a:custGeom>
                <a:avLst/>
                <a:gdLst/>
                <a:ahLst/>
                <a:cxnLst/>
                <a:rect l="l" t="t" r="r" b="b"/>
                <a:pathLst>
                  <a:path w="16689" h="16687" extrusionOk="0">
                    <a:moveTo>
                      <a:pt x="4853" y="0"/>
                    </a:moveTo>
                    <a:cubicBezTo>
                      <a:pt x="2184" y="0"/>
                      <a:pt x="1" y="2183"/>
                      <a:pt x="1" y="4851"/>
                    </a:cubicBezTo>
                    <a:lnTo>
                      <a:pt x="1" y="11836"/>
                    </a:lnTo>
                    <a:cubicBezTo>
                      <a:pt x="1" y="14504"/>
                      <a:pt x="2183" y="16686"/>
                      <a:pt x="4853" y="16686"/>
                    </a:cubicBezTo>
                    <a:lnTo>
                      <a:pt x="11836" y="16686"/>
                    </a:lnTo>
                    <a:cubicBezTo>
                      <a:pt x="14505" y="16686"/>
                      <a:pt x="16688" y="14504"/>
                      <a:pt x="16688" y="11836"/>
                    </a:cubicBezTo>
                    <a:lnTo>
                      <a:pt x="16688" y="4851"/>
                    </a:lnTo>
                    <a:cubicBezTo>
                      <a:pt x="16688" y="2184"/>
                      <a:pt x="14506" y="0"/>
                      <a:pt x="11836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57"/>
              <p:cNvSpPr/>
              <p:nvPr/>
            </p:nvSpPr>
            <p:spPr>
              <a:xfrm>
                <a:off x="359875" y="448152"/>
                <a:ext cx="566057" cy="566165"/>
              </a:xfrm>
              <a:custGeom>
                <a:avLst/>
                <a:gdLst/>
                <a:ahLst/>
                <a:cxnLst/>
                <a:rect l="l" t="t" r="r" b="b"/>
                <a:pathLst>
                  <a:path w="15638" h="15641" extrusionOk="0">
                    <a:moveTo>
                      <a:pt x="13784" y="1"/>
                    </a:moveTo>
                    <a:lnTo>
                      <a:pt x="13784" y="1"/>
                    </a:lnTo>
                    <a:cubicBezTo>
                      <a:pt x="14440" y="829"/>
                      <a:pt x="14833" y="1869"/>
                      <a:pt x="14833" y="3001"/>
                    </a:cubicBezTo>
                    <a:lnTo>
                      <a:pt x="14833" y="9987"/>
                    </a:lnTo>
                    <a:cubicBezTo>
                      <a:pt x="14833" y="12655"/>
                      <a:pt x="12653" y="14839"/>
                      <a:pt x="9983" y="14839"/>
                    </a:cubicBezTo>
                    <a:lnTo>
                      <a:pt x="3001" y="14839"/>
                    </a:lnTo>
                    <a:cubicBezTo>
                      <a:pt x="1869" y="14839"/>
                      <a:pt x="828" y="14444"/>
                      <a:pt x="1" y="13788"/>
                    </a:cubicBezTo>
                    <a:lnTo>
                      <a:pt x="1" y="13788"/>
                    </a:lnTo>
                    <a:cubicBezTo>
                      <a:pt x="891" y="14913"/>
                      <a:pt x="2264" y="15640"/>
                      <a:pt x="3802" y="15640"/>
                    </a:cubicBezTo>
                    <a:lnTo>
                      <a:pt x="10787" y="15640"/>
                    </a:lnTo>
                    <a:cubicBezTo>
                      <a:pt x="13455" y="15640"/>
                      <a:pt x="15637" y="13457"/>
                      <a:pt x="15637" y="10788"/>
                    </a:cubicBezTo>
                    <a:lnTo>
                      <a:pt x="15637" y="3805"/>
                    </a:lnTo>
                    <a:cubicBezTo>
                      <a:pt x="15636" y="2265"/>
                      <a:pt x="14910" y="891"/>
                      <a:pt x="13784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57"/>
              <p:cNvSpPr/>
              <p:nvPr/>
            </p:nvSpPr>
            <p:spPr>
              <a:xfrm>
                <a:off x="533184" y="552397"/>
                <a:ext cx="181313" cy="357125"/>
              </a:xfrm>
              <a:custGeom>
                <a:avLst/>
                <a:gdLst/>
                <a:ahLst/>
                <a:cxnLst/>
                <a:rect l="l" t="t" r="r" b="b"/>
                <a:pathLst>
                  <a:path w="5009" h="9866" extrusionOk="0">
                    <a:moveTo>
                      <a:pt x="2506" y="0"/>
                    </a:moveTo>
                    <a:cubicBezTo>
                      <a:pt x="1122" y="0"/>
                      <a:pt x="0" y="1121"/>
                      <a:pt x="0" y="2503"/>
                    </a:cubicBezTo>
                    <a:cubicBezTo>
                      <a:pt x="0" y="3495"/>
                      <a:pt x="583" y="4344"/>
                      <a:pt x="1418" y="4751"/>
                    </a:cubicBezTo>
                    <a:lnTo>
                      <a:pt x="173" y="9441"/>
                    </a:lnTo>
                    <a:cubicBezTo>
                      <a:pt x="125" y="9674"/>
                      <a:pt x="281" y="9866"/>
                      <a:pt x="522" y="9866"/>
                    </a:cubicBezTo>
                    <a:lnTo>
                      <a:pt x="4488" y="9866"/>
                    </a:lnTo>
                    <a:cubicBezTo>
                      <a:pt x="4726" y="9866"/>
                      <a:pt x="4884" y="9674"/>
                      <a:pt x="4836" y="9441"/>
                    </a:cubicBezTo>
                    <a:lnTo>
                      <a:pt x="3591" y="4749"/>
                    </a:lnTo>
                    <a:cubicBezTo>
                      <a:pt x="4426" y="4344"/>
                      <a:pt x="5008" y="3495"/>
                      <a:pt x="5008" y="2503"/>
                    </a:cubicBezTo>
                    <a:cubicBezTo>
                      <a:pt x="5008" y="1121"/>
                      <a:pt x="3889" y="0"/>
                      <a:pt x="250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74" name="Google Shape;1674;p57"/>
            <p:cNvSpPr/>
            <p:nvPr/>
          </p:nvSpPr>
          <p:spPr>
            <a:xfrm>
              <a:off x="264421" y="1615874"/>
              <a:ext cx="381821" cy="379767"/>
            </a:xfrm>
            <a:custGeom>
              <a:avLst/>
              <a:gdLst/>
              <a:ahLst/>
              <a:cxnLst/>
              <a:rect l="l" t="t" r="r" b="b"/>
              <a:pathLst>
                <a:path w="5392" h="5363" extrusionOk="0">
                  <a:moveTo>
                    <a:pt x="2695" y="1"/>
                  </a:moveTo>
                  <a:lnTo>
                    <a:pt x="2069" y="2069"/>
                  </a:lnTo>
                  <a:lnTo>
                    <a:pt x="1" y="2683"/>
                  </a:lnTo>
                  <a:lnTo>
                    <a:pt x="2069" y="3294"/>
                  </a:lnTo>
                  <a:lnTo>
                    <a:pt x="2695" y="5362"/>
                  </a:lnTo>
                  <a:lnTo>
                    <a:pt x="3323" y="3294"/>
                  </a:lnTo>
                  <a:lnTo>
                    <a:pt x="5391" y="2683"/>
                  </a:lnTo>
                  <a:lnTo>
                    <a:pt x="3323" y="2069"/>
                  </a:lnTo>
                  <a:lnTo>
                    <a:pt x="269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5" name="Google Shape;1675;p57"/>
            <p:cNvSpPr/>
            <p:nvPr/>
          </p:nvSpPr>
          <p:spPr>
            <a:xfrm>
              <a:off x="1254225" y="202375"/>
              <a:ext cx="221431" cy="220298"/>
            </a:xfrm>
            <a:custGeom>
              <a:avLst/>
              <a:gdLst/>
              <a:ahLst/>
              <a:cxnLst/>
              <a:rect l="l" t="t" r="r" b="b"/>
              <a:pathLst>
                <a:path w="3127" h="3111" extrusionOk="0">
                  <a:moveTo>
                    <a:pt x="1564" y="1"/>
                  </a:moveTo>
                  <a:lnTo>
                    <a:pt x="1199" y="1202"/>
                  </a:lnTo>
                  <a:lnTo>
                    <a:pt x="1" y="1556"/>
                  </a:lnTo>
                  <a:lnTo>
                    <a:pt x="1199" y="1912"/>
                  </a:lnTo>
                  <a:lnTo>
                    <a:pt x="1564" y="3110"/>
                  </a:lnTo>
                  <a:lnTo>
                    <a:pt x="1927" y="1912"/>
                  </a:lnTo>
                  <a:lnTo>
                    <a:pt x="3127" y="1556"/>
                  </a:lnTo>
                  <a:lnTo>
                    <a:pt x="1927" y="1202"/>
                  </a:lnTo>
                  <a:lnTo>
                    <a:pt x="156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6" name="Google Shape;1676;p57"/>
            <p:cNvSpPr/>
            <p:nvPr/>
          </p:nvSpPr>
          <p:spPr>
            <a:xfrm>
              <a:off x="76200" y="1428501"/>
              <a:ext cx="188220" cy="187370"/>
            </a:xfrm>
            <a:custGeom>
              <a:avLst/>
              <a:gdLst/>
              <a:ahLst/>
              <a:cxnLst/>
              <a:rect l="l" t="t" r="r" b="b"/>
              <a:pathLst>
                <a:path w="2658" h="2646" extrusionOk="0">
                  <a:moveTo>
                    <a:pt x="1329" y="0"/>
                  </a:moveTo>
                  <a:lnTo>
                    <a:pt x="1020" y="1021"/>
                  </a:lnTo>
                  <a:lnTo>
                    <a:pt x="0" y="1322"/>
                  </a:lnTo>
                  <a:lnTo>
                    <a:pt x="1020" y="1625"/>
                  </a:lnTo>
                  <a:lnTo>
                    <a:pt x="1329" y="2645"/>
                  </a:lnTo>
                  <a:lnTo>
                    <a:pt x="1637" y="1625"/>
                  </a:lnTo>
                  <a:lnTo>
                    <a:pt x="2658" y="1322"/>
                  </a:lnTo>
                  <a:lnTo>
                    <a:pt x="1637" y="1021"/>
                  </a:lnTo>
                  <a:lnTo>
                    <a:pt x="132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89" name="Google Shape;698;p43"/>
          <p:cNvGraphicFramePr/>
          <p:nvPr>
            <p:extLst>
              <p:ext uri="{D42A27DB-BD31-4B8C-83A1-F6EECF244321}">
                <p14:modId xmlns:p14="http://schemas.microsoft.com/office/powerpoint/2010/main" val="2783426235"/>
              </p:ext>
            </p:extLst>
          </p:nvPr>
        </p:nvGraphicFramePr>
        <p:xfrm>
          <a:off x="910670" y="1071014"/>
          <a:ext cx="7447428" cy="3974730"/>
        </p:xfrm>
        <a:graphic>
          <a:graphicData uri="http://schemas.openxmlformats.org/drawingml/2006/table">
            <a:tbl>
              <a:tblPr>
                <a:noFill/>
                <a:tableStyleId>{E07A7369-85E4-47C4-8D66-556326131C27}</a:tableStyleId>
              </a:tblPr>
              <a:tblGrid>
                <a:gridCol w="2482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1186318376"/>
                    </a:ext>
                  </a:extLst>
                </a:gridCol>
                <a:gridCol w="2482476">
                  <a:extLst>
                    <a:ext uri="{9D8B030D-6E8A-4147-A177-3AD203B41FA5}">
                      <a16:colId xmlns:a16="http://schemas.microsoft.com/office/drawing/2014/main" val="3049769508"/>
                    </a:ext>
                  </a:extLst>
                </a:gridCol>
              </a:tblGrid>
              <a:tr h="488454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B4. </a:t>
                      </a:r>
                      <a:r>
                        <a:rPr lang="en-US" sz="24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Reliability Testing</a:t>
                      </a:r>
                      <a:endParaRPr sz="24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273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ID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TEST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CASE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</a:t>
                      </a:r>
                      <a:r>
                        <a:rPr lang="en" b="1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RESULT</a:t>
                      </a:r>
                      <a:endParaRPr b="1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691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TC-40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Multiple runs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TC-41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Restart system (Recovery)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Works again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3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TC-42</a:t>
                      </a:r>
                      <a:endParaRPr sz="1600" dirty="0">
                        <a:solidFill>
                          <a:schemeClr val="lt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Load testing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Expected user loads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processed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TC-43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Feature testing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Individual functions working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TC-44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Endurance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testing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Stable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867548"/>
                  </a:ext>
                </a:extLst>
              </a:tr>
              <a:tr h="47196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dirty="0" smtClean="0">
                          <a:solidFill>
                            <a:schemeClr val="lt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TC-45</a:t>
                      </a: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Mean Time To Repair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&lt;</a:t>
                      </a:r>
                      <a:r>
                        <a:rPr lang="en-US" sz="1200" baseline="0" dirty="0" smtClean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1s</a:t>
                      </a:r>
                      <a:endParaRPr sz="12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0000" marR="90000" marT="91425" marB="914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68087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3245782"/>
      </p:ext>
    </p:extLst>
  </p:cSld>
  <p:clrMapOvr>
    <a:masterClrMapping/>
  </p:clrMapOvr>
</p:sld>
</file>

<file path=ppt/theme/theme1.xml><?xml version="1.0" encoding="utf-8"?>
<a:theme xmlns:a="http://schemas.openxmlformats.org/drawingml/2006/main" name="Software Development School Center by Slidesgo">
  <a:themeElements>
    <a:clrScheme name="Simple Light">
      <a:dk1>
        <a:srgbClr val="666466"/>
      </a:dk1>
      <a:lt1>
        <a:srgbClr val="005D77"/>
      </a:lt1>
      <a:dk2>
        <a:srgbClr val="399BD8"/>
      </a:dk2>
      <a:lt2>
        <a:srgbClr val="84C4F4"/>
      </a:lt2>
      <a:accent1>
        <a:srgbClr val="C2E9FF"/>
      </a:accent1>
      <a:accent2>
        <a:srgbClr val="D9F1FF"/>
      </a:accent2>
      <a:accent3>
        <a:srgbClr val="EC6F09"/>
      </a:accent3>
      <a:accent4>
        <a:srgbClr val="F78A2F"/>
      </a:accent4>
      <a:accent5>
        <a:srgbClr val="FFFFFF"/>
      </a:accent5>
      <a:accent6>
        <a:srgbClr val="FFFFFF"/>
      </a:accent6>
      <a:hlink>
        <a:srgbClr val="666466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883</TotalTime>
  <Words>528</Words>
  <Application>Microsoft Office PowerPoint</Application>
  <PresentationFormat>On-screen Show (16:9)</PresentationFormat>
  <Paragraphs>219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Montserrat Black</vt:lpstr>
      <vt:lpstr>Archivo Black</vt:lpstr>
      <vt:lpstr>Bebas Neue</vt:lpstr>
      <vt:lpstr>Arial</vt:lpstr>
      <vt:lpstr>Montserrat</vt:lpstr>
      <vt:lpstr>Montserrat Medium</vt:lpstr>
      <vt:lpstr>Software Development School Center by Slidesgo</vt:lpstr>
      <vt:lpstr>Testing &amp; Evaluation</vt:lpstr>
      <vt:lpstr>Unit Testing</vt:lpstr>
      <vt:lpstr>TEST PLAN (high level)</vt:lpstr>
      <vt:lpstr>A. Functional Cases</vt:lpstr>
      <vt:lpstr>A. Functional Cases</vt:lpstr>
      <vt:lpstr>A. Functional Cases</vt:lpstr>
      <vt:lpstr>A. Functional Cases</vt:lpstr>
      <vt:lpstr>A. Functional Cases</vt:lpstr>
      <vt:lpstr>PowerPoint Presentation</vt:lpstr>
      <vt:lpstr>B. Non-Functional Cases</vt:lpstr>
      <vt:lpstr>B. Non-Functional Cases</vt:lpstr>
      <vt:lpstr>B. Non-Functional Cases</vt:lpstr>
      <vt:lpstr>B. Non-Functional Cases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 &amp; Evaluation</dc:title>
  <cp:lastModifiedBy>Mira William</cp:lastModifiedBy>
  <cp:revision>33</cp:revision>
  <dcterms:modified xsi:type="dcterms:W3CDTF">2026-04-12T07:18:40Z</dcterms:modified>
</cp:coreProperties>
</file>